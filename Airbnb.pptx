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7" r:id="rId2"/>
    <p:sldId id="272" r:id="rId3"/>
    <p:sldId id="278" r:id="rId4"/>
    <p:sldId id="257" r:id="rId5"/>
    <p:sldId id="258" r:id="rId6"/>
    <p:sldId id="282" r:id="rId7"/>
    <p:sldId id="280" r:id="rId8"/>
    <p:sldId id="281" r:id="rId9"/>
    <p:sldId id="284" r:id="rId10"/>
    <p:sldId id="279" r:id="rId11"/>
    <p:sldId id="283" r:id="rId12"/>
    <p:sldId id="285" r:id="rId13"/>
    <p:sldId id="286" r:id="rId14"/>
    <p:sldId id="287" r:id="rId15"/>
    <p:sldId id="289" r:id="rId16"/>
    <p:sldId id="290" r:id="rId17"/>
    <p:sldId id="269" r:id="rId18"/>
    <p:sldId id="288" r:id="rId19"/>
    <p:sldId id="270" r:id="rId20"/>
    <p:sldId id="268" r:id="rId21"/>
    <p:sldId id="291" r:id="rId22"/>
    <p:sldId id="274" r:id="rId23"/>
  </p:sldIdLst>
  <p:sldSz cx="12192000" cy="6858000"/>
  <p:notesSz cx="6858000" cy="9144000"/>
  <p:embeddedFontLst>
    <p:embeddedFont>
      <p:font typeface="ADLaM Display" panose="02010000000000000000" pitchFamily="2" charset="0"/>
      <p:regular r:id="rId24"/>
    </p:embeddedFont>
    <p:embeddedFont>
      <p:font typeface="Aharoni" panose="02010803020104030203" pitchFamily="2" charset="-79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619" userDrawn="1">
          <p15:clr>
            <a:srgbClr val="A4A3A4"/>
          </p15:clr>
        </p15:guide>
        <p15:guide id="5" pos="7061" userDrawn="1">
          <p15:clr>
            <a:srgbClr val="A4A3A4"/>
          </p15:clr>
        </p15:guide>
        <p15:guide id="6" orient="horz" pos="754" userDrawn="1">
          <p15:clr>
            <a:srgbClr val="A4A3A4"/>
          </p15:clr>
        </p15:guide>
        <p15:guide id="7" orient="horz" pos="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5F"/>
    <a:srgbClr val="FF4B4F"/>
    <a:srgbClr val="FFB3B5"/>
    <a:srgbClr val="FF696D"/>
    <a:srgbClr val="FF9FA1"/>
    <a:srgbClr val="FF9B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D6039-6D68-4E04-99B7-91A1C621300C}" v="508" dt="2024-01-11T07:00:45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2949" autoAdjust="0"/>
  </p:normalViewPr>
  <p:slideViewPr>
    <p:cSldViewPr snapToGrid="0" showGuides="1">
      <p:cViewPr varScale="1">
        <p:scale>
          <a:sx n="83" d="100"/>
          <a:sy n="83" d="100"/>
        </p:scale>
        <p:origin x="946" y="77"/>
      </p:cViewPr>
      <p:guideLst>
        <p:guide orient="horz" pos="2160"/>
        <p:guide pos="3840"/>
        <p:guide pos="619"/>
        <p:guide pos="7061"/>
        <p:guide orient="horz" pos="754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a" userId="10aae156-914e-4992-9526-b81c2b99183c" providerId="ADAL" clId="{CC5D6039-6D68-4E04-99B7-91A1C621300C}"/>
    <pc:docChg chg="undo redo custSel addSld delSld modSld sldOrd modMainMaster">
      <pc:chgData name="Anila" userId="10aae156-914e-4992-9526-b81c2b99183c" providerId="ADAL" clId="{CC5D6039-6D68-4E04-99B7-91A1C621300C}" dt="2024-01-11T07:00:51.891" v="4968" actId="700"/>
      <pc:docMkLst>
        <pc:docMk/>
      </pc:docMkLst>
      <pc:sldChg chg="addSp delSp modSp del mod setBg">
        <pc:chgData name="Anila" userId="10aae156-914e-4992-9526-b81c2b99183c" providerId="ADAL" clId="{CC5D6039-6D68-4E04-99B7-91A1C621300C}" dt="2024-01-09T05:26:03.580" v="476" actId="47"/>
        <pc:sldMkLst>
          <pc:docMk/>
          <pc:sldMk cId="1826079421" sldId="256"/>
        </pc:sldMkLst>
        <pc:spChg chg="add mod">
          <ac:chgData name="Anila" userId="10aae156-914e-4992-9526-b81c2b99183c" providerId="ADAL" clId="{CC5D6039-6D68-4E04-99B7-91A1C621300C}" dt="2024-01-09T05:24:11.797" v="419" actId="692"/>
          <ac:spMkLst>
            <pc:docMk/>
            <pc:sldMk cId="1826079421" sldId="256"/>
            <ac:spMk id="4" creationId="{CEDE2BFC-6D87-CDDF-2C67-6EBC1608E330}"/>
          </ac:spMkLst>
        </pc:spChg>
        <pc:spChg chg="add mod">
          <ac:chgData name="Anila" userId="10aae156-914e-4992-9526-b81c2b99183c" providerId="ADAL" clId="{CC5D6039-6D68-4E04-99B7-91A1C621300C}" dt="2024-01-09T05:19:59.092" v="396"/>
          <ac:spMkLst>
            <pc:docMk/>
            <pc:sldMk cId="1826079421" sldId="256"/>
            <ac:spMk id="6" creationId="{72E1D6F1-745B-8904-DA58-9DA6E6C0D624}"/>
          </ac:spMkLst>
        </pc:spChg>
        <pc:spChg chg="del">
          <ac:chgData name="Anila" userId="10aae156-914e-4992-9526-b81c2b99183c" providerId="ADAL" clId="{CC5D6039-6D68-4E04-99B7-91A1C621300C}" dt="2024-01-09T05:20:14.279" v="399" actId="478"/>
          <ac:spMkLst>
            <pc:docMk/>
            <pc:sldMk cId="1826079421" sldId="256"/>
            <ac:spMk id="11" creationId="{CDC1E0EA-DB4E-E0D2-5ED3-3250383A4019}"/>
          </ac:spMkLst>
        </pc:spChg>
        <pc:spChg chg="del">
          <ac:chgData name="Anila" userId="10aae156-914e-4992-9526-b81c2b99183c" providerId="ADAL" clId="{CC5D6039-6D68-4E04-99B7-91A1C621300C}" dt="2024-01-09T05:20:14.279" v="399" actId="478"/>
          <ac:spMkLst>
            <pc:docMk/>
            <pc:sldMk cId="1826079421" sldId="256"/>
            <ac:spMk id="12" creationId="{00F46D07-4060-346B-6D28-E997385F9F72}"/>
          </ac:spMkLst>
        </pc:spChg>
        <pc:spChg chg="del">
          <ac:chgData name="Anila" userId="10aae156-914e-4992-9526-b81c2b99183c" providerId="ADAL" clId="{CC5D6039-6D68-4E04-99B7-91A1C621300C}" dt="2024-01-09T05:20:14.279" v="399" actId="478"/>
          <ac:spMkLst>
            <pc:docMk/>
            <pc:sldMk cId="1826079421" sldId="256"/>
            <ac:spMk id="13" creationId="{09090D3F-C860-F484-FD32-D4B6CFDF647B}"/>
          </ac:spMkLst>
        </pc:spChg>
        <pc:picChg chg="add del mod">
          <ac:chgData name="Anila" userId="10aae156-914e-4992-9526-b81c2b99183c" providerId="ADAL" clId="{CC5D6039-6D68-4E04-99B7-91A1C621300C}" dt="2024-01-09T05:21:06.932" v="407" actId="478"/>
          <ac:picMkLst>
            <pc:docMk/>
            <pc:sldMk cId="1826079421" sldId="256"/>
            <ac:picMk id="3" creationId="{0EF062B6-F183-27DA-B0BE-9989BBE7DD00}"/>
          </ac:picMkLst>
        </pc:picChg>
        <pc:picChg chg="del mod">
          <ac:chgData name="Anila" userId="10aae156-914e-4992-9526-b81c2b99183c" providerId="ADAL" clId="{CC5D6039-6D68-4E04-99B7-91A1C621300C}" dt="2024-01-09T05:20:14.279" v="399" actId="478"/>
          <ac:picMkLst>
            <pc:docMk/>
            <pc:sldMk cId="1826079421" sldId="256"/>
            <ac:picMk id="5" creationId="{843681BE-0229-1362-B2AA-82FA5883BC1B}"/>
          </ac:picMkLst>
        </pc:picChg>
        <pc:picChg chg="del">
          <ac:chgData name="Anila" userId="10aae156-914e-4992-9526-b81c2b99183c" providerId="ADAL" clId="{CC5D6039-6D68-4E04-99B7-91A1C621300C}" dt="2024-01-09T05:20:14.279" v="399" actId="478"/>
          <ac:picMkLst>
            <pc:docMk/>
            <pc:sldMk cId="1826079421" sldId="256"/>
            <ac:picMk id="16" creationId="{3DF09395-BCBA-ECC3-41D4-1AFC47E5F5C3}"/>
          </ac:picMkLst>
        </pc:picChg>
      </pc:sldChg>
      <pc:sldChg chg="addSp delSp modSp add mod setBg modClrScheme chgLayout">
        <pc:chgData name="Anila" userId="10aae156-914e-4992-9526-b81c2b99183c" providerId="ADAL" clId="{CC5D6039-6D68-4E04-99B7-91A1C621300C}" dt="2024-01-11T06:51:04.857" v="4912" actId="2711"/>
        <pc:sldMkLst>
          <pc:docMk/>
          <pc:sldMk cId="743053777" sldId="257"/>
        </pc:sldMkLst>
        <pc:spChg chg="add del mod ord">
          <ac:chgData name="Anila" userId="10aae156-914e-4992-9526-b81c2b99183c" providerId="ADAL" clId="{CC5D6039-6D68-4E04-99B7-91A1C621300C}" dt="2024-01-10T12:41:23.595" v="4288" actId="931"/>
          <ac:spMkLst>
            <pc:docMk/>
            <pc:sldMk cId="743053777" sldId="257"/>
            <ac:spMk id="3" creationId="{08220B0F-0B8A-020C-C448-CF96D785178D}"/>
          </ac:spMkLst>
        </pc:spChg>
        <pc:spChg chg="add del mod ord">
          <ac:chgData name="Anila" userId="10aae156-914e-4992-9526-b81c2b99183c" providerId="ADAL" clId="{CC5D6039-6D68-4E04-99B7-91A1C621300C}" dt="2024-01-10T12:41:27.433" v="4289" actId="931"/>
          <ac:spMkLst>
            <pc:docMk/>
            <pc:sldMk cId="743053777" sldId="257"/>
            <ac:spMk id="4" creationId="{37837AAF-BF86-DD6A-7ED7-DE9A15690352}"/>
          </ac:spMkLst>
        </pc:spChg>
        <pc:spChg chg="mod ord topLvl">
          <ac:chgData name="Anila" userId="10aae156-914e-4992-9526-b81c2b99183c" providerId="ADAL" clId="{CC5D6039-6D68-4E04-99B7-91A1C621300C}" dt="2024-01-10T12:42:49.366" v="4344" actId="692"/>
          <ac:spMkLst>
            <pc:docMk/>
            <pc:sldMk cId="743053777" sldId="257"/>
            <ac:spMk id="5" creationId="{B26D0991-DADF-F60D-0354-8FEAD177D1EB}"/>
          </ac:spMkLst>
        </pc:spChg>
        <pc:spChg chg="add mod">
          <ac:chgData name="Anila" userId="10aae156-914e-4992-9526-b81c2b99183c" providerId="ADAL" clId="{CC5D6039-6D68-4E04-99B7-91A1C621300C}" dt="2024-01-11T06:51:04.857" v="4912" actId="2711"/>
          <ac:spMkLst>
            <pc:docMk/>
            <pc:sldMk cId="743053777" sldId="257"/>
            <ac:spMk id="6" creationId="{2E6B6300-B815-D6D7-0B82-B1BC08AA2244}"/>
          </ac:spMkLst>
        </pc:spChg>
        <pc:spChg chg="add mod topLvl">
          <ac:chgData name="Anila" userId="10aae156-914e-4992-9526-b81c2b99183c" providerId="ADAL" clId="{CC5D6039-6D68-4E04-99B7-91A1C621300C}" dt="2024-01-09T09:28:26.712" v="894" actId="14100"/>
          <ac:spMkLst>
            <pc:docMk/>
            <pc:sldMk cId="743053777" sldId="257"/>
            <ac:spMk id="7" creationId="{774DD41B-7C29-C26F-19DD-6221BE3385EE}"/>
          </ac:spMkLst>
        </pc:spChg>
        <pc:spChg chg="add del mod">
          <ac:chgData name="Anila" userId="10aae156-914e-4992-9526-b81c2b99183c" providerId="ADAL" clId="{CC5D6039-6D68-4E04-99B7-91A1C621300C}" dt="2024-01-09T05:01:06.163" v="322" actId="478"/>
          <ac:spMkLst>
            <pc:docMk/>
            <pc:sldMk cId="743053777" sldId="257"/>
            <ac:spMk id="8" creationId="{C1D373A8-8E2D-798E-E1E7-4E6A821A68E1}"/>
          </ac:spMkLst>
        </pc:spChg>
        <pc:spChg chg="add del mod ord">
          <ac:chgData name="Anila" userId="10aae156-914e-4992-9526-b81c2b99183c" providerId="ADAL" clId="{CC5D6039-6D68-4E04-99B7-91A1C621300C}" dt="2024-01-10T12:41:32.973" v="4294" actId="931"/>
          <ac:spMkLst>
            <pc:docMk/>
            <pc:sldMk cId="743053777" sldId="257"/>
            <ac:spMk id="8" creationId="{E66EEBC5-AB72-397F-8067-721CEB6F4B83}"/>
          </ac:spMkLst>
        </pc:spChg>
        <pc:spChg chg="add del mod">
          <ac:chgData name="Anila" userId="10aae156-914e-4992-9526-b81c2b99183c" providerId="ADAL" clId="{CC5D6039-6D68-4E04-99B7-91A1C621300C}" dt="2024-01-09T05:01:06.163" v="322" actId="478"/>
          <ac:spMkLst>
            <pc:docMk/>
            <pc:sldMk cId="743053777" sldId="257"/>
            <ac:spMk id="9" creationId="{5DAA2969-49B5-C63D-611D-EC744ED0167C}"/>
          </ac:spMkLst>
        </pc:spChg>
        <pc:spChg chg="add del mod ord">
          <ac:chgData name="Anila" userId="10aae156-914e-4992-9526-b81c2b99183c" providerId="ADAL" clId="{CC5D6039-6D68-4E04-99B7-91A1C621300C}" dt="2024-01-10T12:41:40.638" v="4297" actId="931"/>
          <ac:spMkLst>
            <pc:docMk/>
            <pc:sldMk cId="743053777" sldId="257"/>
            <ac:spMk id="9" creationId="{74E8F2CA-6644-10C0-5821-9528ED0AC6FD}"/>
          </ac:spMkLst>
        </pc:spChg>
        <pc:spChg chg="del mod">
          <ac:chgData name="Anila" userId="10aae156-914e-4992-9526-b81c2b99183c" providerId="ADAL" clId="{CC5D6039-6D68-4E04-99B7-91A1C621300C}" dt="2024-01-10T12:12:08.795" v="4209" actId="478"/>
          <ac:spMkLst>
            <pc:docMk/>
            <pc:sldMk cId="743053777" sldId="257"/>
            <ac:spMk id="10" creationId="{29DCAA4A-6184-78EC-EE8E-C2B4CC79DD3B}"/>
          </ac:spMkLst>
        </pc:spChg>
        <pc:spChg chg="mod topLvl">
          <ac:chgData name="Anila" userId="10aae156-914e-4992-9526-b81c2b99183c" providerId="ADAL" clId="{CC5D6039-6D68-4E04-99B7-91A1C621300C}" dt="2024-01-10T04:46:35.117" v="1955" actId="1035"/>
          <ac:spMkLst>
            <pc:docMk/>
            <pc:sldMk cId="743053777" sldId="257"/>
            <ac:spMk id="11" creationId="{CDC1E0EA-DB4E-E0D2-5ED3-3250383A4019}"/>
          </ac:spMkLst>
        </pc:spChg>
        <pc:spChg chg="mod topLvl">
          <ac:chgData name="Anila" userId="10aae156-914e-4992-9526-b81c2b99183c" providerId="ADAL" clId="{CC5D6039-6D68-4E04-99B7-91A1C621300C}" dt="2024-01-11T06:50:54.732" v="4910" actId="2711"/>
          <ac:spMkLst>
            <pc:docMk/>
            <pc:sldMk cId="743053777" sldId="257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08T12:53:21.558" v="56" actId="165"/>
          <ac:spMkLst>
            <pc:docMk/>
            <pc:sldMk cId="743053777" sldId="257"/>
            <ac:spMk id="13" creationId="{09090D3F-C860-F484-FD32-D4B6CFDF647B}"/>
          </ac:spMkLst>
        </pc:spChg>
        <pc:spChg chg="add del mod">
          <ac:chgData name="Anila" userId="10aae156-914e-4992-9526-b81c2b99183c" providerId="ADAL" clId="{CC5D6039-6D68-4E04-99B7-91A1C621300C}" dt="2024-01-09T05:01:06.163" v="322" actId="478"/>
          <ac:spMkLst>
            <pc:docMk/>
            <pc:sldMk cId="743053777" sldId="257"/>
            <ac:spMk id="14" creationId="{72890A63-1B79-3840-3A23-9D78052F1048}"/>
          </ac:spMkLst>
        </pc:spChg>
        <pc:spChg chg="add mod topLvl">
          <ac:chgData name="Anila" userId="10aae156-914e-4992-9526-b81c2b99183c" providerId="ADAL" clId="{CC5D6039-6D68-4E04-99B7-91A1C621300C}" dt="2024-01-10T12:12:53.780" v="4211" actId="408"/>
          <ac:spMkLst>
            <pc:docMk/>
            <pc:sldMk cId="743053777" sldId="257"/>
            <ac:spMk id="15" creationId="{7F0ECE67-0DDC-358B-5304-8682AD5BF1B0}"/>
          </ac:spMkLst>
        </pc:spChg>
        <pc:spChg chg="add mod ord topLvl">
          <ac:chgData name="Anila" userId="10aae156-914e-4992-9526-b81c2b99183c" providerId="ADAL" clId="{CC5D6039-6D68-4E04-99B7-91A1C621300C}" dt="2024-01-10T12:42:49.366" v="4344" actId="692"/>
          <ac:spMkLst>
            <pc:docMk/>
            <pc:sldMk cId="743053777" sldId="257"/>
            <ac:spMk id="17" creationId="{5DF6F867-6834-9B59-492C-9B81221BBCB8}"/>
          </ac:spMkLst>
        </pc:spChg>
        <pc:spChg chg="add mod topLvl">
          <ac:chgData name="Anila" userId="10aae156-914e-4992-9526-b81c2b99183c" providerId="ADAL" clId="{CC5D6039-6D68-4E04-99B7-91A1C621300C}" dt="2024-01-10T12:12:53.780" v="4211" actId="408"/>
          <ac:spMkLst>
            <pc:docMk/>
            <pc:sldMk cId="743053777" sldId="257"/>
            <ac:spMk id="18" creationId="{99DC029E-3481-83A0-D50D-9F8FB2997E54}"/>
          </ac:spMkLst>
        </pc:spChg>
        <pc:spChg chg="add mod ord topLvl">
          <ac:chgData name="Anila" userId="10aae156-914e-4992-9526-b81c2b99183c" providerId="ADAL" clId="{CC5D6039-6D68-4E04-99B7-91A1C621300C}" dt="2024-01-10T12:42:49.366" v="4344" actId="692"/>
          <ac:spMkLst>
            <pc:docMk/>
            <pc:sldMk cId="743053777" sldId="257"/>
            <ac:spMk id="19" creationId="{4DC6C743-48C3-7569-D3A4-F3407237B9B1}"/>
          </ac:spMkLst>
        </pc:spChg>
        <pc:spChg chg="add mod topLvl">
          <ac:chgData name="Anila" userId="10aae156-914e-4992-9526-b81c2b99183c" providerId="ADAL" clId="{CC5D6039-6D68-4E04-99B7-91A1C621300C}" dt="2024-01-09T09:28:26.712" v="894" actId="14100"/>
          <ac:spMkLst>
            <pc:docMk/>
            <pc:sldMk cId="743053777" sldId="257"/>
            <ac:spMk id="20" creationId="{C9D97F68-A577-4E6C-CF9A-8F506DB97675}"/>
          </ac:spMkLst>
        </pc:spChg>
        <pc:spChg chg="add mod ord topLvl">
          <ac:chgData name="Anila" userId="10aae156-914e-4992-9526-b81c2b99183c" providerId="ADAL" clId="{CC5D6039-6D68-4E04-99B7-91A1C621300C}" dt="2024-01-10T12:42:49.366" v="4344" actId="692"/>
          <ac:spMkLst>
            <pc:docMk/>
            <pc:sldMk cId="743053777" sldId="257"/>
            <ac:spMk id="21" creationId="{51CEA66F-6DE0-43E5-E232-C2683EF62B4C}"/>
          </ac:spMkLst>
        </pc:spChg>
        <pc:grpChg chg="add mod topLvl">
          <ac:chgData name="Anila" userId="10aae156-914e-4992-9526-b81c2b99183c" providerId="ADAL" clId="{CC5D6039-6D68-4E04-99B7-91A1C621300C}" dt="2024-01-10T04:46:35.117" v="1955" actId="1035"/>
          <ac:grpSpMkLst>
            <pc:docMk/>
            <pc:sldMk cId="743053777" sldId="257"/>
            <ac:grpSpMk id="2" creationId="{1C941232-6AF7-320F-B48B-0560EF8ED41C}"/>
          </ac:grpSpMkLst>
        </pc:grpChg>
        <pc:grpChg chg="add del mod">
          <ac:chgData name="Anila" userId="10aae156-914e-4992-9526-b81c2b99183c" providerId="ADAL" clId="{CC5D6039-6D68-4E04-99B7-91A1C621300C}" dt="2024-01-08T12:53:21.558" v="56" actId="165"/>
          <ac:grpSpMkLst>
            <pc:docMk/>
            <pc:sldMk cId="743053777" sldId="257"/>
            <ac:grpSpMk id="3" creationId="{53111C72-BC19-05BE-8D41-6E4A2A63AA55}"/>
          </ac:grpSpMkLst>
        </pc:grpChg>
        <pc:grpChg chg="add del mod">
          <ac:chgData name="Anila" userId="10aae156-914e-4992-9526-b81c2b99183c" providerId="ADAL" clId="{CC5D6039-6D68-4E04-99B7-91A1C621300C}" dt="2024-01-09T05:58:24.265" v="579" actId="165"/>
          <ac:grpSpMkLst>
            <pc:docMk/>
            <pc:sldMk cId="743053777" sldId="257"/>
            <ac:grpSpMk id="22" creationId="{A796DFB0-B09C-0903-4F53-14314655BEC4}"/>
          </ac:grpSpMkLst>
        </pc:grpChg>
        <pc:grpChg chg="add del mod">
          <ac:chgData name="Anila" userId="10aae156-914e-4992-9526-b81c2b99183c" providerId="ADAL" clId="{CC5D6039-6D68-4E04-99B7-91A1C621300C}" dt="2024-01-09T05:58:24.265" v="579" actId="165"/>
          <ac:grpSpMkLst>
            <pc:docMk/>
            <pc:sldMk cId="743053777" sldId="257"/>
            <ac:grpSpMk id="23" creationId="{CE0CB8DF-C4CB-B56B-D3DA-20511DE6C495}"/>
          </ac:grpSpMkLst>
        </pc:grpChg>
        <pc:grpChg chg="add del mod">
          <ac:chgData name="Anila" userId="10aae156-914e-4992-9526-b81c2b99183c" providerId="ADAL" clId="{CC5D6039-6D68-4E04-99B7-91A1C621300C}" dt="2024-01-09T05:58:24.265" v="579" actId="165"/>
          <ac:grpSpMkLst>
            <pc:docMk/>
            <pc:sldMk cId="743053777" sldId="257"/>
            <ac:grpSpMk id="24" creationId="{926FD4E8-8294-63D8-E5D9-D12F28B4656C}"/>
          </ac:grpSpMkLst>
        </pc:grpChg>
        <pc:grpChg chg="add del mod">
          <ac:chgData name="Anila" userId="10aae156-914e-4992-9526-b81c2b99183c" providerId="ADAL" clId="{CC5D6039-6D68-4E04-99B7-91A1C621300C}" dt="2024-01-09T05:58:24.265" v="579" actId="165"/>
          <ac:grpSpMkLst>
            <pc:docMk/>
            <pc:sldMk cId="743053777" sldId="257"/>
            <ac:grpSpMk id="25" creationId="{390D294F-739C-C7AD-F88F-A6418E1885B1}"/>
          </ac:grpSpMkLst>
        </pc:grpChg>
        <pc:picChg chg="add del mod">
          <ac:chgData name="Anila" userId="10aae156-914e-4992-9526-b81c2b99183c" providerId="ADAL" clId="{CC5D6039-6D68-4E04-99B7-91A1C621300C}" dt="2024-01-09T04:57:06.318" v="314" actId="27803"/>
          <ac:picMkLst>
            <pc:docMk/>
            <pc:sldMk cId="743053777" sldId="257"/>
            <ac:picMk id="4" creationId="{B26D0991-DADF-F60D-0354-8FEAD177D1EB}"/>
          </ac:picMkLst>
        </pc:picChg>
        <pc:picChg chg="del">
          <ac:chgData name="Anila" userId="10aae156-914e-4992-9526-b81c2b99183c" providerId="ADAL" clId="{CC5D6039-6D68-4E04-99B7-91A1C621300C}" dt="2024-01-08T12:50:11.964" v="1" actId="478"/>
          <ac:picMkLst>
            <pc:docMk/>
            <pc:sldMk cId="743053777" sldId="257"/>
            <ac:picMk id="5" creationId="{843681BE-0229-1362-B2AA-82FA5883BC1B}"/>
          </ac:picMkLst>
        </pc:picChg>
        <pc:picChg chg="mod">
          <ac:chgData name="Anila" userId="10aae156-914e-4992-9526-b81c2b99183c" providerId="ADAL" clId="{CC5D6039-6D68-4E04-99B7-91A1C621300C}" dt="2024-01-08T12:53:21.558" v="56" actId="165"/>
          <ac:picMkLst>
            <pc:docMk/>
            <pc:sldMk cId="743053777" sldId="257"/>
            <ac:picMk id="16" creationId="{3DF09395-BCBA-ECC3-41D4-1AFC47E5F5C3}"/>
          </ac:picMkLst>
        </pc:picChg>
        <pc:picChg chg="add mod">
          <ac:chgData name="Anila" userId="10aae156-914e-4992-9526-b81c2b99183c" providerId="ADAL" clId="{CC5D6039-6D68-4E04-99B7-91A1C621300C}" dt="2024-01-10T12:41:27.881" v="4290" actId="27614"/>
          <ac:picMkLst>
            <pc:docMk/>
            <pc:sldMk cId="743053777" sldId="257"/>
            <ac:picMk id="22" creationId="{AE5C7C9C-716B-F454-B97B-B2F1D376AA1F}"/>
          </ac:picMkLst>
        </pc:picChg>
        <pc:picChg chg="add mod">
          <ac:chgData name="Anila" userId="10aae156-914e-4992-9526-b81c2b99183c" providerId="ADAL" clId="{CC5D6039-6D68-4E04-99B7-91A1C621300C}" dt="2024-01-10T12:41:31.184" v="4292" actId="27614"/>
          <ac:picMkLst>
            <pc:docMk/>
            <pc:sldMk cId="743053777" sldId="257"/>
            <ac:picMk id="24" creationId="{5C672CEA-6875-CBA7-364B-8E6F48BB9519}"/>
          </ac:picMkLst>
        </pc:picChg>
        <pc:picChg chg="add mod">
          <ac:chgData name="Anila" userId="10aae156-914e-4992-9526-b81c2b99183c" providerId="ADAL" clId="{CC5D6039-6D68-4E04-99B7-91A1C621300C}" dt="2024-01-10T12:41:38.218" v="4295" actId="27614"/>
          <ac:picMkLst>
            <pc:docMk/>
            <pc:sldMk cId="743053777" sldId="257"/>
            <ac:picMk id="26" creationId="{B0168675-FCFD-CB8E-85C3-9A73567BE8CA}"/>
          </ac:picMkLst>
        </pc:picChg>
        <pc:picChg chg="add mod">
          <ac:chgData name="Anila" userId="10aae156-914e-4992-9526-b81c2b99183c" providerId="ADAL" clId="{CC5D6039-6D68-4E04-99B7-91A1C621300C}" dt="2024-01-10T12:41:41.926" v="4299" actId="962"/>
          <ac:picMkLst>
            <pc:docMk/>
            <pc:sldMk cId="743053777" sldId="257"/>
            <ac:picMk id="28" creationId="{1379F86E-5EFC-6396-20B5-C057FE965E92}"/>
          </ac:picMkLst>
        </pc:picChg>
      </pc:sldChg>
      <pc:sldChg chg="addSp delSp modSp add mod ord setBg modClrScheme chgLayout">
        <pc:chgData name="Anila" userId="10aae156-914e-4992-9526-b81c2b99183c" providerId="ADAL" clId="{CC5D6039-6D68-4E04-99B7-91A1C621300C}" dt="2024-01-11T06:56:56.714" v="4950" actId="2711"/>
        <pc:sldMkLst>
          <pc:docMk/>
          <pc:sldMk cId="380003430" sldId="258"/>
        </pc:sldMkLst>
        <pc:spChg chg="add mod">
          <ac:chgData name="Anila" userId="10aae156-914e-4992-9526-b81c2b99183c" providerId="ADAL" clId="{CC5D6039-6D68-4E04-99B7-91A1C621300C}" dt="2024-01-11T06:56:47.909" v="4949" actId="2711"/>
          <ac:spMkLst>
            <pc:docMk/>
            <pc:sldMk cId="380003430" sldId="258"/>
            <ac:spMk id="3" creationId="{6E2ABEAC-EEDF-90EE-EC75-B91104CAFC02}"/>
          </ac:spMkLst>
        </pc:spChg>
        <pc:spChg chg="add mod">
          <ac:chgData name="Anila" userId="10aae156-914e-4992-9526-b81c2b99183c" providerId="ADAL" clId="{CC5D6039-6D68-4E04-99B7-91A1C621300C}" dt="2024-01-11T06:56:56.714" v="4950" actId="2711"/>
          <ac:spMkLst>
            <pc:docMk/>
            <pc:sldMk cId="380003430" sldId="258"/>
            <ac:spMk id="4" creationId="{C027BFCA-F3C5-0360-B6E2-FA065DD34C0F}"/>
          </ac:spMkLst>
        </pc:spChg>
        <pc:spChg chg="add del mod">
          <ac:chgData name="Anila" userId="10aae156-914e-4992-9526-b81c2b99183c" providerId="ADAL" clId="{CC5D6039-6D68-4E04-99B7-91A1C621300C}" dt="2024-01-08T13:05:15.463" v="273" actId="478"/>
          <ac:spMkLst>
            <pc:docMk/>
            <pc:sldMk cId="380003430" sldId="258"/>
            <ac:spMk id="5" creationId="{0ECCB4A2-7C29-9D5A-B13B-C8EEB0B1BD8C}"/>
          </ac:spMkLst>
        </pc:spChg>
        <pc:spChg chg="add del mod">
          <ac:chgData name="Anila" userId="10aae156-914e-4992-9526-b81c2b99183c" providerId="ADAL" clId="{CC5D6039-6D68-4E04-99B7-91A1C621300C}" dt="2024-01-10T12:07:08.737" v="4120" actId="478"/>
          <ac:spMkLst>
            <pc:docMk/>
            <pc:sldMk cId="380003430" sldId="258"/>
            <ac:spMk id="5" creationId="{AACE8808-2EED-2817-7517-F8DB50777A49}"/>
          </ac:spMkLst>
        </pc:spChg>
        <pc:spChg chg="add mod">
          <ac:chgData name="Anila" userId="10aae156-914e-4992-9526-b81c2b99183c" providerId="ADAL" clId="{CC5D6039-6D68-4E04-99B7-91A1C621300C}" dt="2024-01-11T06:47:03.685" v="4896" actId="1076"/>
          <ac:spMkLst>
            <pc:docMk/>
            <pc:sldMk cId="380003430" sldId="258"/>
            <ac:spMk id="5" creationId="{F4CB52AF-D1D5-B30A-0AB3-359418CF171A}"/>
          </ac:spMkLst>
        </pc:spChg>
        <pc:spChg chg="del">
          <ac:chgData name="Anila" userId="10aae156-914e-4992-9526-b81c2b99183c" providerId="ADAL" clId="{CC5D6039-6D68-4E04-99B7-91A1C621300C}" dt="2024-01-08T12:59:16.890" v="194" actId="478"/>
          <ac:spMkLst>
            <pc:docMk/>
            <pc:sldMk cId="380003430" sldId="258"/>
            <ac:spMk id="6" creationId="{2E6B6300-B815-D6D7-0B82-B1BC08AA2244}"/>
          </ac:spMkLst>
        </pc:spChg>
        <pc:spChg chg="add mod">
          <ac:chgData name="Anila" userId="10aae156-914e-4992-9526-b81c2b99183c" providerId="ADAL" clId="{CC5D6039-6D68-4E04-99B7-91A1C621300C}" dt="2024-01-10T10:27:48.533" v="3422" actId="14100"/>
          <ac:spMkLst>
            <pc:docMk/>
            <pc:sldMk cId="380003430" sldId="258"/>
            <ac:spMk id="6" creationId="{938FA376-A8FB-F0D7-D588-47FD0CFCEDC9}"/>
          </ac:spMkLst>
        </pc:spChg>
        <pc:spChg chg="del mod">
          <ac:chgData name="Anila" userId="10aae156-914e-4992-9526-b81c2b99183c" providerId="ADAL" clId="{CC5D6039-6D68-4E04-99B7-91A1C621300C}" dt="2024-01-08T13:05:12.990" v="272" actId="478"/>
          <ac:spMkLst>
            <pc:docMk/>
            <pc:sldMk cId="380003430" sldId="258"/>
            <ac:spMk id="7" creationId="{774DD41B-7C29-C26F-19DD-6221BE3385EE}"/>
          </ac:spMkLst>
        </pc:spChg>
        <pc:spChg chg="add mod">
          <ac:chgData name="Anila" userId="10aae156-914e-4992-9526-b81c2b99183c" providerId="ADAL" clId="{CC5D6039-6D68-4E04-99B7-91A1C621300C}" dt="2024-01-10T10:33:19.433" v="3434" actId="1038"/>
          <ac:spMkLst>
            <pc:docMk/>
            <pc:sldMk cId="380003430" sldId="258"/>
            <ac:spMk id="7" creationId="{EA6CF18A-DEE7-6DF1-A3BF-27E3B8423FA9}"/>
          </ac:spMkLst>
        </pc:spChg>
        <pc:spChg chg="del">
          <ac:chgData name="Anila" userId="10aae156-914e-4992-9526-b81c2b99183c" providerId="ADAL" clId="{CC5D6039-6D68-4E04-99B7-91A1C621300C}" dt="2024-01-08T12:58:39.576" v="190" actId="478"/>
          <ac:spMkLst>
            <pc:docMk/>
            <pc:sldMk cId="380003430" sldId="258"/>
            <ac:spMk id="8" creationId="{C1D373A8-8E2D-798E-E1E7-4E6A821A68E1}"/>
          </ac:spMkLst>
        </pc:spChg>
        <pc:spChg chg="add del mod">
          <ac:chgData name="Anila" userId="10aae156-914e-4992-9526-b81c2b99183c" providerId="ADAL" clId="{CC5D6039-6D68-4E04-99B7-91A1C621300C}" dt="2024-01-10T10:52:34.049" v="3577" actId="478"/>
          <ac:spMkLst>
            <pc:docMk/>
            <pc:sldMk cId="380003430" sldId="258"/>
            <ac:spMk id="8" creationId="{C83C8639-2169-752B-24C8-46A661EA5E02}"/>
          </ac:spMkLst>
        </pc:spChg>
        <pc:spChg chg="del">
          <ac:chgData name="Anila" userId="10aae156-914e-4992-9526-b81c2b99183c" providerId="ADAL" clId="{CC5D6039-6D68-4E04-99B7-91A1C621300C}" dt="2024-01-08T12:58:39.576" v="190" actId="478"/>
          <ac:spMkLst>
            <pc:docMk/>
            <pc:sldMk cId="380003430" sldId="258"/>
            <ac:spMk id="9" creationId="{5DAA2969-49B5-C63D-611D-EC744ED0167C}"/>
          </ac:spMkLst>
        </pc:spChg>
        <pc:spChg chg="add del mod ord">
          <ac:chgData name="Anila" userId="10aae156-914e-4992-9526-b81c2b99183c" providerId="ADAL" clId="{CC5D6039-6D68-4E04-99B7-91A1C621300C}" dt="2024-01-10T11:00:02.137" v="3586" actId="478"/>
          <ac:spMkLst>
            <pc:docMk/>
            <pc:sldMk cId="380003430" sldId="258"/>
            <ac:spMk id="9" creationId="{DDA94B0B-039F-4CDC-E914-FF5497FCE852}"/>
          </ac:spMkLst>
        </pc:spChg>
        <pc:spChg chg="del mod">
          <ac:chgData name="Anila" userId="10aae156-914e-4992-9526-b81c2b99183c" providerId="ADAL" clId="{CC5D6039-6D68-4E04-99B7-91A1C621300C}" dt="2024-01-10T12:07:10.609" v="4121" actId="478"/>
          <ac:spMkLst>
            <pc:docMk/>
            <pc:sldMk cId="380003430" sldId="258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08T13:05:29.305" v="277" actId="164"/>
          <ac:spMkLst>
            <pc:docMk/>
            <pc:sldMk cId="380003430" sldId="258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6:43.572" v="4948" actId="2711"/>
          <ac:spMkLst>
            <pc:docMk/>
            <pc:sldMk cId="380003430" sldId="258"/>
            <ac:spMk id="12" creationId="{00F46D07-4060-346B-6D28-E997385F9F72}"/>
          </ac:spMkLst>
        </pc:spChg>
        <pc:spChg chg="add del mod ord">
          <ac:chgData name="Anila" userId="10aae156-914e-4992-9526-b81c2b99183c" providerId="ADAL" clId="{CC5D6039-6D68-4E04-99B7-91A1C621300C}" dt="2024-01-10T12:46:50.239" v="4473" actId="931"/>
          <ac:spMkLst>
            <pc:docMk/>
            <pc:sldMk cId="380003430" sldId="258"/>
            <ac:spMk id="14" creationId="{423C04FF-8051-CC30-83C5-ADCC546A99DF}"/>
          </ac:spMkLst>
        </pc:spChg>
        <pc:spChg chg="del">
          <ac:chgData name="Anila" userId="10aae156-914e-4992-9526-b81c2b99183c" providerId="ADAL" clId="{CC5D6039-6D68-4E04-99B7-91A1C621300C}" dt="2024-01-08T12:58:39.576" v="190" actId="478"/>
          <ac:spMkLst>
            <pc:docMk/>
            <pc:sldMk cId="380003430" sldId="258"/>
            <ac:spMk id="14" creationId="{72890A63-1B79-3840-3A23-9D78052F1048}"/>
          </ac:spMkLst>
        </pc:spChg>
        <pc:spChg chg="add del mod">
          <ac:chgData name="Anila" userId="10aae156-914e-4992-9526-b81c2b99183c" providerId="ADAL" clId="{CC5D6039-6D68-4E04-99B7-91A1C621300C}" dt="2024-01-10T10:22:15.878" v="3341" actId="478"/>
          <ac:spMkLst>
            <pc:docMk/>
            <pc:sldMk cId="380003430" sldId="258"/>
            <ac:spMk id="15" creationId="{A01870B9-FABF-1188-DFA4-D29119D0139A}"/>
          </ac:spMkLst>
        </pc:spChg>
        <pc:spChg chg="add del mod">
          <ac:chgData name="Anila" userId="10aae156-914e-4992-9526-b81c2b99183c" providerId="ADAL" clId="{CC5D6039-6D68-4E04-99B7-91A1C621300C}" dt="2024-01-10T10:22:15.878" v="3341" actId="478"/>
          <ac:spMkLst>
            <pc:docMk/>
            <pc:sldMk cId="380003430" sldId="258"/>
            <ac:spMk id="17" creationId="{DEFE1756-C405-1F4D-942A-7A3F97A0842D}"/>
          </ac:spMkLst>
        </pc:spChg>
        <pc:spChg chg="add del mod">
          <ac:chgData name="Anila" userId="10aae156-914e-4992-9526-b81c2b99183c" providerId="ADAL" clId="{CC5D6039-6D68-4E04-99B7-91A1C621300C}" dt="2024-01-08T13:05:12.990" v="272" actId="478"/>
          <ac:spMkLst>
            <pc:docMk/>
            <pc:sldMk cId="380003430" sldId="258"/>
            <ac:spMk id="18" creationId="{51C6C351-DB58-A28A-D122-31DF7952C87D}"/>
          </ac:spMkLst>
        </pc:spChg>
        <pc:spChg chg="add del mod">
          <ac:chgData name="Anila" userId="10aae156-914e-4992-9526-b81c2b99183c" providerId="ADAL" clId="{CC5D6039-6D68-4E04-99B7-91A1C621300C}" dt="2024-01-08T13:05:15.463" v="273" actId="478"/>
          <ac:spMkLst>
            <pc:docMk/>
            <pc:sldMk cId="380003430" sldId="258"/>
            <ac:spMk id="19" creationId="{FC458CCE-1812-86D3-A0A9-658F2281F961}"/>
          </ac:spMkLst>
        </pc:spChg>
        <pc:spChg chg="add mod">
          <ac:chgData name="Anila" userId="10aae156-914e-4992-9526-b81c2b99183c" providerId="ADAL" clId="{CC5D6039-6D68-4E04-99B7-91A1C621300C}" dt="2024-01-11T06:56:56.714" v="4950" actId="2711"/>
          <ac:spMkLst>
            <pc:docMk/>
            <pc:sldMk cId="380003430" sldId="258"/>
            <ac:spMk id="20" creationId="{A6931713-A3CF-AD54-CA9A-98F69E1C0143}"/>
          </ac:spMkLst>
        </pc:spChg>
        <pc:spChg chg="add del mod">
          <ac:chgData name="Anila" userId="10aae156-914e-4992-9526-b81c2b99183c" providerId="ADAL" clId="{CC5D6039-6D68-4E04-99B7-91A1C621300C}" dt="2024-01-10T10:22:25.381" v="3344" actId="478"/>
          <ac:spMkLst>
            <pc:docMk/>
            <pc:sldMk cId="380003430" sldId="258"/>
            <ac:spMk id="21" creationId="{FC267E50-894D-FC83-13CE-3C582F08B673}"/>
          </ac:spMkLst>
        </pc:spChg>
        <pc:grpChg chg="mod">
          <ac:chgData name="Anila" userId="10aae156-914e-4992-9526-b81c2b99183c" providerId="ADAL" clId="{CC5D6039-6D68-4E04-99B7-91A1C621300C}" dt="2024-01-08T13:05:29.305" v="277" actId="164"/>
          <ac:grpSpMkLst>
            <pc:docMk/>
            <pc:sldMk cId="380003430" sldId="258"/>
            <ac:grpSpMk id="2" creationId="{1C941232-6AF7-320F-B48B-0560EF8ED41C}"/>
          </ac:grpSpMkLst>
        </pc:grpChg>
        <pc:grpChg chg="add mod">
          <ac:chgData name="Anila" userId="10aae156-914e-4992-9526-b81c2b99183c" providerId="ADAL" clId="{CC5D6039-6D68-4E04-99B7-91A1C621300C}" dt="2024-01-10T10:52:29.354" v="3575" actId="1076"/>
          <ac:grpSpMkLst>
            <pc:docMk/>
            <pc:sldMk cId="380003430" sldId="258"/>
            <ac:grpSpMk id="22" creationId="{FC9A9D9F-A1FD-333C-FA99-B0A937F0C114}"/>
          </ac:grpSpMkLst>
        </pc:grpChg>
        <pc:picChg chg="add mod">
          <ac:chgData name="Anila" userId="10aae156-914e-4992-9526-b81c2b99183c" providerId="ADAL" clId="{CC5D6039-6D68-4E04-99B7-91A1C621300C}" dt="2024-01-10T12:46:51.014" v="4475" actId="962"/>
          <ac:picMkLst>
            <pc:docMk/>
            <pc:sldMk cId="380003430" sldId="258"/>
            <ac:picMk id="19" creationId="{BA58F5DA-79A3-0824-2F44-A42A12D0A6E8}"/>
          </ac:picMkLst>
        </pc:picChg>
      </pc:sldChg>
      <pc:sldChg chg="addSp delSp modSp add mod setBg chgLayout">
        <pc:chgData name="Anila" userId="10aae156-914e-4992-9526-b81c2b99183c" providerId="ADAL" clId="{CC5D6039-6D68-4E04-99B7-91A1C621300C}" dt="2024-01-11T06:50:43.291" v="4909" actId="2711"/>
        <pc:sldMkLst>
          <pc:docMk/>
          <pc:sldMk cId="3941213105" sldId="259"/>
        </pc:sldMkLst>
        <pc:spChg chg="del">
          <ac:chgData name="Anila" userId="10aae156-914e-4992-9526-b81c2b99183c" providerId="ADAL" clId="{CC5D6039-6D68-4E04-99B7-91A1C621300C}" dt="2024-01-09T05:20:06.743" v="398" actId="478"/>
          <ac:spMkLst>
            <pc:docMk/>
            <pc:sldMk cId="3941213105" sldId="259"/>
            <ac:spMk id="4" creationId="{CEDE2BFC-6D87-CDDF-2C67-6EBC1608E330}"/>
          </ac:spMkLst>
        </pc:spChg>
        <pc:spChg chg="add del mod">
          <ac:chgData name="Anila" userId="10aae156-914e-4992-9526-b81c2b99183c" providerId="ADAL" clId="{CC5D6039-6D68-4E04-99B7-91A1C621300C}" dt="2024-01-10T09:42:56.121" v="3157"/>
          <ac:spMkLst>
            <pc:docMk/>
            <pc:sldMk cId="3941213105" sldId="259"/>
            <ac:spMk id="4" creationId="{E7CF2B2F-D2DF-7551-A17D-6442DA076272}"/>
          </ac:spMkLst>
        </pc:spChg>
        <pc:spChg chg="add del mod ord">
          <ac:chgData name="Anila" userId="10aae156-914e-4992-9526-b81c2b99183c" providerId="ADAL" clId="{CC5D6039-6D68-4E04-99B7-91A1C621300C}" dt="2024-01-10T12:47:35.672" v="4478" actId="931"/>
          <ac:spMkLst>
            <pc:docMk/>
            <pc:sldMk cId="3941213105" sldId="259"/>
            <ac:spMk id="7" creationId="{DCCA42BF-7980-4E50-D35F-568ACFB171D3}"/>
          </ac:spMkLst>
        </pc:spChg>
        <pc:spChg chg="del mod">
          <ac:chgData name="Anila" userId="10aae156-914e-4992-9526-b81c2b99183c" providerId="ADAL" clId="{CC5D6039-6D68-4E04-99B7-91A1C621300C}" dt="2024-01-10T12:49:18.921" v="4540" actId="478"/>
          <ac:spMkLst>
            <pc:docMk/>
            <pc:sldMk cId="3941213105" sldId="259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1T06:50:43.291" v="4909" actId="2711"/>
          <ac:spMkLst>
            <pc:docMk/>
            <pc:sldMk cId="3941213105" sldId="259"/>
            <ac:spMk id="12" creationId="{00F46D07-4060-346B-6D28-E997385F9F72}"/>
          </ac:spMkLst>
        </pc:spChg>
        <pc:spChg chg="add del mod">
          <ac:chgData name="Anila" userId="10aae156-914e-4992-9526-b81c2b99183c" providerId="ADAL" clId="{CC5D6039-6D68-4E04-99B7-91A1C621300C}" dt="2024-01-10T12:49:12.960" v="4538" actId="478"/>
          <ac:spMkLst>
            <pc:docMk/>
            <pc:sldMk cId="3941213105" sldId="259"/>
            <ac:spMk id="15" creationId="{0A60CA1E-70F4-5CB7-CF1D-75B88BC79919}"/>
          </ac:spMkLst>
        </pc:spChg>
        <pc:spChg chg="add del">
          <ac:chgData name="Anila" userId="10aae156-914e-4992-9526-b81c2b99183c" providerId="ADAL" clId="{CC5D6039-6D68-4E04-99B7-91A1C621300C}" dt="2024-01-10T12:49:39.391" v="4542" actId="478"/>
          <ac:spMkLst>
            <pc:docMk/>
            <pc:sldMk cId="3941213105" sldId="259"/>
            <ac:spMk id="17" creationId="{74D80A27-5B53-3F48-0F7A-29E848C68C95}"/>
          </ac:spMkLst>
        </pc:spChg>
        <pc:spChg chg="add del mod ord">
          <ac:chgData name="Anila" userId="10aae156-914e-4992-9526-b81c2b99183c" providerId="ADAL" clId="{CC5D6039-6D68-4E04-99B7-91A1C621300C}" dt="2024-01-10T12:51:40.010" v="4658" actId="478"/>
          <ac:spMkLst>
            <pc:docMk/>
            <pc:sldMk cId="3941213105" sldId="259"/>
            <ac:spMk id="18" creationId="{0A46D79B-55C7-DC98-3884-19A9E74BCC46}"/>
          </ac:spMkLst>
        </pc:spChg>
        <pc:picChg chg="add del mod">
          <ac:chgData name="Anila" userId="10aae156-914e-4992-9526-b81c2b99183c" providerId="ADAL" clId="{CC5D6039-6D68-4E04-99B7-91A1C621300C}" dt="2024-01-10T09:42:56.121" v="3157"/>
          <ac:picMkLst>
            <pc:docMk/>
            <pc:sldMk cId="3941213105" sldId="259"/>
            <ac:picMk id="2" creationId="{13A7B7A5-64DF-5FD0-69AA-4766D5E35DFC}"/>
          </ac:picMkLst>
        </pc:picChg>
        <pc:picChg chg="del mod">
          <ac:chgData name="Anila" userId="10aae156-914e-4992-9526-b81c2b99183c" providerId="ADAL" clId="{CC5D6039-6D68-4E04-99B7-91A1C621300C}" dt="2024-01-10T12:49:16.336" v="4539" actId="478"/>
          <ac:picMkLst>
            <pc:docMk/>
            <pc:sldMk cId="3941213105" sldId="259"/>
            <ac:picMk id="3" creationId="{0EF062B6-F183-27DA-B0BE-9989BBE7DD00}"/>
          </ac:picMkLst>
        </pc:picChg>
        <pc:picChg chg="del mod">
          <ac:chgData name="Anila" userId="10aae156-914e-4992-9526-b81c2b99183c" providerId="ADAL" clId="{CC5D6039-6D68-4E04-99B7-91A1C621300C}" dt="2024-01-10T09:43:00.545" v="3158" actId="21"/>
          <ac:picMkLst>
            <pc:docMk/>
            <pc:sldMk cId="3941213105" sldId="259"/>
            <ac:picMk id="6" creationId="{5DC9E484-7424-B8ED-BDFF-774DDE7A3A65}"/>
          </ac:picMkLst>
        </pc:picChg>
        <pc:picChg chg="add del mod ord modCrop">
          <ac:chgData name="Anila" userId="10aae156-914e-4992-9526-b81c2b99183c" providerId="ADAL" clId="{CC5D6039-6D68-4E04-99B7-91A1C621300C}" dt="2024-01-10T12:49:12.043" v="4537" actId="478"/>
          <ac:picMkLst>
            <pc:docMk/>
            <pc:sldMk cId="3941213105" sldId="259"/>
            <ac:picMk id="9" creationId="{FB645B16-E7E3-462B-C782-49CC80E9D5B5}"/>
          </ac:picMkLst>
        </pc:picChg>
      </pc:sldChg>
      <pc:sldChg chg="addSp delSp modSp add del mod ord">
        <pc:chgData name="Anila" userId="10aae156-914e-4992-9526-b81c2b99183c" providerId="ADAL" clId="{CC5D6039-6D68-4E04-99B7-91A1C621300C}" dt="2024-01-10T11:55:32.914" v="4044" actId="47"/>
        <pc:sldMkLst>
          <pc:docMk/>
          <pc:sldMk cId="927379871" sldId="260"/>
        </pc:sldMkLst>
        <pc:spChg chg="mod">
          <ac:chgData name="Anila" userId="10aae156-914e-4992-9526-b81c2b99183c" providerId="ADAL" clId="{CC5D6039-6D68-4E04-99B7-91A1C621300C}" dt="2024-01-09T05:51:31.257" v="511" actId="1076"/>
          <ac:spMkLst>
            <pc:docMk/>
            <pc:sldMk cId="927379871" sldId="260"/>
            <ac:spMk id="4" creationId="{C027BFCA-F3C5-0360-B6E2-FA065DD34C0F}"/>
          </ac:spMkLst>
        </pc:spChg>
        <pc:spChg chg="add mod">
          <ac:chgData name="Anila" userId="10aae156-914e-4992-9526-b81c2b99183c" providerId="ADAL" clId="{CC5D6039-6D68-4E04-99B7-91A1C621300C}" dt="2024-01-09T05:56:40.012" v="561" actId="1076"/>
          <ac:spMkLst>
            <pc:docMk/>
            <pc:sldMk cId="927379871" sldId="260"/>
            <ac:spMk id="5" creationId="{B9BCD31F-1684-3384-114B-37CF05C92951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6" creationId="{29909890-A251-EB38-56BD-34BA229AE078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7" creationId="{7095C9F3-E15A-A8A4-A08E-ADA78CE7271A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8" creationId="{C0CC98A4-F20C-0E2E-C080-F7AE72398B5F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9" creationId="{59BF3DEA-2823-21DF-0681-64D377179690}"/>
          </ac:spMkLst>
        </pc:spChg>
        <pc:spChg chg="del">
          <ac:chgData name="Anila" userId="10aae156-914e-4992-9526-b81c2b99183c" providerId="ADAL" clId="{CC5D6039-6D68-4E04-99B7-91A1C621300C}" dt="2024-01-09T05:32:04.190" v="506" actId="478"/>
          <ac:spMkLst>
            <pc:docMk/>
            <pc:sldMk cId="927379871" sldId="260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09T05:31:25.355" v="505" actId="14100"/>
          <ac:spMkLst>
            <pc:docMk/>
            <pc:sldMk cId="927379871" sldId="260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09T05:31:17.171" v="502" actId="14100"/>
          <ac:spMkLst>
            <pc:docMk/>
            <pc:sldMk cId="927379871" sldId="260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09T05:31:04.501" v="500" actId="1037"/>
          <ac:spMkLst>
            <pc:docMk/>
            <pc:sldMk cId="927379871" sldId="260"/>
            <ac:spMk id="13" creationId="{09090D3F-C860-F484-FD32-D4B6CFDF647B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14" creationId="{443C3839-24A2-F1F2-9241-2BA8F8566787}"/>
          </ac:spMkLst>
        </pc:spChg>
        <pc:spChg chg="mod">
          <ac:chgData name="Anila" userId="10aae156-914e-4992-9526-b81c2b99183c" providerId="ADAL" clId="{CC5D6039-6D68-4E04-99B7-91A1C621300C}" dt="2024-01-09T05:52:27.920" v="514" actId="1076"/>
          <ac:spMkLst>
            <pc:docMk/>
            <pc:sldMk cId="927379871" sldId="260"/>
            <ac:spMk id="15" creationId="{A01870B9-FABF-1188-DFA4-D29119D0139A}"/>
          </ac:spMkLst>
        </pc:spChg>
        <pc:spChg chg="mod">
          <ac:chgData name="Anila" userId="10aae156-914e-4992-9526-b81c2b99183c" providerId="ADAL" clId="{CC5D6039-6D68-4E04-99B7-91A1C621300C}" dt="2024-01-09T05:52:27.920" v="514" actId="1076"/>
          <ac:spMkLst>
            <pc:docMk/>
            <pc:sldMk cId="927379871" sldId="260"/>
            <ac:spMk id="17" creationId="{DEFE1756-C405-1F4D-942A-7A3F97A0842D}"/>
          </ac:spMkLst>
        </pc:spChg>
        <pc:spChg chg="add mod">
          <ac:chgData name="Anila" userId="10aae156-914e-4992-9526-b81c2b99183c" providerId="ADAL" clId="{CC5D6039-6D68-4E04-99B7-91A1C621300C}" dt="2024-01-09T06:29:00.241" v="633" actId="404"/>
          <ac:spMkLst>
            <pc:docMk/>
            <pc:sldMk cId="927379871" sldId="260"/>
            <ac:spMk id="18" creationId="{1F3876FE-69A5-EEC6-A52E-1300D466FAFB}"/>
          </ac:spMkLst>
        </pc:spChg>
        <pc:spChg chg="mod">
          <ac:chgData name="Anila" userId="10aae156-914e-4992-9526-b81c2b99183c" providerId="ADAL" clId="{CC5D6039-6D68-4E04-99B7-91A1C621300C}" dt="2024-01-09T05:52:27.920" v="514" actId="1076"/>
          <ac:spMkLst>
            <pc:docMk/>
            <pc:sldMk cId="927379871" sldId="260"/>
            <ac:spMk id="20" creationId="{A6931713-A3CF-AD54-CA9A-98F69E1C0143}"/>
          </ac:spMkLst>
        </pc:spChg>
        <pc:spChg chg="mod">
          <ac:chgData name="Anila" userId="10aae156-914e-4992-9526-b81c2b99183c" providerId="ADAL" clId="{CC5D6039-6D68-4E04-99B7-91A1C621300C}" dt="2024-01-09T05:52:27.920" v="514" actId="1076"/>
          <ac:spMkLst>
            <pc:docMk/>
            <pc:sldMk cId="927379871" sldId="260"/>
            <ac:spMk id="21" creationId="{FC267E50-894D-FC83-13CE-3C582F08B673}"/>
          </ac:spMkLst>
        </pc:spChg>
        <pc:grpChg chg="add mod">
          <ac:chgData name="Anila" userId="10aae156-914e-4992-9526-b81c2b99183c" providerId="ADAL" clId="{CC5D6039-6D68-4E04-99B7-91A1C621300C}" dt="2024-01-09T06:00:31.412" v="605" actId="12788"/>
          <ac:grpSpMkLst>
            <pc:docMk/>
            <pc:sldMk cId="927379871" sldId="260"/>
            <ac:grpSpMk id="19" creationId="{0B426FAF-7495-66E9-D098-33A80F93C2B1}"/>
          </ac:grpSpMkLst>
        </pc:grpChg>
        <pc:grpChg chg="mod">
          <ac:chgData name="Anila" userId="10aae156-914e-4992-9526-b81c2b99183c" providerId="ADAL" clId="{CC5D6039-6D68-4E04-99B7-91A1C621300C}" dt="2024-01-09T06:26:22.009" v="607" actId="1076"/>
          <ac:grpSpMkLst>
            <pc:docMk/>
            <pc:sldMk cId="927379871" sldId="260"/>
            <ac:grpSpMk id="22" creationId="{FC9A9D9F-A1FD-333C-FA99-B0A937F0C114}"/>
          </ac:grpSpMkLst>
        </pc:grpChg>
        <pc:picChg chg="mod">
          <ac:chgData name="Anila" userId="10aae156-914e-4992-9526-b81c2b99183c" providerId="ADAL" clId="{CC5D6039-6D68-4E04-99B7-91A1C621300C}" dt="2024-01-09T05:31:04.501" v="500" actId="1037"/>
          <ac:picMkLst>
            <pc:docMk/>
            <pc:sldMk cId="927379871" sldId="260"/>
            <ac:picMk id="16" creationId="{3DF09395-BCBA-ECC3-41D4-1AFC47E5F5C3}"/>
          </ac:picMkLst>
        </pc:picChg>
      </pc:sldChg>
      <pc:sldChg chg="modSp add del mod">
        <pc:chgData name="Anila" userId="10aae156-914e-4992-9526-b81c2b99183c" providerId="ADAL" clId="{CC5D6039-6D68-4E04-99B7-91A1C621300C}" dt="2024-01-09T05:26:03.580" v="476" actId="47"/>
        <pc:sldMkLst>
          <pc:docMk/>
          <pc:sldMk cId="2128470352" sldId="260"/>
        </pc:sldMkLst>
        <pc:spChg chg="mod">
          <ac:chgData name="Anila" userId="10aae156-914e-4992-9526-b81c2b99183c" providerId="ADAL" clId="{CC5D6039-6D68-4E04-99B7-91A1C621300C}" dt="2024-01-09T05:25:39.307" v="475" actId="14861"/>
          <ac:spMkLst>
            <pc:docMk/>
            <pc:sldMk cId="2128470352" sldId="260"/>
            <ac:spMk id="4" creationId="{CEDE2BFC-6D87-CDDF-2C67-6EBC1608E330}"/>
          </ac:spMkLst>
        </pc:spChg>
      </pc:sldChg>
      <pc:sldChg chg="addSp delSp modSp add mod setBg modClrScheme chgLayout">
        <pc:chgData name="Anila" userId="10aae156-914e-4992-9526-b81c2b99183c" providerId="ADAL" clId="{CC5D6039-6D68-4E04-99B7-91A1C621300C}" dt="2024-01-11T06:51:58.045" v="4919" actId="2711"/>
        <pc:sldMkLst>
          <pc:docMk/>
          <pc:sldMk cId="1166791975" sldId="261"/>
        </pc:sldMkLst>
        <pc:spChg chg="add mod or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3" creationId="{83458FEA-CD0A-B097-FD80-76E33103C983}"/>
          </ac:spMkLst>
        </pc:spChg>
        <pc:spChg chg="del mod">
          <ac:chgData name="Anila" userId="10aae156-914e-4992-9526-b81c2b99183c" providerId="ADAL" clId="{CC5D6039-6D68-4E04-99B7-91A1C621300C}" dt="2024-01-11T06:48:18.159" v="4907" actId="478"/>
          <ac:spMkLst>
            <pc:docMk/>
            <pc:sldMk cId="1166791975" sldId="261"/>
            <ac:spMk id="4" creationId="{C027BFCA-F3C5-0360-B6E2-FA065DD34C0F}"/>
          </ac:spMkLst>
        </pc:spChg>
        <pc:spChg chg="del">
          <ac:chgData name="Anila" userId="10aae156-914e-4992-9526-b81c2b99183c" providerId="ADAL" clId="{CC5D6039-6D68-4E04-99B7-91A1C621300C}" dt="2024-01-09T08:56:22.920" v="707" actId="478"/>
          <ac:spMkLst>
            <pc:docMk/>
            <pc:sldMk cId="1166791975" sldId="261"/>
            <ac:spMk id="5" creationId="{B9BCD31F-1684-3384-114B-37CF05C92951}"/>
          </ac:spMkLst>
        </pc:spChg>
        <pc:spChg chg="mod topLvl">
          <ac:chgData name="Anila" userId="10aae156-914e-4992-9526-b81c2b99183c" providerId="ADAL" clId="{CC5D6039-6D68-4E04-99B7-91A1C621300C}" dt="2024-01-11T06:51:46.204" v="4917" actId="2711"/>
          <ac:spMkLst>
            <pc:docMk/>
            <pc:sldMk cId="1166791975" sldId="261"/>
            <ac:spMk id="6" creationId="{29909890-A251-EB38-56BD-34BA229AE078}"/>
          </ac:spMkLst>
        </pc:spChg>
        <pc:spChg chg="mod topLvl">
          <ac:chgData name="Anila" userId="10aae156-914e-4992-9526-b81c2b99183c" providerId="ADAL" clId="{CC5D6039-6D68-4E04-99B7-91A1C621300C}" dt="2024-01-11T06:51:58.045" v="4919" actId="2711"/>
          <ac:spMkLst>
            <pc:docMk/>
            <pc:sldMk cId="1166791975" sldId="261"/>
            <ac:spMk id="7" creationId="{7095C9F3-E15A-A8A4-A08E-ADA78CE7271A}"/>
          </ac:spMkLst>
        </pc:spChg>
        <pc:spChg chg="del mod topLvl">
          <ac:chgData name="Anila" userId="10aae156-914e-4992-9526-b81c2b99183c" providerId="ADAL" clId="{CC5D6039-6D68-4E04-99B7-91A1C621300C}" dt="2024-01-09T09:04:59.514" v="758" actId="478"/>
          <ac:spMkLst>
            <pc:docMk/>
            <pc:sldMk cId="1166791975" sldId="261"/>
            <ac:spMk id="8" creationId="{C0CC98A4-F20C-0E2E-C080-F7AE72398B5F}"/>
          </ac:spMkLst>
        </pc:spChg>
        <pc:spChg chg="mod topLvl">
          <ac:chgData name="Anila" userId="10aae156-914e-4992-9526-b81c2b99183c" providerId="ADAL" clId="{CC5D6039-6D68-4E04-99B7-91A1C621300C}" dt="2024-01-11T06:51:58.045" v="4919" actId="2711"/>
          <ac:spMkLst>
            <pc:docMk/>
            <pc:sldMk cId="1166791975" sldId="261"/>
            <ac:spMk id="9" creationId="{59BF3DEA-2823-21DF-0681-64D377179690}"/>
          </ac:spMkLst>
        </pc:spChg>
        <pc:spChg chg="add mod or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10" creationId="{48DFBB84-2C57-2C96-2B58-687FB87B6023}"/>
          </ac:spMkLst>
        </pc:spChg>
        <pc:spChg chg="mod">
          <ac:chgData name="Anila" userId="10aae156-914e-4992-9526-b81c2b99183c" providerId="ADAL" clId="{CC5D6039-6D68-4E04-99B7-91A1C621300C}" dt="2024-01-11T06:51:51.779" v="4918" actId="2711"/>
          <ac:spMkLst>
            <pc:docMk/>
            <pc:sldMk cId="1166791975" sldId="261"/>
            <ac:spMk id="12" creationId="{00F46D07-4060-346B-6D28-E997385F9F72}"/>
          </ac:spMkLst>
        </pc:spChg>
        <pc:spChg chg="mod topLvl">
          <ac:chgData name="Anila" userId="10aae156-914e-4992-9526-b81c2b99183c" providerId="ADAL" clId="{CC5D6039-6D68-4E04-99B7-91A1C621300C}" dt="2024-01-11T06:51:46.204" v="4917" actId="2711"/>
          <ac:spMkLst>
            <pc:docMk/>
            <pc:sldMk cId="1166791975" sldId="261"/>
            <ac:spMk id="14" creationId="{443C3839-24A2-F1F2-9241-2BA8F8566787}"/>
          </ac:spMkLst>
        </pc:spChg>
        <pc:spChg chg="del">
          <ac:chgData name="Anila" userId="10aae156-914e-4992-9526-b81c2b99183c" providerId="ADAL" clId="{CC5D6039-6D68-4E04-99B7-91A1C621300C}" dt="2024-01-11T06:48:18.159" v="4907" actId="478"/>
          <ac:spMkLst>
            <pc:docMk/>
            <pc:sldMk cId="1166791975" sldId="261"/>
            <ac:spMk id="15" creationId="{A01870B9-FABF-1188-DFA4-D29119D0139A}"/>
          </ac:spMkLst>
        </pc:spChg>
        <pc:spChg chg="del">
          <ac:chgData name="Anila" userId="10aae156-914e-4992-9526-b81c2b99183c" providerId="ADAL" clId="{CC5D6039-6D68-4E04-99B7-91A1C621300C}" dt="2024-01-11T06:48:18.159" v="4907" actId="478"/>
          <ac:spMkLst>
            <pc:docMk/>
            <pc:sldMk cId="1166791975" sldId="261"/>
            <ac:spMk id="17" creationId="{DEFE1756-C405-1F4D-942A-7A3F97A0842D}"/>
          </ac:spMkLst>
        </pc:spChg>
        <pc:spChg chg="mod topLvl">
          <ac:chgData name="Anila" userId="10aae156-914e-4992-9526-b81c2b99183c" providerId="ADAL" clId="{CC5D6039-6D68-4E04-99B7-91A1C621300C}" dt="2024-01-11T06:51:46.204" v="4917" actId="2711"/>
          <ac:spMkLst>
            <pc:docMk/>
            <pc:sldMk cId="1166791975" sldId="261"/>
            <ac:spMk id="18" creationId="{1F3876FE-69A5-EEC6-A52E-1300D466FAFB}"/>
          </ac:spMkLst>
        </pc:spChg>
        <pc:spChg chg="del">
          <ac:chgData name="Anila" userId="10aae156-914e-4992-9526-b81c2b99183c" providerId="ADAL" clId="{CC5D6039-6D68-4E04-99B7-91A1C621300C}" dt="2024-01-11T06:48:18.159" v="4907" actId="478"/>
          <ac:spMkLst>
            <pc:docMk/>
            <pc:sldMk cId="1166791975" sldId="261"/>
            <ac:spMk id="20" creationId="{A6931713-A3CF-AD54-CA9A-98F69E1C0143}"/>
          </ac:spMkLst>
        </pc:spChg>
        <pc:spChg chg="del">
          <ac:chgData name="Anila" userId="10aae156-914e-4992-9526-b81c2b99183c" providerId="ADAL" clId="{CC5D6039-6D68-4E04-99B7-91A1C621300C}" dt="2024-01-11T06:48:18.159" v="4907" actId="478"/>
          <ac:spMkLst>
            <pc:docMk/>
            <pc:sldMk cId="1166791975" sldId="261"/>
            <ac:spMk id="21" creationId="{FC267E50-894D-FC83-13CE-3C582F08B673}"/>
          </ac:spMkLst>
        </pc:spChg>
        <pc:spChg chg="add mod or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23" creationId="{4A25549E-AFC7-8547-4933-37B1C01A9373}"/>
          </ac:spMkLst>
        </pc:spChg>
        <pc:spChg chg="add mo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25" creationId="{AF2328D3-741F-652A-C4BC-547A5B7CE54B}"/>
          </ac:spMkLst>
        </pc:spChg>
        <pc:spChg chg="add mo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26" creationId="{ECC2EF83-1202-D066-73B4-696DFD3AE72C}"/>
          </ac:spMkLst>
        </pc:spChg>
        <pc:spChg chg="add mod topLvl">
          <ac:chgData name="Anila" userId="10aae156-914e-4992-9526-b81c2b99183c" providerId="ADAL" clId="{CC5D6039-6D68-4E04-99B7-91A1C621300C}" dt="2024-01-09T09:28:06.557" v="892" actId="165"/>
          <ac:spMkLst>
            <pc:docMk/>
            <pc:sldMk cId="1166791975" sldId="261"/>
            <ac:spMk id="27" creationId="{43A55A3D-961B-A2A1-0EA3-E67B9DBCA92A}"/>
          </ac:spMkLst>
        </pc:spChg>
        <pc:spChg chg="add mod topLvl">
          <ac:chgData name="Anila" userId="10aae156-914e-4992-9526-b81c2b99183c" providerId="ADAL" clId="{CC5D6039-6D68-4E04-99B7-91A1C621300C}" dt="2024-01-11T06:51:58.045" v="4919" actId="2711"/>
          <ac:spMkLst>
            <pc:docMk/>
            <pc:sldMk cId="1166791975" sldId="261"/>
            <ac:spMk id="28" creationId="{FC308634-86BF-541E-3835-4E4C788BADAD}"/>
          </ac:spMkLst>
        </pc:spChg>
        <pc:grpChg chg="del">
          <ac:chgData name="Anila" userId="10aae156-914e-4992-9526-b81c2b99183c" providerId="ADAL" clId="{CC5D6039-6D68-4E04-99B7-91A1C621300C}" dt="2024-01-09T06:26:54.849" v="609" actId="165"/>
          <ac:grpSpMkLst>
            <pc:docMk/>
            <pc:sldMk cId="1166791975" sldId="261"/>
            <ac:grpSpMk id="19" creationId="{0B426FAF-7495-66E9-D098-33A80F93C2B1}"/>
          </ac:grpSpMkLst>
        </pc:grpChg>
        <pc:grpChg chg="mod">
          <ac:chgData name="Anila" userId="10aae156-914e-4992-9526-b81c2b99183c" providerId="ADAL" clId="{CC5D6039-6D68-4E04-99B7-91A1C621300C}" dt="2024-01-09T08:59:49.555" v="715" actId="1076"/>
          <ac:grpSpMkLst>
            <pc:docMk/>
            <pc:sldMk cId="1166791975" sldId="261"/>
            <ac:grpSpMk id="22" creationId="{FC9A9D9F-A1FD-333C-FA99-B0A937F0C114}"/>
          </ac:grpSpMkLst>
        </pc:grpChg>
        <pc:grpChg chg="add del mod">
          <ac:chgData name="Anila" userId="10aae156-914e-4992-9526-b81c2b99183c" providerId="ADAL" clId="{CC5D6039-6D68-4E04-99B7-91A1C621300C}" dt="2024-01-09T09:28:06.557" v="892" actId="165"/>
          <ac:grpSpMkLst>
            <pc:docMk/>
            <pc:sldMk cId="1166791975" sldId="261"/>
            <ac:grpSpMk id="29" creationId="{56F810CC-7880-A650-C9B7-5995641C0658}"/>
          </ac:grpSpMkLst>
        </pc:grpChg>
        <pc:picChg chg="add del mod">
          <ac:chgData name="Anila" userId="10aae156-914e-4992-9526-b81c2b99183c" providerId="ADAL" clId="{CC5D6039-6D68-4E04-99B7-91A1C621300C}" dt="2024-01-09T09:00:12.946" v="741" actId="478"/>
          <ac:picMkLst>
            <pc:docMk/>
            <pc:sldMk cId="1166791975" sldId="261"/>
            <ac:picMk id="24" creationId="{36D9F695-D114-B3A0-E898-E89F6E01F902}"/>
          </ac:picMkLst>
        </pc:picChg>
      </pc:sldChg>
      <pc:sldChg chg="addSp delSp modSp new mod setBg modClrScheme chgLayout">
        <pc:chgData name="Anila" userId="10aae156-914e-4992-9526-b81c2b99183c" providerId="ADAL" clId="{CC5D6039-6D68-4E04-99B7-91A1C621300C}" dt="2024-01-11T06:52:31.725" v="4923" actId="2711"/>
        <pc:sldMkLst>
          <pc:docMk/>
          <pc:sldMk cId="1100794810" sldId="262"/>
        </pc:sldMkLst>
        <pc:spChg chg="add del mod ord">
          <ac:chgData name="Anila" userId="10aae156-914e-4992-9526-b81c2b99183c" providerId="ADAL" clId="{CC5D6039-6D68-4E04-99B7-91A1C621300C}" dt="2024-01-10T12:43:12.935" v="4345" actId="931"/>
          <ac:spMkLst>
            <pc:docMk/>
            <pc:sldMk cId="1100794810" sldId="262"/>
            <ac:spMk id="2" creationId="{A0107010-4B85-B752-F6A0-356521BB5419}"/>
          </ac:spMkLst>
        </pc:spChg>
        <pc:spChg chg="add mod">
          <ac:chgData name="Anila" userId="10aae156-914e-4992-9526-b81c2b99183c" providerId="ADAL" clId="{CC5D6039-6D68-4E04-99B7-91A1C621300C}" dt="2024-01-11T06:52:26.627" v="4922" actId="2711"/>
          <ac:spMkLst>
            <pc:docMk/>
            <pc:sldMk cId="1100794810" sldId="262"/>
            <ac:spMk id="3" creationId="{78E2EF99-1EDE-1D7D-1199-0C327CDE0F8A}"/>
          </ac:spMkLst>
        </pc:spChg>
        <pc:spChg chg="mod">
          <ac:chgData name="Anila" userId="10aae156-914e-4992-9526-b81c2b99183c" providerId="ADAL" clId="{CC5D6039-6D68-4E04-99B7-91A1C621300C}" dt="2024-01-09T09:32:00.611" v="970" actId="165"/>
          <ac:spMkLst>
            <pc:docMk/>
            <pc:sldMk cId="1100794810" sldId="262"/>
            <ac:spMk id="5" creationId="{6048F6DD-571C-3257-CAFD-F10097B32867}"/>
          </ac:spMkLst>
        </pc:spChg>
        <pc:spChg chg="mod">
          <ac:chgData name="Anila" userId="10aae156-914e-4992-9526-b81c2b99183c" providerId="ADAL" clId="{CC5D6039-6D68-4E04-99B7-91A1C621300C}" dt="2024-01-11T06:52:08.412" v="4920" actId="2711"/>
          <ac:spMkLst>
            <pc:docMk/>
            <pc:sldMk cId="1100794810" sldId="262"/>
            <ac:spMk id="6" creationId="{FCFCDF2D-8111-88EB-0A2D-C0533113D261}"/>
          </ac:spMkLst>
        </pc:spChg>
        <pc:spChg chg="mod">
          <ac:chgData name="Anila" userId="10aae156-914e-4992-9526-b81c2b99183c" providerId="ADAL" clId="{CC5D6039-6D68-4E04-99B7-91A1C621300C}" dt="2024-01-09T09:32:00.611" v="970" actId="165"/>
          <ac:spMkLst>
            <pc:docMk/>
            <pc:sldMk cId="1100794810" sldId="262"/>
            <ac:spMk id="8" creationId="{026847E5-90E4-C157-7EDB-D1E0B306A853}"/>
          </ac:spMkLst>
        </pc:spChg>
        <pc:spChg chg="mod">
          <ac:chgData name="Anila" userId="10aae156-914e-4992-9526-b81c2b99183c" providerId="ADAL" clId="{CC5D6039-6D68-4E04-99B7-91A1C621300C}" dt="2024-01-09T09:32:00.611" v="970" actId="165"/>
          <ac:spMkLst>
            <pc:docMk/>
            <pc:sldMk cId="1100794810" sldId="262"/>
            <ac:spMk id="11" creationId="{427AA622-AB89-74EC-650E-BDADB1F18E94}"/>
          </ac:spMkLst>
        </pc:spChg>
        <pc:spChg chg="mod">
          <ac:chgData name="Anila" userId="10aae156-914e-4992-9526-b81c2b99183c" providerId="ADAL" clId="{CC5D6039-6D68-4E04-99B7-91A1C621300C}" dt="2024-01-11T06:52:15.459" v="4921" actId="2711"/>
          <ac:spMkLst>
            <pc:docMk/>
            <pc:sldMk cId="1100794810" sldId="262"/>
            <ac:spMk id="12" creationId="{E7F39B49-B2D0-68EC-B9F6-FCB4E3BCB194}"/>
          </ac:spMkLst>
        </pc:spChg>
        <pc:spChg chg="mod">
          <ac:chgData name="Anila" userId="10aae156-914e-4992-9526-b81c2b99183c" providerId="ADAL" clId="{CC5D6039-6D68-4E04-99B7-91A1C621300C}" dt="2024-01-09T09:32:00.611" v="970" actId="165"/>
          <ac:spMkLst>
            <pc:docMk/>
            <pc:sldMk cId="1100794810" sldId="262"/>
            <ac:spMk id="14" creationId="{1C871ABE-5516-A2F1-9E5D-464DAD663D0F}"/>
          </ac:spMkLst>
        </pc:spChg>
        <pc:spChg chg="add del mod ord">
          <ac:chgData name="Anila" userId="10aae156-914e-4992-9526-b81c2b99183c" providerId="ADAL" clId="{CC5D6039-6D68-4E04-99B7-91A1C621300C}" dt="2024-01-10T12:43:17.628" v="4346" actId="931"/>
          <ac:spMkLst>
            <pc:docMk/>
            <pc:sldMk cId="1100794810" sldId="262"/>
            <ac:spMk id="16" creationId="{FF7EF9CC-CD11-8A2B-2128-A47EFA1749CF}"/>
          </ac:spMkLst>
        </pc:spChg>
        <pc:spChg chg="add mod">
          <ac:chgData name="Anila" userId="10aae156-914e-4992-9526-b81c2b99183c" providerId="ADAL" clId="{CC5D6039-6D68-4E04-99B7-91A1C621300C}" dt="2024-01-11T06:52:31.725" v="4923" actId="2711"/>
          <ac:spMkLst>
            <pc:docMk/>
            <pc:sldMk cId="1100794810" sldId="262"/>
            <ac:spMk id="17" creationId="{09AA2E7C-2C12-2BDB-7018-826CE7B68AE1}"/>
          </ac:spMkLst>
        </pc:spChg>
        <pc:spChg chg="add del mod ord">
          <ac:chgData name="Anila" userId="10aae156-914e-4992-9526-b81c2b99183c" providerId="ADAL" clId="{CC5D6039-6D68-4E04-99B7-91A1C621300C}" dt="2024-01-10T12:43:28.152" v="4351" actId="931"/>
          <ac:spMkLst>
            <pc:docMk/>
            <pc:sldMk cId="1100794810" sldId="262"/>
            <ac:spMk id="18" creationId="{33598C07-9C7F-60AB-6ECD-0499D99590AE}"/>
          </ac:spMkLst>
        </pc:spChg>
        <pc:spChg chg="add mod topLvl">
          <ac:chgData name="Anila" userId="10aae156-914e-4992-9526-b81c2b99183c" providerId="ADAL" clId="{CC5D6039-6D68-4E04-99B7-91A1C621300C}" dt="2024-01-09T09:33:03.684" v="983" actId="1076"/>
          <ac:spMkLst>
            <pc:docMk/>
            <pc:sldMk cId="1100794810" sldId="262"/>
            <ac:spMk id="19" creationId="{75183C58-8021-297E-F58E-85C91E97129D}"/>
          </ac:spMkLst>
        </pc:spChg>
        <pc:spChg chg="add mod ord topLvl">
          <ac:chgData name="Anila" userId="10aae156-914e-4992-9526-b81c2b99183c" providerId="ADAL" clId="{CC5D6039-6D68-4E04-99B7-91A1C621300C}" dt="2024-01-10T12:43:52.335" v="4380" actId="207"/>
          <ac:spMkLst>
            <pc:docMk/>
            <pc:sldMk cId="1100794810" sldId="262"/>
            <ac:spMk id="20" creationId="{0E6A7292-689B-00DF-46D9-6097C2C34D60}"/>
          </ac:spMkLst>
        </pc:spChg>
        <pc:spChg chg="add del mod ord">
          <ac:chgData name="Anila" userId="10aae156-914e-4992-9526-b81c2b99183c" providerId="ADAL" clId="{CC5D6039-6D68-4E04-99B7-91A1C621300C}" dt="2024-01-10T12:43:33.245" v="4352" actId="931"/>
          <ac:spMkLst>
            <pc:docMk/>
            <pc:sldMk cId="1100794810" sldId="262"/>
            <ac:spMk id="21" creationId="{734C1307-5B9B-F3EA-A0B8-1BDC5C0AAE8D}"/>
          </ac:spMkLst>
        </pc:spChg>
        <pc:spChg chg="mod topLvl">
          <ac:chgData name="Anila" userId="10aae156-914e-4992-9526-b81c2b99183c" providerId="ADAL" clId="{CC5D6039-6D68-4E04-99B7-91A1C621300C}" dt="2024-01-09T09:33:03.684" v="983" actId="1076"/>
          <ac:spMkLst>
            <pc:docMk/>
            <pc:sldMk cId="1100794810" sldId="262"/>
            <ac:spMk id="24" creationId="{AA10C211-A367-6129-E6BF-3591F4BA3695}"/>
          </ac:spMkLst>
        </pc:spChg>
        <pc:spChg chg="mod ord topLvl">
          <ac:chgData name="Anila" userId="10aae156-914e-4992-9526-b81c2b99183c" providerId="ADAL" clId="{CC5D6039-6D68-4E04-99B7-91A1C621300C}" dt="2024-01-10T12:43:52.335" v="4380" actId="207"/>
          <ac:spMkLst>
            <pc:docMk/>
            <pc:sldMk cId="1100794810" sldId="262"/>
            <ac:spMk id="25" creationId="{875A636E-9D85-88C4-A888-4E42A4F92618}"/>
          </ac:spMkLst>
        </pc:spChg>
        <pc:spChg chg="add mod">
          <ac:chgData name="Anila" userId="10aae156-914e-4992-9526-b81c2b99183c" providerId="ADAL" clId="{CC5D6039-6D68-4E04-99B7-91A1C621300C}" dt="2024-01-09T09:33:03.684" v="983" actId="1076"/>
          <ac:spMkLst>
            <pc:docMk/>
            <pc:sldMk cId="1100794810" sldId="262"/>
            <ac:spMk id="26" creationId="{3DAF7362-AE42-80E6-ED95-9CD2E3EC1BC4}"/>
          </ac:spMkLst>
        </pc:spChg>
        <pc:spChg chg="add mod ord">
          <ac:chgData name="Anila" userId="10aae156-914e-4992-9526-b81c2b99183c" providerId="ADAL" clId="{CC5D6039-6D68-4E04-99B7-91A1C621300C}" dt="2024-01-10T12:43:52.335" v="4380" actId="207"/>
          <ac:spMkLst>
            <pc:docMk/>
            <pc:sldMk cId="1100794810" sldId="262"/>
            <ac:spMk id="27" creationId="{126678DC-1209-39B5-1EA4-CDBA269FE064}"/>
          </ac:spMkLst>
        </pc:spChg>
        <pc:spChg chg="add mod">
          <ac:chgData name="Anila" userId="10aae156-914e-4992-9526-b81c2b99183c" providerId="ADAL" clId="{CC5D6039-6D68-4E04-99B7-91A1C621300C}" dt="2024-01-09T09:33:03.684" v="983" actId="1076"/>
          <ac:spMkLst>
            <pc:docMk/>
            <pc:sldMk cId="1100794810" sldId="262"/>
            <ac:spMk id="28" creationId="{60718144-63C9-40A1-5419-D8788A7D8DC3}"/>
          </ac:spMkLst>
        </pc:spChg>
        <pc:spChg chg="add mod ord">
          <ac:chgData name="Anila" userId="10aae156-914e-4992-9526-b81c2b99183c" providerId="ADAL" clId="{CC5D6039-6D68-4E04-99B7-91A1C621300C}" dt="2024-01-10T12:43:52.335" v="4380" actId="207"/>
          <ac:spMkLst>
            <pc:docMk/>
            <pc:sldMk cId="1100794810" sldId="262"/>
            <ac:spMk id="29" creationId="{2DCEB7B3-219F-4F70-3951-60C4470E90FF}"/>
          </ac:spMkLst>
        </pc:spChg>
        <pc:grpChg chg="add mod topLvl">
          <ac:chgData name="Anila" userId="10aae156-914e-4992-9526-b81c2b99183c" providerId="ADAL" clId="{CC5D6039-6D68-4E04-99B7-91A1C621300C}" dt="2024-01-09T09:33:13.223" v="985" actId="1076"/>
          <ac:grpSpMkLst>
            <pc:docMk/>
            <pc:sldMk cId="1100794810" sldId="262"/>
            <ac:grpSpMk id="4" creationId="{F8B4678D-A2D0-D2A6-E89C-A71851A3074C}"/>
          </ac:grpSpMkLst>
        </pc:grpChg>
        <pc:grpChg chg="mod">
          <ac:chgData name="Anila" userId="10aae156-914e-4992-9526-b81c2b99183c" providerId="ADAL" clId="{CC5D6039-6D68-4E04-99B7-91A1C621300C}" dt="2024-01-09T09:32:00.611" v="970" actId="165"/>
          <ac:grpSpMkLst>
            <pc:docMk/>
            <pc:sldMk cId="1100794810" sldId="262"/>
            <ac:grpSpMk id="7" creationId="{EFEC576D-87E5-3C73-FC8A-27A00EAB036F}"/>
          </ac:grpSpMkLst>
        </pc:grpChg>
        <pc:grpChg chg="add mod topLvl">
          <ac:chgData name="Anila" userId="10aae156-914e-4992-9526-b81c2b99183c" providerId="ADAL" clId="{CC5D6039-6D68-4E04-99B7-91A1C621300C}" dt="2024-01-09T09:33:13.223" v="985" actId="1076"/>
          <ac:grpSpMkLst>
            <pc:docMk/>
            <pc:sldMk cId="1100794810" sldId="262"/>
            <ac:grpSpMk id="10" creationId="{A13DF776-CAF2-2504-A3C5-54663AAB74CA}"/>
          </ac:grpSpMkLst>
        </pc:grpChg>
        <pc:grpChg chg="mod">
          <ac:chgData name="Anila" userId="10aae156-914e-4992-9526-b81c2b99183c" providerId="ADAL" clId="{CC5D6039-6D68-4E04-99B7-91A1C621300C}" dt="2024-01-09T09:32:00.611" v="970" actId="165"/>
          <ac:grpSpMkLst>
            <pc:docMk/>
            <pc:sldMk cId="1100794810" sldId="262"/>
            <ac:grpSpMk id="13" creationId="{C4B81C6E-9BD6-992F-DD2C-72EBE25C95FA}"/>
          </ac:grpSpMkLst>
        </pc:grpChg>
        <pc:grpChg chg="add del mod">
          <ac:chgData name="Anila" userId="10aae156-914e-4992-9526-b81c2b99183c" providerId="ADAL" clId="{CC5D6039-6D68-4E04-99B7-91A1C621300C}" dt="2024-01-09T09:26:04.561" v="874" actId="165"/>
          <ac:grpSpMkLst>
            <pc:docMk/>
            <pc:sldMk cId="1100794810" sldId="262"/>
            <ac:grpSpMk id="18" creationId="{32578357-1D2E-EE69-D289-C1129497DA33}"/>
          </ac:grpSpMkLst>
        </pc:grpChg>
        <pc:grpChg chg="add del mod">
          <ac:chgData name="Anila" userId="10aae156-914e-4992-9526-b81c2b99183c" providerId="ADAL" clId="{CC5D6039-6D68-4E04-99B7-91A1C621300C}" dt="2024-01-09T09:32:14.199" v="973" actId="165"/>
          <ac:grpSpMkLst>
            <pc:docMk/>
            <pc:sldMk cId="1100794810" sldId="262"/>
            <ac:grpSpMk id="21" creationId="{F2058102-E53C-12A1-9969-0ECF4BBE47BE}"/>
          </ac:grpSpMkLst>
        </pc:grpChg>
        <pc:grpChg chg="add del mod">
          <ac:chgData name="Anila" userId="10aae156-914e-4992-9526-b81c2b99183c" providerId="ADAL" clId="{CC5D6039-6D68-4E04-99B7-91A1C621300C}" dt="2024-01-09T09:32:00.611" v="970" actId="165"/>
          <ac:grpSpMkLst>
            <pc:docMk/>
            <pc:sldMk cId="1100794810" sldId="262"/>
            <ac:grpSpMk id="22" creationId="{A6A581B5-780A-A66A-0B12-59B9180BD5D8}"/>
          </ac:grpSpMkLst>
        </pc:grpChg>
        <pc:grpChg chg="add del mod">
          <ac:chgData name="Anila" userId="10aae156-914e-4992-9526-b81c2b99183c" providerId="ADAL" clId="{CC5D6039-6D68-4E04-99B7-91A1C621300C}" dt="2024-01-09T09:32:14.199" v="973" actId="165"/>
          <ac:grpSpMkLst>
            <pc:docMk/>
            <pc:sldMk cId="1100794810" sldId="262"/>
            <ac:grpSpMk id="23" creationId="{826D359B-EA33-DE3D-9DBA-12C8C4CEC445}"/>
          </ac:grpSpMkLst>
        </pc:grpChg>
        <pc:picChg chg="mod">
          <ac:chgData name="Anila" userId="10aae156-914e-4992-9526-b81c2b99183c" providerId="ADAL" clId="{CC5D6039-6D68-4E04-99B7-91A1C621300C}" dt="2024-01-09T09:32:00.611" v="970" actId="165"/>
          <ac:picMkLst>
            <pc:docMk/>
            <pc:sldMk cId="1100794810" sldId="262"/>
            <ac:picMk id="9" creationId="{2CB224A9-5D7A-425D-8A0E-BFAEC66630BA}"/>
          </ac:picMkLst>
        </pc:picChg>
        <pc:picChg chg="mod">
          <ac:chgData name="Anila" userId="10aae156-914e-4992-9526-b81c2b99183c" providerId="ADAL" clId="{CC5D6039-6D68-4E04-99B7-91A1C621300C}" dt="2024-01-09T09:32:00.611" v="970" actId="165"/>
          <ac:picMkLst>
            <pc:docMk/>
            <pc:sldMk cId="1100794810" sldId="262"/>
            <ac:picMk id="15" creationId="{90C982E1-225C-A102-33EA-465360B175BE}"/>
          </ac:picMkLst>
        </pc:picChg>
        <pc:picChg chg="add mod">
          <ac:chgData name="Anila" userId="10aae156-914e-4992-9526-b81c2b99183c" providerId="ADAL" clId="{CC5D6039-6D68-4E04-99B7-91A1C621300C}" dt="2024-01-10T12:43:18.036" v="4347" actId="27614"/>
          <ac:picMkLst>
            <pc:docMk/>
            <pc:sldMk cId="1100794810" sldId="262"/>
            <ac:picMk id="23" creationId="{160B8620-C98A-9212-8298-330D44E1643E}"/>
          </ac:picMkLst>
        </pc:picChg>
        <pc:picChg chg="add mod">
          <ac:chgData name="Anila" userId="10aae156-914e-4992-9526-b81c2b99183c" providerId="ADAL" clId="{CC5D6039-6D68-4E04-99B7-91A1C621300C}" dt="2024-01-10T12:43:19.137" v="4350" actId="962"/>
          <ac:picMkLst>
            <pc:docMk/>
            <pc:sldMk cId="1100794810" sldId="262"/>
            <ac:picMk id="31" creationId="{EF87E730-1388-50A2-0AF7-45A1AAB96B46}"/>
          </ac:picMkLst>
        </pc:picChg>
        <pc:picChg chg="add mod">
          <ac:chgData name="Anila" userId="10aae156-914e-4992-9526-b81c2b99183c" providerId="ADAL" clId="{CC5D6039-6D68-4E04-99B7-91A1C621300C}" dt="2024-01-10T12:43:33.245" v="4353" actId="27614"/>
          <ac:picMkLst>
            <pc:docMk/>
            <pc:sldMk cId="1100794810" sldId="262"/>
            <ac:picMk id="33" creationId="{793F629C-104F-DA73-2D5D-90EACD7A0C0A}"/>
          </ac:picMkLst>
        </pc:picChg>
        <pc:picChg chg="add mod">
          <ac:chgData name="Anila" userId="10aae156-914e-4992-9526-b81c2b99183c" providerId="ADAL" clId="{CC5D6039-6D68-4E04-99B7-91A1C621300C}" dt="2024-01-10T12:43:34.279" v="4356" actId="962"/>
          <ac:picMkLst>
            <pc:docMk/>
            <pc:sldMk cId="1100794810" sldId="262"/>
            <ac:picMk id="35" creationId="{D19A42D2-9904-60F6-896A-FF50BE990B54}"/>
          </ac:picMkLst>
        </pc:picChg>
      </pc:sldChg>
      <pc:sldChg chg="addSp delSp modSp add mod setBg modClrScheme chgLayout">
        <pc:chgData name="Anila" userId="10aae156-914e-4992-9526-b81c2b99183c" providerId="ADAL" clId="{CC5D6039-6D68-4E04-99B7-91A1C621300C}" dt="2024-01-11T06:52:55.318" v="4925" actId="2711"/>
        <pc:sldMkLst>
          <pc:docMk/>
          <pc:sldMk cId="310597289" sldId="263"/>
        </pc:sldMkLst>
        <pc:spChg chg="del mod">
          <ac:chgData name="Anila" userId="10aae156-914e-4992-9526-b81c2b99183c" providerId="ADAL" clId="{CC5D6039-6D68-4E04-99B7-91A1C621300C}" dt="2024-01-09T10:20:47.278" v="996" actId="478"/>
          <ac:spMkLst>
            <pc:docMk/>
            <pc:sldMk cId="310597289" sldId="263"/>
            <ac:spMk id="3" creationId="{78E2EF99-1EDE-1D7D-1199-0C327CDE0F8A}"/>
          </ac:spMkLst>
        </pc:spChg>
        <pc:spChg chg="mod">
          <ac:chgData name="Anila" userId="10aae156-914e-4992-9526-b81c2b99183c" providerId="ADAL" clId="{CC5D6039-6D68-4E04-99B7-91A1C621300C}" dt="2024-01-09T10:48:49.864" v="1287" actId="14100"/>
          <ac:spMkLst>
            <pc:docMk/>
            <pc:sldMk cId="310597289" sldId="263"/>
            <ac:spMk id="5" creationId="{6048F6DD-571C-3257-CAFD-F10097B32867}"/>
          </ac:spMkLst>
        </pc:spChg>
        <pc:spChg chg="mod">
          <ac:chgData name="Anila" userId="10aae156-914e-4992-9526-b81c2b99183c" providerId="ADAL" clId="{CC5D6039-6D68-4E04-99B7-91A1C621300C}" dt="2024-01-11T06:52:55.318" v="4925" actId="2711"/>
          <ac:spMkLst>
            <pc:docMk/>
            <pc:sldMk cId="310597289" sldId="263"/>
            <ac:spMk id="6" creationId="{FCFCDF2D-8111-88EB-0A2D-C0533113D261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16" creationId="{5408A71F-2D90-E77C-B294-90586DCE4F6B}"/>
          </ac:spMkLst>
        </pc:spChg>
        <pc:spChg chg="del">
          <ac:chgData name="Anila" userId="10aae156-914e-4992-9526-b81c2b99183c" providerId="ADAL" clId="{CC5D6039-6D68-4E04-99B7-91A1C621300C}" dt="2024-01-09T09:33:33.621" v="988" actId="478"/>
          <ac:spMkLst>
            <pc:docMk/>
            <pc:sldMk cId="310597289" sldId="263"/>
            <ac:spMk id="17" creationId="{09AA2E7C-2C12-2BDB-7018-826CE7B68AE1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18" creationId="{43701909-45EB-35D1-24A4-7B6CCEE7A9F7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19" creationId="{75183C58-8021-297E-F58E-85C91E97129D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0" creationId="{0E6A7292-689B-00DF-46D9-6097C2C34D60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21" creationId="{958F0200-F179-62F1-E9B6-8AFDA9B88223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22" creationId="{6F11272A-1338-DD01-52C5-07BC4C993858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23" creationId="{AD6BA19D-C65B-14FD-6909-D3A5BB75D542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4" creationId="{AA10C211-A367-6129-E6BF-3591F4BA3695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5" creationId="{875A636E-9D85-88C4-A888-4E42A4F92618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6" creationId="{3DAF7362-AE42-80E6-ED95-9CD2E3EC1BC4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7" creationId="{126678DC-1209-39B5-1EA4-CDBA269FE064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8" creationId="{60718144-63C9-40A1-5419-D8788A7D8DC3}"/>
          </ac:spMkLst>
        </pc:spChg>
        <pc:spChg chg="del">
          <ac:chgData name="Anila" userId="10aae156-914e-4992-9526-b81c2b99183c" providerId="ADAL" clId="{CC5D6039-6D68-4E04-99B7-91A1C621300C}" dt="2024-01-09T09:33:30.331" v="987" actId="478"/>
          <ac:spMkLst>
            <pc:docMk/>
            <pc:sldMk cId="310597289" sldId="263"/>
            <ac:spMk id="29" creationId="{2DCEB7B3-219F-4F70-3951-60C4470E90FF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30" creationId="{FB6B356E-D942-EE63-54F9-0A354CF2B080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31" creationId="{5E9754C7-F864-7D50-8FC7-FAA39F9FA80B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32" creationId="{00809129-440C-BAA3-F286-A81C197D3065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33" creationId="{B0AABCCA-05DC-F564-D9E4-0A26085E3B9D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34" creationId="{FF9057F6-6967-3E05-2868-A05992168FCE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35" creationId="{7E7D9D93-9CB5-AB59-E851-8AC4B67B39AD}"/>
          </ac:spMkLst>
        </pc:spChg>
        <pc:spChg chg="add del mod">
          <ac:chgData name="Anila" userId="10aae156-914e-4992-9526-b81c2b99183c" providerId="ADAL" clId="{CC5D6039-6D68-4E04-99B7-91A1C621300C}" dt="2024-01-09T10:46:57.082" v="1254" actId="478"/>
          <ac:spMkLst>
            <pc:docMk/>
            <pc:sldMk cId="310597289" sldId="263"/>
            <ac:spMk id="36" creationId="{8DE1334E-03C5-D543-76DD-3A32911C3C18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37" creationId="{68928040-BA54-4C4B-E3F3-18146C3BB3CA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38" creationId="{1833C1D3-CBDD-F616-F840-C96D01092E17}"/>
          </ac:spMkLst>
        </pc:spChg>
        <pc:spChg chg="add del mod">
          <ac:chgData name="Anila" userId="10aae156-914e-4992-9526-b81c2b99183c" providerId="ADAL" clId="{CC5D6039-6D68-4E04-99B7-91A1C621300C}" dt="2024-01-11T06:48:12.849" v="4906" actId="478"/>
          <ac:spMkLst>
            <pc:docMk/>
            <pc:sldMk cId="310597289" sldId="263"/>
            <ac:spMk id="39" creationId="{84BDBB0A-B440-9BFD-DB19-29DE2247F368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0" creationId="{A2860705-F814-870A-7482-68477EADD11B}"/>
          </ac:spMkLst>
        </pc:spChg>
        <pc:spChg chg="add del mod">
          <ac:chgData name="Anila" userId="10aae156-914e-4992-9526-b81c2b99183c" providerId="ADAL" clId="{CC5D6039-6D68-4E04-99B7-91A1C621300C}" dt="2024-01-09T11:30:32.437" v="1421" actId="478"/>
          <ac:spMkLst>
            <pc:docMk/>
            <pc:sldMk cId="310597289" sldId="263"/>
            <ac:spMk id="41" creationId="{6C7A1EC8-651A-0CCA-7737-E014621AEB94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2" creationId="{06AC47CB-55C4-7EDA-271E-2ABAF5340C67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3" creationId="{9D31C4A8-C9E7-09F2-E35E-5047C977AB3D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4" creationId="{C7B8F17E-4F41-2C9A-AF65-42909E1A7C15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5" creationId="{D933B3A8-A055-414A-4E39-65911172C39E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6" creationId="{4A52551F-50CF-5908-B94B-6E21D8841E38}"/>
          </ac:spMkLst>
        </pc:spChg>
        <pc:spChg chg="add mod">
          <ac:chgData name="Anila" userId="10aae156-914e-4992-9526-b81c2b99183c" providerId="ADAL" clId="{CC5D6039-6D68-4E04-99B7-91A1C621300C}" dt="2024-01-11T06:52:42.479" v="4924" actId="2711"/>
          <ac:spMkLst>
            <pc:docMk/>
            <pc:sldMk cId="310597289" sldId="263"/>
            <ac:spMk id="47" creationId="{7B28659F-40CD-46CD-6F7E-CB163672F24C}"/>
          </ac:spMkLst>
        </pc:spChg>
        <pc:grpChg chg="mod">
          <ac:chgData name="Anila" userId="10aae156-914e-4992-9526-b81c2b99183c" providerId="ADAL" clId="{CC5D6039-6D68-4E04-99B7-91A1C621300C}" dt="2024-01-09T11:52:27.960" v="1524" actId="1076"/>
          <ac:grpSpMkLst>
            <pc:docMk/>
            <pc:sldMk cId="310597289" sldId="263"/>
            <ac:grpSpMk id="4" creationId="{F8B4678D-A2D0-D2A6-E89C-A71851A3074C}"/>
          </ac:grpSpMkLst>
        </pc:grpChg>
        <pc:grpChg chg="del">
          <ac:chgData name="Anila" userId="10aae156-914e-4992-9526-b81c2b99183c" providerId="ADAL" clId="{CC5D6039-6D68-4E04-99B7-91A1C621300C}" dt="2024-01-09T09:33:33.621" v="988" actId="478"/>
          <ac:grpSpMkLst>
            <pc:docMk/>
            <pc:sldMk cId="310597289" sldId="263"/>
            <ac:grpSpMk id="10" creationId="{A13DF776-CAF2-2504-A3C5-54663AAB74CA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48" creationId="{F3CB4BA1-2BEE-2D45-3BDC-416EF14FFD79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49" creationId="{03A13323-F411-1101-C523-BFD7FB1BEADC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50" creationId="{162B22A0-CA1E-1D6B-3728-974169791F2A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51" creationId="{C517C414-81D6-4E4E-9522-0A1869361733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52" creationId="{0D5D354B-EE49-1563-E8C0-4468D17B6EA5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53" creationId="{022FEF41-7A1B-D141-6BA8-40CC8F844418}"/>
          </ac:grpSpMkLst>
        </pc:grpChg>
        <pc:grpChg chg="add mod">
          <ac:chgData name="Anila" userId="10aae156-914e-4992-9526-b81c2b99183c" providerId="ADAL" clId="{CC5D6039-6D68-4E04-99B7-91A1C621300C}" dt="2024-01-09T11:53:40.392" v="1533" actId="1076"/>
          <ac:grpSpMkLst>
            <pc:docMk/>
            <pc:sldMk cId="310597289" sldId="263"/>
            <ac:grpSpMk id="54" creationId="{F9DFEB64-B030-9BC3-D793-95CA49291691}"/>
          </ac:grpSpMkLst>
        </pc:grpChg>
      </pc:sldChg>
      <pc:sldChg chg="new del">
        <pc:chgData name="Anila" userId="10aae156-914e-4992-9526-b81c2b99183c" providerId="ADAL" clId="{CC5D6039-6D68-4E04-99B7-91A1C621300C}" dt="2024-01-09T09:18:47.925" v="826" actId="47"/>
        <pc:sldMkLst>
          <pc:docMk/>
          <pc:sldMk cId="315038567" sldId="263"/>
        </pc:sldMkLst>
      </pc:sldChg>
      <pc:sldChg chg="add del">
        <pc:chgData name="Anila" userId="10aae156-914e-4992-9526-b81c2b99183c" providerId="ADAL" clId="{CC5D6039-6D68-4E04-99B7-91A1C621300C}" dt="2024-01-09T10:46:49.837" v="1252" actId="47"/>
        <pc:sldMkLst>
          <pc:docMk/>
          <pc:sldMk cId="3542891110" sldId="264"/>
        </pc:sldMkLst>
      </pc:sldChg>
      <pc:sldChg chg="add del">
        <pc:chgData name="Anila" userId="10aae156-914e-4992-9526-b81c2b99183c" providerId="ADAL" clId="{CC5D6039-6D68-4E04-99B7-91A1C621300C}" dt="2024-01-10T11:55:34.085" v="4045" actId="47"/>
        <pc:sldMkLst>
          <pc:docMk/>
          <pc:sldMk cId="3640746466" sldId="264"/>
        </pc:sldMkLst>
      </pc:sldChg>
      <pc:sldChg chg="addSp delSp modSp new mod setBg modClrScheme chgLayout">
        <pc:chgData name="Anila" userId="10aae156-914e-4992-9526-b81c2b99183c" providerId="ADAL" clId="{CC5D6039-6D68-4E04-99B7-91A1C621300C}" dt="2024-01-11T06:53:09.918" v="4927" actId="2711"/>
        <pc:sldMkLst>
          <pc:docMk/>
          <pc:sldMk cId="49432193" sldId="265"/>
        </pc:sldMkLst>
        <pc:spChg chg="mod">
          <ac:chgData name="Anila" userId="10aae156-914e-4992-9526-b81c2b99183c" providerId="ADAL" clId="{CC5D6039-6D68-4E04-99B7-91A1C621300C}" dt="2024-01-09T11:54:24.728" v="1539"/>
          <ac:spMkLst>
            <pc:docMk/>
            <pc:sldMk cId="49432193" sldId="265"/>
            <ac:spMk id="3" creationId="{656A199B-7D88-ECA8-A0B4-6C4C7744E525}"/>
          </ac:spMkLst>
        </pc:spChg>
        <pc:spChg chg="mod">
          <ac:chgData name="Anila" userId="10aae156-914e-4992-9526-b81c2b99183c" providerId="ADAL" clId="{CC5D6039-6D68-4E04-99B7-91A1C621300C}" dt="2024-01-11T06:53:05.427" v="4926" actId="2711"/>
          <ac:spMkLst>
            <pc:docMk/>
            <pc:sldMk cId="49432193" sldId="265"/>
            <ac:spMk id="4" creationId="{C84C4227-B5B8-D710-1586-2BE7C5B3B020}"/>
          </ac:spMkLst>
        </pc:spChg>
        <pc:spChg chg="mod">
          <ac:chgData name="Anila" userId="10aae156-914e-4992-9526-b81c2b99183c" providerId="ADAL" clId="{CC5D6039-6D68-4E04-99B7-91A1C621300C}" dt="2024-01-09T11:54:24.728" v="1539"/>
          <ac:spMkLst>
            <pc:docMk/>
            <pc:sldMk cId="49432193" sldId="265"/>
            <ac:spMk id="6" creationId="{4C6A9788-BA32-AC2F-4409-02081F21759D}"/>
          </ac:spMkLst>
        </pc:spChg>
        <pc:spChg chg="add mod">
          <ac:chgData name="Anila" userId="10aae156-914e-4992-9526-b81c2b99183c" providerId="ADAL" clId="{CC5D6039-6D68-4E04-99B7-91A1C621300C}" dt="2024-01-10T12:20:50.829" v="4248" actId="1038"/>
          <ac:spMkLst>
            <pc:docMk/>
            <pc:sldMk cId="49432193" sldId="265"/>
            <ac:spMk id="8" creationId="{FB00B727-4884-CB6C-BCD6-D56C1774E9E9}"/>
          </ac:spMkLst>
        </pc:spChg>
        <pc:spChg chg="add del mod">
          <ac:chgData name="Anila" userId="10aae156-914e-4992-9526-b81c2b99183c" providerId="ADAL" clId="{CC5D6039-6D68-4E04-99B7-91A1C621300C}" dt="2024-01-10T12:20:42.495" v="4246" actId="478"/>
          <ac:spMkLst>
            <pc:docMk/>
            <pc:sldMk cId="49432193" sldId="265"/>
            <ac:spMk id="9" creationId="{8A29BFCC-B3EC-64A3-FD52-0C0050611697}"/>
          </ac:spMkLst>
        </pc:spChg>
        <pc:spChg chg="add del mod">
          <ac:chgData name="Anila" userId="10aae156-914e-4992-9526-b81c2b99183c" providerId="ADAL" clId="{CC5D6039-6D68-4E04-99B7-91A1C621300C}" dt="2024-01-09T12:47:07.344" v="1566" actId="22"/>
          <ac:spMkLst>
            <pc:docMk/>
            <pc:sldMk cId="49432193" sldId="265"/>
            <ac:spMk id="10" creationId="{7F263259-D364-AA9C-03F5-C432C43F04CE}"/>
          </ac:spMkLst>
        </pc:spChg>
        <pc:spChg chg="add del mod ord">
          <ac:chgData name="Anila" userId="10aae156-914e-4992-9526-b81c2b99183c" providerId="ADAL" clId="{CC5D6039-6D68-4E04-99B7-91A1C621300C}" dt="2024-01-10T12:44:02.730" v="4381" actId="931"/>
          <ac:spMkLst>
            <pc:docMk/>
            <pc:sldMk cId="49432193" sldId="265"/>
            <ac:spMk id="10" creationId="{7F93F108-45A0-FC54-C102-FD251B7A9571}"/>
          </ac:spMkLst>
        </pc:spChg>
        <pc:spChg chg="add del mod ord">
          <ac:chgData name="Anila" userId="10aae156-914e-4992-9526-b81c2b99183c" providerId="ADAL" clId="{CC5D6039-6D68-4E04-99B7-91A1C621300C}" dt="2024-01-10T12:44:11.064" v="4384" actId="931"/>
          <ac:spMkLst>
            <pc:docMk/>
            <pc:sldMk cId="49432193" sldId="265"/>
            <ac:spMk id="11" creationId="{2057BE53-5019-18DC-D296-BFA44EABA40C}"/>
          </ac:spMkLst>
        </pc:spChg>
        <pc:spChg chg="add del mod ord">
          <ac:chgData name="Anila" userId="10aae156-914e-4992-9526-b81c2b99183c" providerId="ADAL" clId="{CC5D6039-6D68-4E04-99B7-91A1C621300C}" dt="2024-01-10T12:44:18.513" v="4387" actId="931"/>
          <ac:spMkLst>
            <pc:docMk/>
            <pc:sldMk cId="49432193" sldId="265"/>
            <ac:spMk id="12" creationId="{0E495F65-0ABA-5768-5BA9-BB620B506E4D}"/>
          </ac:spMkLst>
        </pc:spChg>
        <pc:spChg chg="add del">
          <ac:chgData name="Anila" userId="10aae156-914e-4992-9526-b81c2b99183c" providerId="ADAL" clId="{CC5D6039-6D68-4E04-99B7-91A1C621300C}" dt="2024-01-09T12:47:12.710" v="1570" actId="22"/>
          <ac:spMkLst>
            <pc:docMk/>
            <pc:sldMk cId="49432193" sldId="265"/>
            <ac:spMk id="12" creationId="{4AC06270-D362-0C81-F4F7-03A0AEF41756}"/>
          </ac:spMkLst>
        </pc:spChg>
        <pc:spChg chg="add mod">
          <ac:chgData name="Anila" userId="10aae156-914e-4992-9526-b81c2b99183c" providerId="ADAL" clId="{CC5D6039-6D68-4E04-99B7-91A1C621300C}" dt="2024-01-11T06:53:09.918" v="4927" actId="2711"/>
          <ac:spMkLst>
            <pc:docMk/>
            <pc:sldMk cId="49432193" sldId="265"/>
            <ac:spMk id="14" creationId="{82337E6B-388E-A59A-6E16-8549E1D46477}"/>
          </ac:spMkLst>
        </pc:spChg>
        <pc:spChg chg="add mod">
          <ac:chgData name="Anila" userId="10aae156-914e-4992-9526-b81c2b99183c" providerId="ADAL" clId="{CC5D6039-6D68-4E04-99B7-91A1C621300C}" dt="2024-01-10T12:20:50.829" v="4248" actId="1038"/>
          <ac:spMkLst>
            <pc:docMk/>
            <pc:sldMk cId="49432193" sldId="265"/>
            <ac:spMk id="17" creationId="{8EE6519C-D568-5CAC-1751-0FFB84C06945}"/>
          </ac:spMkLst>
        </pc:spChg>
        <pc:spChg chg="add mod">
          <ac:chgData name="Anila" userId="10aae156-914e-4992-9526-b81c2b99183c" providerId="ADAL" clId="{CC5D6039-6D68-4E04-99B7-91A1C621300C}" dt="2024-01-10T12:20:50.829" v="4248" actId="1038"/>
          <ac:spMkLst>
            <pc:docMk/>
            <pc:sldMk cId="49432193" sldId="265"/>
            <ac:spMk id="18" creationId="{DBD77D9F-C89F-AFC7-CDD4-7BC9AFD538BA}"/>
          </ac:spMkLst>
        </pc:spChg>
        <pc:spChg chg="add mod">
          <ac:chgData name="Anila" userId="10aae156-914e-4992-9526-b81c2b99183c" providerId="ADAL" clId="{CC5D6039-6D68-4E04-99B7-91A1C621300C}" dt="2024-01-11T06:53:09.918" v="4927" actId="2711"/>
          <ac:spMkLst>
            <pc:docMk/>
            <pc:sldMk cId="49432193" sldId="265"/>
            <ac:spMk id="23" creationId="{5148419D-203D-D5DE-FFF0-1B04EC7AB38B}"/>
          </ac:spMkLst>
        </pc:spChg>
        <pc:spChg chg="add mod">
          <ac:chgData name="Anila" userId="10aae156-914e-4992-9526-b81c2b99183c" providerId="ADAL" clId="{CC5D6039-6D68-4E04-99B7-91A1C621300C}" dt="2024-01-11T06:53:09.918" v="4927" actId="2711"/>
          <ac:spMkLst>
            <pc:docMk/>
            <pc:sldMk cId="49432193" sldId="265"/>
            <ac:spMk id="24" creationId="{77056A1D-D137-F518-ED9C-7F4F9624BD7B}"/>
          </ac:spMkLst>
        </pc:spChg>
        <pc:spChg chg="add del mod">
          <ac:chgData name="Anila" userId="10aae156-914e-4992-9526-b81c2b99183c" providerId="ADAL" clId="{CC5D6039-6D68-4E04-99B7-91A1C621300C}" dt="2024-01-10T12:44:26.075" v="4391" actId="931"/>
          <ac:spMkLst>
            <pc:docMk/>
            <pc:sldMk cId="49432193" sldId="265"/>
            <ac:spMk id="28" creationId="{75935E3D-7769-3D4F-0AE9-CA826F8ECC4C}"/>
          </ac:spMkLst>
        </pc:spChg>
        <pc:spChg chg="add del mod">
          <ac:chgData name="Anila" userId="10aae156-914e-4992-9526-b81c2b99183c" providerId="ADAL" clId="{CC5D6039-6D68-4E04-99B7-91A1C621300C}" dt="2024-01-10T12:44:43.375" v="4396" actId="931"/>
          <ac:spMkLst>
            <pc:docMk/>
            <pc:sldMk cId="49432193" sldId="265"/>
            <ac:spMk id="32" creationId="{F4E85363-1867-EAB2-4531-782C40505B63}"/>
          </ac:spMkLst>
        </pc:spChg>
        <pc:spChg chg="add del mod">
          <ac:chgData name="Anila" userId="10aae156-914e-4992-9526-b81c2b99183c" providerId="ADAL" clId="{CC5D6039-6D68-4E04-99B7-91A1C621300C}" dt="2024-01-10T12:44:47.431" v="4399" actId="931"/>
          <ac:spMkLst>
            <pc:docMk/>
            <pc:sldMk cId="49432193" sldId="265"/>
            <ac:spMk id="34" creationId="{E8C211A5-6EAB-EAB8-8B99-334B83503E9F}"/>
          </ac:spMkLst>
        </pc:spChg>
        <pc:spChg chg="add del mod">
          <ac:chgData name="Anila" userId="10aae156-914e-4992-9526-b81c2b99183c" providerId="ADAL" clId="{CC5D6039-6D68-4E04-99B7-91A1C621300C}" dt="2024-01-10T12:44:59.097" v="4403" actId="931"/>
          <ac:spMkLst>
            <pc:docMk/>
            <pc:sldMk cId="49432193" sldId="265"/>
            <ac:spMk id="36" creationId="{4AEFCF20-AB3D-5ABC-4E80-32024FBB4E9B}"/>
          </ac:spMkLst>
        </pc:spChg>
        <pc:grpChg chg="add mod">
          <ac:chgData name="Anila" userId="10aae156-914e-4992-9526-b81c2b99183c" providerId="ADAL" clId="{CC5D6039-6D68-4E04-99B7-91A1C621300C}" dt="2024-01-09T11:54:24.728" v="1539"/>
          <ac:grpSpMkLst>
            <pc:docMk/>
            <pc:sldMk cId="49432193" sldId="265"/>
            <ac:grpSpMk id="2" creationId="{F4D3C62C-E90D-6D61-50D7-58DF310C7533}"/>
          </ac:grpSpMkLst>
        </pc:grpChg>
        <pc:grpChg chg="mod">
          <ac:chgData name="Anila" userId="10aae156-914e-4992-9526-b81c2b99183c" providerId="ADAL" clId="{CC5D6039-6D68-4E04-99B7-91A1C621300C}" dt="2024-01-09T11:54:24.728" v="1539"/>
          <ac:grpSpMkLst>
            <pc:docMk/>
            <pc:sldMk cId="49432193" sldId="265"/>
            <ac:grpSpMk id="5" creationId="{1626C154-1D09-E5DD-EC61-33C36623FEBF}"/>
          </ac:grpSpMkLst>
        </pc:grpChg>
        <pc:picChg chg="mod">
          <ac:chgData name="Anila" userId="10aae156-914e-4992-9526-b81c2b99183c" providerId="ADAL" clId="{CC5D6039-6D68-4E04-99B7-91A1C621300C}" dt="2024-01-09T11:54:24.728" v="1539"/>
          <ac:picMkLst>
            <pc:docMk/>
            <pc:sldMk cId="49432193" sldId="265"/>
            <ac:picMk id="7" creationId="{C9C8F472-78E1-B4D1-3507-E713ACA3929A}"/>
          </ac:picMkLst>
        </pc:picChg>
        <pc:picChg chg="add del mod">
          <ac:chgData name="Anila" userId="10aae156-914e-4992-9526-b81c2b99183c" providerId="ADAL" clId="{CC5D6039-6D68-4E04-99B7-91A1C621300C}" dt="2024-01-10T12:44:36.994" v="4393" actId="478"/>
          <ac:picMkLst>
            <pc:docMk/>
            <pc:sldMk cId="49432193" sldId="265"/>
            <ac:picMk id="15" creationId="{0C240280-B852-9E50-D1D7-66B994375956}"/>
          </ac:picMkLst>
        </pc:picChg>
        <pc:picChg chg="add del mod">
          <ac:chgData name="Anila" userId="10aae156-914e-4992-9526-b81c2b99183c" providerId="ADAL" clId="{CC5D6039-6D68-4E04-99B7-91A1C621300C}" dt="2024-01-11T06:48:05.249" v="4905" actId="478"/>
          <ac:picMkLst>
            <pc:docMk/>
            <pc:sldMk cId="49432193" sldId="265"/>
            <ac:picMk id="16" creationId="{A6EEDED0-AF98-8684-3ADB-E5ED4D4A96F2}"/>
          </ac:picMkLst>
        </pc:picChg>
        <pc:picChg chg="add del mod">
          <ac:chgData name="Anila" userId="10aae156-914e-4992-9526-b81c2b99183c" providerId="ADAL" clId="{CC5D6039-6D68-4E04-99B7-91A1C621300C}" dt="2024-01-11T06:48:05.249" v="4905" actId="478"/>
          <ac:picMkLst>
            <pc:docMk/>
            <pc:sldMk cId="49432193" sldId="265"/>
            <ac:picMk id="20" creationId="{D5E7698C-C705-0C0C-C7B6-37BD18027446}"/>
          </ac:picMkLst>
        </pc:picChg>
        <pc:picChg chg="add del mod">
          <ac:chgData name="Anila" userId="10aae156-914e-4992-9526-b81c2b99183c" providerId="ADAL" clId="{CC5D6039-6D68-4E04-99B7-91A1C621300C}" dt="2024-01-10T12:44:37.880" v="4394" actId="478"/>
          <ac:picMkLst>
            <pc:docMk/>
            <pc:sldMk cId="49432193" sldId="265"/>
            <ac:picMk id="21" creationId="{AD303F99-134D-FDE5-81DD-4D614824E097}"/>
          </ac:picMkLst>
        </pc:picChg>
        <pc:picChg chg="add del mod">
          <ac:chgData name="Anila" userId="10aae156-914e-4992-9526-b81c2b99183c" providerId="ADAL" clId="{CC5D6039-6D68-4E04-99B7-91A1C621300C}" dt="2024-01-11T06:48:05.249" v="4905" actId="478"/>
          <ac:picMkLst>
            <pc:docMk/>
            <pc:sldMk cId="49432193" sldId="265"/>
            <ac:picMk id="22" creationId="{C86CA5D4-CC3F-5949-F547-492449B861FC}"/>
          </ac:picMkLst>
        </pc:picChg>
        <pc:picChg chg="add del mod">
          <ac:chgData name="Anila" userId="10aae156-914e-4992-9526-b81c2b99183c" providerId="ADAL" clId="{CC5D6039-6D68-4E04-99B7-91A1C621300C}" dt="2024-01-10T12:44:20.286" v="4390" actId="478"/>
          <ac:picMkLst>
            <pc:docMk/>
            <pc:sldMk cId="49432193" sldId="265"/>
            <ac:picMk id="26" creationId="{69D4D64D-99A2-69EE-46C6-11C92E5426E0}"/>
          </ac:picMkLst>
        </pc:picChg>
        <pc:picChg chg="add del mod">
          <ac:chgData name="Anila" userId="10aae156-914e-4992-9526-b81c2b99183c" providerId="ADAL" clId="{CC5D6039-6D68-4E04-99B7-91A1C621300C}" dt="2024-01-10T12:44:38.781" v="4395" actId="478"/>
          <ac:picMkLst>
            <pc:docMk/>
            <pc:sldMk cId="49432193" sldId="265"/>
            <ac:picMk id="30" creationId="{364D2304-0204-A6FD-B3D9-091D24692E33}"/>
          </ac:picMkLst>
        </pc:picChg>
        <pc:picChg chg="add mod">
          <ac:chgData name="Anila" userId="10aae156-914e-4992-9526-b81c2b99183c" providerId="ADAL" clId="{CC5D6039-6D68-4E04-99B7-91A1C621300C}" dt="2024-01-10T12:44:47.008" v="4397" actId="27614"/>
          <ac:picMkLst>
            <pc:docMk/>
            <pc:sldMk cId="49432193" sldId="265"/>
            <ac:picMk id="38" creationId="{A3EEEB8C-92DD-B1DB-1691-53B1B00FB33B}"/>
          </ac:picMkLst>
        </pc:picChg>
        <pc:picChg chg="add mod modCrop">
          <ac:chgData name="Anila" userId="10aae156-914e-4992-9526-b81c2b99183c" providerId="ADAL" clId="{CC5D6039-6D68-4E04-99B7-91A1C621300C}" dt="2024-01-10T12:44:53.300" v="4402" actId="18131"/>
          <ac:picMkLst>
            <pc:docMk/>
            <pc:sldMk cId="49432193" sldId="265"/>
            <ac:picMk id="40" creationId="{97D2BC8B-2A45-45B9-8163-5B0AEE7BD674}"/>
          </ac:picMkLst>
        </pc:picChg>
        <pc:picChg chg="add mod">
          <ac:chgData name="Anila" userId="10aae156-914e-4992-9526-b81c2b99183c" providerId="ADAL" clId="{CC5D6039-6D68-4E04-99B7-91A1C621300C}" dt="2024-01-10T12:45:00.662" v="4405" actId="962"/>
          <ac:picMkLst>
            <pc:docMk/>
            <pc:sldMk cId="49432193" sldId="265"/>
            <ac:picMk id="42" creationId="{071D7800-4A24-C0C5-4BAA-0A0D4586D3B2}"/>
          </ac:picMkLst>
        </pc:picChg>
      </pc:sldChg>
      <pc:sldChg chg="new del">
        <pc:chgData name="Anila" userId="10aae156-914e-4992-9526-b81c2b99183c" providerId="ADAL" clId="{CC5D6039-6D68-4E04-99B7-91A1C621300C}" dt="2024-01-09T11:54:03.297" v="1536" actId="47"/>
        <pc:sldMkLst>
          <pc:docMk/>
          <pc:sldMk cId="2711478456" sldId="266"/>
        </pc:sldMkLst>
      </pc:sldChg>
      <pc:sldChg chg="addSp delSp modSp add mod ord setBg modClrScheme chgLayout">
        <pc:chgData name="Anila" userId="10aae156-914e-4992-9526-b81c2b99183c" providerId="ADAL" clId="{CC5D6039-6D68-4E04-99B7-91A1C621300C}" dt="2024-01-11T06:53:57.939" v="4932" actId="2711"/>
        <pc:sldMkLst>
          <pc:docMk/>
          <pc:sldMk cId="3788003563" sldId="266"/>
        </pc:sldMkLst>
        <pc:spChg chg="add del mod">
          <ac:chgData name="Anila" userId="10aae156-914e-4992-9526-b81c2b99183c" providerId="ADAL" clId="{CC5D6039-6D68-4E04-99B7-91A1C621300C}" dt="2024-01-09T13:44:44.022" v="1678" actId="478"/>
          <ac:spMkLst>
            <pc:docMk/>
            <pc:sldMk cId="3788003563" sldId="266"/>
            <ac:spMk id="3" creationId="{C1C20E78-F923-CF90-B53F-85281C965BF4}"/>
          </ac:spMkLst>
        </pc:spChg>
        <pc:spChg chg="add del mod">
          <ac:chgData name="Anila" userId="10aae156-914e-4992-9526-b81c2b99183c" providerId="ADAL" clId="{CC5D6039-6D68-4E04-99B7-91A1C621300C}" dt="2024-01-10T09:40:43.776" v="3109" actId="478"/>
          <ac:spMkLst>
            <pc:docMk/>
            <pc:sldMk cId="3788003563" sldId="266"/>
            <ac:spMk id="3" creationId="{D259FE56-81A8-5D52-509A-01C60106027D}"/>
          </ac:spMkLst>
        </pc:spChg>
        <pc:spChg chg="add 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4" creationId="{7C988B75-2D0C-7521-22B6-CAC73A397285}"/>
          </ac:spMkLst>
        </pc:spChg>
        <pc:spChg chg="del mod">
          <ac:chgData name="Anila" userId="10aae156-914e-4992-9526-b81c2b99183c" providerId="ADAL" clId="{CC5D6039-6D68-4E04-99B7-91A1C621300C}" dt="2024-01-09T13:46:21.591" v="1736" actId="478"/>
          <ac:spMkLst>
            <pc:docMk/>
            <pc:sldMk cId="3788003563" sldId="266"/>
            <ac:spMk id="4" creationId="{C027BFCA-F3C5-0360-B6E2-FA065DD34C0F}"/>
          </ac:spMkLst>
        </pc:spChg>
        <pc:spChg chg="add del mod">
          <ac:chgData name="Anila" userId="10aae156-914e-4992-9526-b81c2b99183c" providerId="ADAL" clId="{CC5D6039-6D68-4E04-99B7-91A1C621300C}" dt="2024-01-10T09:40:43.776" v="3109" actId="478"/>
          <ac:spMkLst>
            <pc:docMk/>
            <pc:sldMk cId="3788003563" sldId="266"/>
            <ac:spMk id="5" creationId="{89A528B3-5A42-8A56-8CB7-D1EF3FB8ED3E}"/>
          </ac:spMkLst>
        </pc:spChg>
        <pc:spChg chg="add 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6" creationId="{018BC2B4-810E-403B-18A8-71B2A7259A08}"/>
          </ac:spMkLst>
        </pc:spChg>
        <pc:spChg chg="add del mod">
          <ac:chgData name="Anila" userId="10aae156-914e-4992-9526-b81c2b99183c" providerId="ADAL" clId="{CC5D6039-6D68-4E04-99B7-91A1C621300C}" dt="2024-01-09T13:45:12.742" v="1691" actId="478"/>
          <ac:spMkLst>
            <pc:docMk/>
            <pc:sldMk cId="3788003563" sldId="266"/>
            <ac:spMk id="7" creationId="{6262CB13-A600-B08B-2D84-F82FB0340616}"/>
          </ac:spMkLst>
        </pc:spChg>
        <pc:spChg chg="add del mod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7" creationId="{F7F9A28C-8C72-CE16-D43C-2CBC20ABA4A8}"/>
          </ac:spMkLst>
        </pc:spChg>
        <pc:spChg chg="add del mod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8" creationId="{75F771DA-B795-5ADE-81A6-DC43324E70D5}"/>
          </ac:spMkLst>
        </pc:spChg>
        <pc:spChg chg="add del mod">
          <ac:chgData name="Anila" userId="10aae156-914e-4992-9526-b81c2b99183c" providerId="ADAL" clId="{CC5D6039-6D68-4E04-99B7-91A1C621300C}" dt="2024-01-09T13:45:12.742" v="1691" actId="478"/>
          <ac:spMkLst>
            <pc:docMk/>
            <pc:sldMk cId="3788003563" sldId="266"/>
            <ac:spMk id="8" creationId="{EA4E4697-A191-6E94-E18E-DCF7E991AFDE}"/>
          </ac:spMkLst>
        </pc:spChg>
        <pc:spChg chg="add mod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9" creationId="{367FF2B1-EBB4-B7FD-97A4-1B7FEDC8F160}"/>
          </ac:spMkLst>
        </pc:spChg>
        <pc:spChg chg="add del mod">
          <ac:chgData name="Anila" userId="10aae156-914e-4992-9526-b81c2b99183c" providerId="ADAL" clId="{CC5D6039-6D68-4E04-99B7-91A1C621300C}" dt="2024-01-09T13:45:12.742" v="1691" actId="478"/>
          <ac:spMkLst>
            <pc:docMk/>
            <pc:sldMk cId="3788003563" sldId="266"/>
            <ac:spMk id="9" creationId="{AA532289-B7D8-9CFC-0EFD-CE245F293C71}"/>
          </ac:spMkLst>
        </pc:spChg>
        <pc:spChg chg="del mod">
          <ac:chgData name="Anila" userId="10aae156-914e-4992-9526-b81c2b99183c" providerId="ADAL" clId="{CC5D6039-6D68-4E04-99B7-91A1C621300C}" dt="2024-01-11T06:47:53.543" v="4903" actId="478"/>
          <ac:spMkLst>
            <pc:docMk/>
            <pc:sldMk cId="3788003563" sldId="266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07:02:56.066" v="3049" actId="14100"/>
          <ac:spMkLst>
            <pc:docMk/>
            <pc:sldMk cId="3788003563" sldId="266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3:57.939" v="4932" actId="2711"/>
          <ac:spMkLst>
            <pc:docMk/>
            <pc:sldMk cId="3788003563" sldId="266"/>
            <ac:spMk id="12" creationId="{00F46D07-4060-346B-6D28-E997385F9F72}"/>
          </ac:spMkLst>
        </pc:spChg>
        <pc:spChg chg="add mod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14" creationId="{403E60DE-C7A3-C87B-D191-56A30B430079}"/>
          </ac:spMkLst>
        </pc:spChg>
        <pc:spChg chg="del mod">
          <ac:chgData name="Anila" userId="10aae156-914e-4992-9526-b81c2b99183c" providerId="ADAL" clId="{CC5D6039-6D68-4E04-99B7-91A1C621300C}" dt="2024-01-10T09:40:43.776" v="3109" actId="478"/>
          <ac:spMkLst>
            <pc:docMk/>
            <pc:sldMk cId="3788003563" sldId="266"/>
            <ac:spMk id="15" creationId="{A01870B9-FABF-1188-DFA4-D29119D0139A}"/>
          </ac:spMkLst>
        </pc:spChg>
        <pc:spChg chg="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17" creationId="{DEFE1756-C405-1F4D-942A-7A3F97A0842D}"/>
          </ac:spMkLst>
        </pc:spChg>
        <pc:spChg chg="add del mod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18" creationId="{4C751D21-20A1-2F01-DC7B-615EE41BD395}"/>
          </ac:spMkLst>
        </pc:spChg>
        <pc:spChg chg="add mod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19" creationId="{F5193E4F-D9FE-687E-B970-82B38019F5C6}"/>
          </ac:spMkLst>
        </pc:spChg>
        <pc:spChg chg="del mod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20" creationId="{A6931713-A3CF-AD54-CA9A-98F69E1C0143}"/>
          </ac:spMkLst>
        </pc:spChg>
        <pc:spChg chg="add mod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21" creationId="{A052BE58-C38A-77D2-CE61-1FABFCBB0595}"/>
          </ac:spMkLst>
        </pc:spChg>
        <pc:spChg chg="del">
          <ac:chgData name="Anila" userId="10aae156-914e-4992-9526-b81c2b99183c" providerId="ADAL" clId="{CC5D6039-6D68-4E04-99B7-91A1C621300C}" dt="2024-01-09T13:00:27.322" v="1638" actId="478"/>
          <ac:spMkLst>
            <pc:docMk/>
            <pc:sldMk cId="3788003563" sldId="266"/>
            <ac:spMk id="21" creationId="{FC267E50-894D-FC83-13CE-3C582F08B673}"/>
          </ac:spMkLst>
        </pc:spChg>
        <pc:spChg chg="add del mod">
          <ac:chgData name="Anila" userId="10aae156-914e-4992-9526-b81c2b99183c" providerId="ADAL" clId="{CC5D6039-6D68-4E04-99B7-91A1C621300C}" dt="2024-01-09T13:46:21.591" v="1736" actId="478"/>
          <ac:spMkLst>
            <pc:docMk/>
            <pc:sldMk cId="3788003563" sldId="266"/>
            <ac:spMk id="23" creationId="{9105DAD6-BCE7-0AFC-4C68-2B8B97CB7C70}"/>
          </ac:spMkLst>
        </pc:spChg>
        <pc:spChg chg="add 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23" creationId="{C1119690-7E93-AED0-80B7-126FBEFB909C}"/>
          </ac:spMkLst>
        </pc:spChg>
        <pc:spChg chg="add 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24" creationId="{E8E2946E-EF2A-2A57-84A5-C7955D2A9EC2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25" creationId="{14D4A5B7-E493-7D28-83D9-4ABDC08BD657}"/>
          </ac:spMkLst>
        </pc:spChg>
        <pc:spChg chg="del mod topLvl">
          <ac:chgData name="Anila" userId="10aae156-914e-4992-9526-b81c2b99183c" providerId="ADAL" clId="{CC5D6039-6D68-4E04-99B7-91A1C621300C}" dt="2024-01-09T13:46:34.892" v="1739" actId="478"/>
          <ac:spMkLst>
            <pc:docMk/>
            <pc:sldMk cId="3788003563" sldId="266"/>
            <ac:spMk id="25" creationId="{57FCDD43-7775-CF58-68B7-761135F65028}"/>
          </ac:spMkLst>
        </pc:spChg>
        <pc:spChg chg="del mod topLvl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26" creationId="{CCEF9A81-FD4B-7B7D-9642-09738EA87E5B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27" creationId="{026A09D8-278E-8658-BED5-E548DD0EE69A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28" creationId="{447C4F92-105B-8FA8-89F4-F8E554F6CF97}"/>
          </ac:spMkLst>
        </pc:spChg>
        <pc:spChg chg="del mod topLvl">
          <ac:chgData name="Anila" userId="10aae156-914e-4992-9526-b81c2b99183c" providerId="ADAL" clId="{CC5D6039-6D68-4E04-99B7-91A1C621300C}" dt="2024-01-09T13:46:36.518" v="1740" actId="478"/>
          <ac:spMkLst>
            <pc:docMk/>
            <pc:sldMk cId="3788003563" sldId="266"/>
            <ac:spMk id="28" creationId="{AE2C340A-5EE7-580C-3246-BE444B3D262F}"/>
          </ac:spMkLst>
        </pc:spChg>
        <pc:spChg chg="mod topLvl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29" creationId="{809D5242-49F9-36B5-4E6D-A20E043504C0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30" creationId="{6F202484-9B32-87B4-F01E-219CB295ACAB}"/>
          </ac:spMkLst>
        </pc:spChg>
        <pc:spChg chg="del mod topLvl">
          <ac:chgData name="Anila" userId="10aae156-914e-4992-9526-b81c2b99183c" providerId="ADAL" clId="{CC5D6039-6D68-4E04-99B7-91A1C621300C}" dt="2024-01-09T13:46:38.153" v="1741" actId="478"/>
          <ac:spMkLst>
            <pc:docMk/>
            <pc:sldMk cId="3788003563" sldId="266"/>
            <ac:spMk id="31" creationId="{35A15D6C-21E8-4FF8-2CD1-0C49C28B330A}"/>
          </ac:spMkLst>
        </pc:spChg>
        <pc:spChg chg="add mod topLvl">
          <ac:chgData name="Anila" userId="10aae156-914e-4992-9526-b81c2b99183c" providerId="ADAL" clId="{CC5D6039-6D68-4E04-99B7-91A1C621300C}" dt="2024-01-10T09:57:29.616" v="3306" actId="14100"/>
          <ac:spMkLst>
            <pc:docMk/>
            <pc:sldMk cId="3788003563" sldId="266"/>
            <ac:spMk id="31" creationId="{9813C42D-6A72-E3F6-28F2-9E8693801CD6}"/>
          </ac:spMkLst>
        </pc:spChg>
        <pc:spChg chg="del mod topLvl">
          <ac:chgData name="Anila" userId="10aae156-914e-4992-9526-b81c2b99183c" providerId="ADAL" clId="{CC5D6039-6D68-4E04-99B7-91A1C621300C}" dt="2024-01-10T09:32:47.461" v="3105" actId="478"/>
          <ac:spMkLst>
            <pc:docMk/>
            <pc:sldMk cId="3788003563" sldId="266"/>
            <ac:spMk id="32" creationId="{456764B9-DB6A-C29F-946C-BA72234DDDBB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33" creationId="{2A36F977-0FBD-30E0-8C05-50AE7DE201FB}"/>
          </ac:spMkLst>
        </pc:spChg>
        <pc:spChg chg="add mod">
          <ac:chgData name="Anila" userId="10aae156-914e-4992-9526-b81c2b99183c" providerId="ADAL" clId="{CC5D6039-6D68-4E04-99B7-91A1C621300C}" dt="2024-01-11T06:53:46.547" v="4930" actId="2711"/>
          <ac:spMkLst>
            <pc:docMk/>
            <pc:sldMk cId="3788003563" sldId="266"/>
            <ac:spMk id="34" creationId="{9327B0BE-DAB8-342B-7564-D4AC4B44E7CA}"/>
          </ac:spMkLst>
        </pc:spChg>
        <pc:spChg chg="del mod topLvl">
          <ac:chgData name="Anila" userId="10aae156-914e-4992-9526-b81c2b99183c" providerId="ADAL" clId="{CC5D6039-6D68-4E04-99B7-91A1C621300C}" dt="2024-01-09T13:46:39.756" v="1742" actId="478"/>
          <ac:spMkLst>
            <pc:docMk/>
            <pc:sldMk cId="3788003563" sldId="266"/>
            <ac:spMk id="34" creationId="{C7086C81-A5D0-3C9B-8294-C711C65E68DE}"/>
          </ac:spMkLst>
        </pc:spChg>
        <pc:spChg chg="mod topLvl">
          <ac:chgData name="Anila" userId="10aae156-914e-4992-9526-b81c2b99183c" providerId="ADAL" clId="{CC5D6039-6D68-4E04-99B7-91A1C621300C}" dt="2024-01-11T06:53:51.208" v="4931" actId="2711"/>
          <ac:spMkLst>
            <pc:docMk/>
            <pc:sldMk cId="3788003563" sldId="266"/>
            <ac:spMk id="35" creationId="{F21170E6-371B-8359-2B01-5048019F8886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46" creationId="{889FFE08-ABB7-583E-3FC8-6DDF05243891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47" creationId="{1DB35360-87EF-751A-5CFF-72B1938886EA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48" creationId="{35EB45A1-A006-0B89-00D5-CC189545F0F7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49" creationId="{928F2D61-75D5-E825-FC6F-2EA288C13064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50" creationId="{D511CF58-B37A-6C8A-CD48-B1F8AE896B8B}"/>
          </ac:spMkLst>
        </pc:spChg>
        <pc:spChg chg="add mod">
          <ac:chgData name="Anila" userId="10aae156-914e-4992-9526-b81c2b99183c" providerId="ADAL" clId="{CC5D6039-6D68-4E04-99B7-91A1C621300C}" dt="2024-01-10T11:44:16.618" v="3979" actId="14100"/>
          <ac:spMkLst>
            <pc:docMk/>
            <pc:sldMk cId="3788003563" sldId="266"/>
            <ac:spMk id="51" creationId="{CD6B770D-0D53-DD7A-E3A9-9F8B9304F4BD}"/>
          </ac:spMkLst>
        </pc:spChg>
        <pc:grpChg chg="mod ord">
          <ac:chgData name="Anila" userId="10aae156-914e-4992-9526-b81c2b99183c" providerId="ADAL" clId="{CC5D6039-6D68-4E04-99B7-91A1C621300C}" dt="2024-01-10T07:00:48.115" v="3017" actId="1035"/>
          <ac:grpSpMkLst>
            <pc:docMk/>
            <pc:sldMk cId="3788003563" sldId="266"/>
            <ac:grpSpMk id="22" creationId="{FC9A9D9F-A1FD-333C-FA99-B0A937F0C114}"/>
          </ac:grpSpMkLst>
        </pc:grpChg>
        <pc:grpChg chg="add del mod">
          <ac:chgData name="Anila" userId="10aae156-914e-4992-9526-b81c2b99183c" providerId="ADAL" clId="{CC5D6039-6D68-4E04-99B7-91A1C621300C}" dt="2024-01-09T13:46:34.892" v="1739" actId="478"/>
          <ac:grpSpMkLst>
            <pc:docMk/>
            <pc:sldMk cId="3788003563" sldId="266"/>
            <ac:grpSpMk id="24" creationId="{040BE1EB-60E9-563B-F353-35829E960FF7}"/>
          </ac:grpSpMkLst>
        </pc:grpChg>
        <pc:grpChg chg="add del mod">
          <ac:chgData name="Anila" userId="10aae156-914e-4992-9526-b81c2b99183c" providerId="ADAL" clId="{CC5D6039-6D68-4E04-99B7-91A1C621300C}" dt="2024-01-09T13:46:36.518" v="1740" actId="478"/>
          <ac:grpSpMkLst>
            <pc:docMk/>
            <pc:sldMk cId="3788003563" sldId="266"/>
            <ac:grpSpMk id="27" creationId="{D906F117-387C-1D9F-35B1-763F139375CD}"/>
          </ac:grpSpMkLst>
        </pc:grpChg>
        <pc:grpChg chg="add del mod">
          <ac:chgData name="Anila" userId="10aae156-914e-4992-9526-b81c2b99183c" providerId="ADAL" clId="{CC5D6039-6D68-4E04-99B7-91A1C621300C}" dt="2024-01-09T13:46:38.153" v="1741" actId="478"/>
          <ac:grpSpMkLst>
            <pc:docMk/>
            <pc:sldMk cId="3788003563" sldId="266"/>
            <ac:grpSpMk id="30" creationId="{ED1832CA-2340-EAA2-6BE0-34018A91EB25}"/>
          </ac:grpSpMkLst>
        </pc:grpChg>
        <pc:grpChg chg="add del mod">
          <ac:chgData name="Anila" userId="10aae156-914e-4992-9526-b81c2b99183c" providerId="ADAL" clId="{CC5D6039-6D68-4E04-99B7-91A1C621300C}" dt="2024-01-09T13:46:39.756" v="1742" actId="478"/>
          <ac:grpSpMkLst>
            <pc:docMk/>
            <pc:sldMk cId="3788003563" sldId="266"/>
            <ac:grpSpMk id="33" creationId="{FE139979-E130-D42B-1EE9-3DCB76151311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36" creationId="{05F8ABFC-B06A-1549-88AB-6C68527DC066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37" creationId="{60993FF5-A270-7963-6B5A-12FC54D86E38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38" creationId="{D11B6812-D491-1192-7679-071E889F9DE1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39" creationId="{83773B5A-C1AF-C0FC-036D-6196CD3170C7}"/>
          </ac:grpSpMkLst>
        </pc:grpChg>
        <pc:grpChg chg="add mod">
          <ac:chgData name="Anila" userId="10aae156-914e-4992-9526-b81c2b99183c" providerId="ADAL" clId="{CC5D6039-6D68-4E04-99B7-91A1C621300C}" dt="2024-01-10T09:55:44.125" v="3273" actId="164"/>
          <ac:grpSpMkLst>
            <pc:docMk/>
            <pc:sldMk cId="3788003563" sldId="266"/>
            <ac:grpSpMk id="40" creationId="{DF962185-21EC-80E2-ED03-C5E11AE56AFC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41" creationId="{A869F16A-08E0-A8A4-5BAB-FDA3D421C552}"/>
          </ac:grpSpMkLst>
        </pc:grpChg>
        <pc:grpChg chg="add mod topLvl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42" creationId="{EC247D89-B5D7-FD49-4AC5-65D169F58320}"/>
          </ac:grpSpMkLst>
        </pc:grpChg>
        <pc:grpChg chg="add del mod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43" creationId="{EFB908CD-5319-6E70-48B3-3B460BE20236}"/>
          </ac:grpSpMkLst>
        </pc:grpChg>
        <pc:grpChg chg="add del mod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44" creationId="{2BDF5EE4-7503-E0E1-BA64-B51C3F444F6F}"/>
          </ac:grpSpMkLst>
        </pc:grpChg>
        <pc:grpChg chg="add del mod">
          <ac:chgData name="Anila" userId="10aae156-914e-4992-9526-b81c2b99183c" providerId="ADAL" clId="{CC5D6039-6D68-4E04-99B7-91A1C621300C}" dt="2024-01-10T09:57:08.607" v="3304" actId="165"/>
          <ac:grpSpMkLst>
            <pc:docMk/>
            <pc:sldMk cId="3788003563" sldId="266"/>
            <ac:grpSpMk id="45" creationId="{E4629F14-D114-DC83-1A9E-E01014BFDE6B}"/>
          </ac:grpSpMkLst>
        </pc:grpChg>
      </pc:sldChg>
      <pc:sldChg chg="addSp delSp modSp add mod ord setBg modClrScheme chgLayout">
        <pc:chgData name="Anila" userId="10aae156-914e-4992-9526-b81c2b99183c" providerId="ADAL" clId="{CC5D6039-6D68-4E04-99B7-91A1C621300C}" dt="2024-01-11T06:53:30.576" v="4929" actId="2711"/>
        <pc:sldMkLst>
          <pc:docMk/>
          <pc:sldMk cId="840966126" sldId="267"/>
        </pc:sldMkLst>
        <pc:spChg chg="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5" creationId="{89A528B3-5A42-8A56-8CB7-D1EF3FB8ED3E}"/>
          </ac:spMkLst>
        </pc:spChg>
        <pc:spChg chg="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6" creationId="{018BC2B4-810E-403B-18A8-71B2A7259A08}"/>
          </ac:spMkLst>
        </pc:spChg>
        <pc:spChg chg="add 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9" creationId="{ED8CEE70-6AC0-AFF4-E5DF-B6B0429C0CA6}"/>
          </ac:spMkLst>
        </pc:spChg>
        <pc:spChg chg="del">
          <ac:chgData name="Anila" userId="10aae156-914e-4992-9526-b81c2b99183c" providerId="ADAL" clId="{CC5D6039-6D68-4E04-99B7-91A1C621300C}" dt="2024-01-11T06:47:59.012" v="4904" actId="478"/>
          <ac:spMkLst>
            <pc:docMk/>
            <pc:sldMk cId="840966126" sldId="267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04:23:48.958" v="1811" actId="14100"/>
          <ac:spMkLst>
            <pc:docMk/>
            <pc:sldMk cId="840966126" sldId="267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3:21.260" v="4928" actId="2711"/>
          <ac:spMkLst>
            <pc:docMk/>
            <pc:sldMk cId="840966126" sldId="267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14" creationId="{403E60DE-C7A3-C87B-D191-56A30B430079}"/>
          </ac:spMkLst>
        </pc:spChg>
        <pc:spChg chg="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15" creationId="{A01870B9-FABF-1188-DFA4-D29119D0139A}"/>
          </ac:spMkLst>
        </pc:spChg>
        <pc:spChg chg="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17" creationId="{DEFE1756-C405-1F4D-942A-7A3F97A0842D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18" creationId="{4C751D21-20A1-2F01-DC7B-615EE41BD395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19" creationId="{F5193E4F-D9FE-687E-B970-82B38019F5C6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20" creationId="{A6931713-A3CF-AD54-CA9A-98F69E1C0143}"/>
          </ac:spMkLst>
        </pc:spChg>
        <pc:spChg chg="add 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21" creationId="{715A0E9C-A732-C8DD-D221-BA35BCD37AF1}"/>
          </ac:spMkLst>
        </pc:spChg>
        <pc:spChg chg="add mod">
          <ac:chgData name="Anila" userId="10aae156-914e-4992-9526-b81c2b99183c" providerId="ADAL" clId="{CC5D6039-6D68-4E04-99B7-91A1C621300C}" dt="2024-01-10T12:56:20.748" v="4738" actId="1036"/>
          <ac:spMkLst>
            <pc:docMk/>
            <pc:sldMk cId="840966126" sldId="267"/>
            <ac:spMk id="23" creationId="{69EF0DC6-FA37-A517-598A-ABF937A7E75D}"/>
          </ac:spMkLst>
        </pc:spChg>
        <pc:spChg chg="add mod">
          <ac:chgData name="Anila" userId="10aae156-914e-4992-9526-b81c2b99183c" providerId="ADAL" clId="{CC5D6039-6D68-4E04-99B7-91A1C621300C}" dt="2024-01-10T12:56:08.692" v="4735" actId="165"/>
          <ac:spMkLst>
            <pc:docMk/>
            <pc:sldMk cId="840966126" sldId="267"/>
            <ac:spMk id="24" creationId="{C9863F87-FCEB-ECAC-01AC-60C94378EC96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26" creationId="{CCEF9A81-FD4B-7B7D-9642-09738EA87E5B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29" creationId="{809D5242-49F9-36B5-4E6D-A20E043504C0}"/>
          </ac:spMkLst>
        </pc:spChg>
        <pc:spChg chg="add mod ord">
          <ac:chgData name="Anila" userId="10aae156-914e-4992-9526-b81c2b99183c" providerId="ADAL" clId="{CC5D6039-6D68-4E04-99B7-91A1C621300C}" dt="2024-01-10T10:51:33.247" v="3568" actId="1036"/>
          <ac:spMkLst>
            <pc:docMk/>
            <pc:sldMk cId="840966126" sldId="267"/>
            <ac:spMk id="31" creationId="{E404E1B2-74EA-7EE3-8765-2C08195184B7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32" creationId="{456764B9-DB6A-C29F-946C-BA72234DDDBB}"/>
          </ac:spMkLst>
        </pc:spChg>
        <pc:spChg chg="add mod ord">
          <ac:chgData name="Anila" userId="10aae156-914e-4992-9526-b81c2b99183c" providerId="ADAL" clId="{CC5D6039-6D68-4E04-99B7-91A1C621300C}" dt="2024-01-10T10:51:33.247" v="3568" actId="1036"/>
          <ac:spMkLst>
            <pc:docMk/>
            <pc:sldMk cId="840966126" sldId="267"/>
            <ac:spMk id="33" creationId="{0013AAE3-7CD3-2110-37A3-48D13E3C6021}"/>
          </ac:spMkLst>
        </pc:spChg>
        <pc:spChg chg="add mod ord">
          <ac:chgData name="Anila" userId="10aae156-914e-4992-9526-b81c2b99183c" providerId="ADAL" clId="{CC5D6039-6D68-4E04-99B7-91A1C621300C}" dt="2024-01-10T10:51:33.247" v="3568" actId="1036"/>
          <ac:spMkLst>
            <pc:docMk/>
            <pc:sldMk cId="840966126" sldId="267"/>
            <ac:spMk id="34" creationId="{9AB3EABE-BE5D-031F-8CFF-1D1389B655A8}"/>
          </ac:spMkLst>
        </pc:spChg>
        <pc:spChg chg="mod">
          <ac:chgData name="Anila" userId="10aae156-914e-4992-9526-b81c2b99183c" providerId="ADAL" clId="{CC5D6039-6D68-4E04-99B7-91A1C621300C}" dt="2024-01-11T06:53:30.576" v="4929" actId="2711"/>
          <ac:spMkLst>
            <pc:docMk/>
            <pc:sldMk cId="840966126" sldId="267"/>
            <ac:spMk id="35" creationId="{F21170E6-371B-8359-2B01-5048019F8886}"/>
          </ac:spMkLst>
        </pc:spChg>
        <pc:spChg chg="add mod ord">
          <ac:chgData name="Anila" userId="10aae156-914e-4992-9526-b81c2b99183c" providerId="ADAL" clId="{CC5D6039-6D68-4E04-99B7-91A1C621300C}" dt="2024-01-10T10:51:33.247" v="3568" actId="1036"/>
          <ac:spMkLst>
            <pc:docMk/>
            <pc:sldMk cId="840966126" sldId="267"/>
            <ac:spMk id="36" creationId="{9E1E7824-D6AA-9F7D-7E84-D7FB7F25D16C}"/>
          </ac:spMkLst>
        </pc:spChg>
        <pc:grpChg chg="add mod ord">
          <ac:chgData name="Anila" userId="10aae156-914e-4992-9526-b81c2b99183c" providerId="ADAL" clId="{CC5D6039-6D68-4E04-99B7-91A1C621300C}" dt="2024-01-10T10:51:33.247" v="3568" actId="1036"/>
          <ac:grpSpMkLst>
            <pc:docMk/>
            <pc:sldMk cId="840966126" sldId="267"/>
            <ac:grpSpMk id="3" creationId="{6204047B-020C-C9C5-DF30-287935394C8A}"/>
          </ac:grpSpMkLst>
        </pc:grpChg>
        <pc:grpChg chg="add mod ord">
          <ac:chgData name="Anila" userId="10aae156-914e-4992-9526-b81c2b99183c" providerId="ADAL" clId="{CC5D6039-6D68-4E04-99B7-91A1C621300C}" dt="2024-01-10T10:51:33.247" v="3568" actId="1036"/>
          <ac:grpSpMkLst>
            <pc:docMk/>
            <pc:sldMk cId="840966126" sldId="267"/>
            <ac:grpSpMk id="4" creationId="{AB9BF216-CCAE-DD10-D651-9FD4722F8FEF}"/>
          </ac:grpSpMkLst>
        </pc:grpChg>
        <pc:grpChg chg="add mod ord">
          <ac:chgData name="Anila" userId="10aae156-914e-4992-9526-b81c2b99183c" providerId="ADAL" clId="{CC5D6039-6D68-4E04-99B7-91A1C621300C}" dt="2024-01-10T10:51:33.247" v="3568" actId="1036"/>
          <ac:grpSpMkLst>
            <pc:docMk/>
            <pc:sldMk cId="840966126" sldId="267"/>
            <ac:grpSpMk id="7" creationId="{5EC5F4E0-0658-1A2D-0116-477DB160CCA6}"/>
          </ac:grpSpMkLst>
        </pc:grpChg>
        <pc:grpChg chg="add mod ord">
          <ac:chgData name="Anila" userId="10aae156-914e-4992-9526-b81c2b99183c" providerId="ADAL" clId="{CC5D6039-6D68-4E04-99B7-91A1C621300C}" dt="2024-01-10T10:51:33.247" v="3568" actId="1036"/>
          <ac:grpSpMkLst>
            <pc:docMk/>
            <pc:sldMk cId="840966126" sldId="267"/>
            <ac:grpSpMk id="8" creationId="{61D01430-7042-1CEB-BBC6-2582FF34331E}"/>
          </ac:grpSpMkLst>
        </pc:grpChg>
        <pc:grpChg chg="mod">
          <ac:chgData name="Anila" userId="10aae156-914e-4992-9526-b81c2b99183c" providerId="ADAL" clId="{CC5D6039-6D68-4E04-99B7-91A1C621300C}" dt="2024-01-10T10:51:24.568" v="3564" actId="1035"/>
          <ac:grpSpMkLst>
            <pc:docMk/>
            <pc:sldMk cId="840966126" sldId="267"/>
            <ac:grpSpMk id="22" creationId="{FC9A9D9F-A1FD-333C-FA99-B0A937F0C114}"/>
          </ac:grpSpMkLst>
        </pc:grpChg>
        <pc:grpChg chg="add mod topLvl">
          <ac:chgData name="Anila" userId="10aae156-914e-4992-9526-b81c2b99183c" providerId="ADAL" clId="{CC5D6039-6D68-4E04-99B7-91A1C621300C}" dt="2024-01-10T12:56:41.275" v="4753" actId="1035"/>
          <ac:grpSpMkLst>
            <pc:docMk/>
            <pc:sldMk cId="840966126" sldId="267"/>
            <ac:grpSpMk id="25" creationId="{1A58F4BE-DA01-C776-06C1-9141500B2C10}"/>
          </ac:grpSpMkLst>
        </pc:grpChg>
        <pc:grpChg chg="add mod topLvl">
          <ac:chgData name="Anila" userId="10aae156-914e-4992-9526-b81c2b99183c" providerId="ADAL" clId="{CC5D6039-6D68-4E04-99B7-91A1C621300C}" dt="2024-01-10T12:56:41.275" v="4753" actId="1035"/>
          <ac:grpSpMkLst>
            <pc:docMk/>
            <pc:sldMk cId="840966126" sldId="267"/>
            <ac:grpSpMk id="27" creationId="{8647F915-9D2B-DFFF-0613-7F23A22A501B}"/>
          </ac:grpSpMkLst>
        </pc:grpChg>
        <pc:grpChg chg="add mod topLvl">
          <ac:chgData name="Anila" userId="10aae156-914e-4992-9526-b81c2b99183c" providerId="ADAL" clId="{CC5D6039-6D68-4E04-99B7-91A1C621300C}" dt="2024-01-10T12:56:41.275" v="4753" actId="1035"/>
          <ac:grpSpMkLst>
            <pc:docMk/>
            <pc:sldMk cId="840966126" sldId="267"/>
            <ac:grpSpMk id="28" creationId="{CFE42F05-8B8A-754D-4589-22DB0CFA7401}"/>
          </ac:grpSpMkLst>
        </pc:grpChg>
        <pc:grpChg chg="add mod topLvl">
          <ac:chgData name="Anila" userId="10aae156-914e-4992-9526-b81c2b99183c" providerId="ADAL" clId="{CC5D6039-6D68-4E04-99B7-91A1C621300C}" dt="2024-01-10T12:56:41.275" v="4753" actId="1035"/>
          <ac:grpSpMkLst>
            <pc:docMk/>
            <pc:sldMk cId="840966126" sldId="267"/>
            <ac:grpSpMk id="30" creationId="{720D71C0-50AE-5D1E-9D86-5625FB6C3824}"/>
          </ac:grpSpMkLst>
        </pc:grpChg>
        <pc:grpChg chg="add del mod">
          <ac:chgData name="Anila" userId="10aae156-914e-4992-9526-b81c2b99183c" providerId="ADAL" clId="{CC5D6039-6D68-4E04-99B7-91A1C621300C}" dt="2024-01-10T12:56:08.692" v="4735" actId="165"/>
          <ac:grpSpMkLst>
            <pc:docMk/>
            <pc:sldMk cId="840966126" sldId="267"/>
            <ac:grpSpMk id="37" creationId="{21E20166-9A18-5BEE-F658-79C684EA7F44}"/>
          </ac:grpSpMkLst>
        </pc:grpChg>
      </pc:sldChg>
      <pc:sldChg chg="addSp delSp modSp add mod setBg modClrScheme chgLayout">
        <pc:chgData name="Anila" userId="10aae156-914e-4992-9526-b81c2b99183c" providerId="ADAL" clId="{CC5D6039-6D68-4E04-99B7-91A1C621300C}" dt="2024-01-11T06:51:34.527" v="4916" actId="2711"/>
        <pc:sldMkLst>
          <pc:docMk/>
          <pc:sldMk cId="4020825987" sldId="268"/>
        </pc:sldMkLst>
        <pc:spChg chg="add mod">
          <ac:chgData name="Anila" userId="10aae156-914e-4992-9526-b81c2b99183c" providerId="ADAL" clId="{CC5D6039-6D68-4E04-99B7-91A1C621300C}" dt="2024-01-10T06:23:29.142" v="2645" actId="164"/>
          <ac:spMkLst>
            <pc:docMk/>
            <pc:sldMk cId="4020825987" sldId="268"/>
            <ac:spMk id="3" creationId="{4FE4D6BF-16A8-500E-F58F-BFA8246B6AE3}"/>
          </ac:spMkLst>
        </pc:spChg>
        <pc:spChg chg="mod ord">
          <ac:chgData name="Anila" userId="10aae156-914e-4992-9526-b81c2b99183c" providerId="ADAL" clId="{CC5D6039-6D68-4E04-99B7-91A1C621300C}" dt="2024-01-11T06:51:27.958" v="4915" actId="2711"/>
          <ac:spMkLst>
            <pc:docMk/>
            <pc:sldMk cId="4020825987" sldId="268"/>
            <ac:spMk id="4" creationId="{C027BFCA-F3C5-0360-B6E2-FA065DD34C0F}"/>
          </ac:spMkLst>
        </pc:spChg>
        <pc:spChg chg="add mod ord">
          <ac:chgData name="Anila" userId="10aae156-914e-4992-9526-b81c2b99183c" providerId="ADAL" clId="{CC5D6039-6D68-4E04-99B7-91A1C621300C}" dt="2024-01-11T06:51:34.527" v="4916" actId="2711"/>
          <ac:spMkLst>
            <pc:docMk/>
            <pc:sldMk cId="4020825987" sldId="268"/>
            <ac:spMk id="5" creationId="{D883B7D0-9363-2A90-CFDB-540E204165F4}"/>
          </ac:spMkLst>
        </pc:spChg>
        <pc:spChg chg="add mod">
          <ac:chgData name="Anila" userId="10aae156-914e-4992-9526-b81c2b99183c" providerId="ADAL" clId="{CC5D6039-6D68-4E04-99B7-91A1C621300C}" dt="2024-01-10T06:23:47.611" v="2650" actId="164"/>
          <ac:spMkLst>
            <pc:docMk/>
            <pc:sldMk cId="4020825987" sldId="268"/>
            <ac:spMk id="6" creationId="{EEAD5EBD-8F3F-8A4C-D872-5BA9695A91DC}"/>
          </ac:spMkLst>
        </pc:spChg>
        <pc:spChg chg="add mod">
          <ac:chgData name="Anila" userId="10aae156-914e-4992-9526-b81c2b99183c" providerId="ADAL" clId="{CC5D6039-6D68-4E04-99B7-91A1C621300C}" dt="2024-01-10T06:23:39.978" v="2648" actId="164"/>
          <ac:spMkLst>
            <pc:docMk/>
            <pc:sldMk cId="4020825987" sldId="268"/>
            <ac:spMk id="7" creationId="{24DB24AA-26A6-EC4B-31A0-E6DAE22CDACB}"/>
          </ac:spMkLst>
        </pc:spChg>
        <pc:spChg chg="add mod">
          <ac:chgData name="Anila" userId="10aae156-914e-4992-9526-b81c2b99183c" providerId="ADAL" clId="{CC5D6039-6D68-4E04-99B7-91A1C621300C}" dt="2024-01-10T06:23:29.142" v="2645" actId="164"/>
          <ac:spMkLst>
            <pc:docMk/>
            <pc:sldMk cId="4020825987" sldId="268"/>
            <ac:spMk id="8" creationId="{5D32B9A2-6883-687B-3B0B-88E79A0FFA4C}"/>
          </ac:spMkLst>
        </pc:spChg>
        <pc:spChg chg="del">
          <ac:chgData name="Anila" userId="10aae156-914e-4992-9526-b81c2b99183c" providerId="ADAL" clId="{CC5D6039-6D68-4E04-99B7-91A1C621300C}" dt="2024-01-11T06:48:21.309" v="4908" actId="478"/>
          <ac:spMkLst>
            <pc:docMk/>
            <pc:sldMk cId="4020825987" sldId="268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1T06:51:17.204" v="4914" actId="2711"/>
          <ac:spMkLst>
            <pc:docMk/>
            <pc:sldMk cId="4020825987" sldId="268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10T06:23:47.611" v="2650" actId="164"/>
          <ac:spMkLst>
            <pc:docMk/>
            <pc:sldMk cId="4020825987" sldId="268"/>
            <ac:spMk id="15" creationId="{A01870B9-FABF-1188-DFA4-D29119D0139A}"/>
          </ac:spMkLst>
        </pc:spChg>
        <pc:spChg chg="mod">
          <ac:chgData name="Anila" userId="10aae156-914e-4992-9526-b81c2b99183c" providerId="ADAL" clId="{CC5D6039-6D68-4E04-99B7-91A1C621300C}" dt="2024-01-10T06:23:39.978" v="2648" actId="164"/>
          <ac:spMkLst>
            <pc:docMk/>
            <pc:sldMk cId="4020825987" sldId="268"/>
            <ac:spMk id="17" creationId="{DEFE1756-C405-1F4D-942A-7A3F97A0842D}"/>
          </ac:spMkLst>
        </pc:spChg>
        <pc:spChg chg="mod ord">
          <ac:chgData name="Anila" userId="10aae156-914e-4992-9526-b81c2b99183c" providerId="ADAL" clId="{CC5D6039-6D68-4E04-99B7-91A1C621300C}" dt="2024-01-11T06:51:34.527" v="4916" actId="2711"/>
          <ac:spMkLst>
            <pc:docMk/>
            <pc:sldMk cId="4020825987" sldId="268"/>
            <ac:spMk id="20" creationId="{A6931713-A3CF-AD54-CA9A-98F69E1C0143}"/>
          </ac:spMkLst>
        </pc:spChg>
        <pc:spChg chg="mod ord">
          <ac:chgData name="Anila" userId="10aae156-914e-4992-9526-b81c2b99183c" providerId="ADAL" clId="{CC5D6039-6D68-4E04-99B7-91A1C621300C}" dt="2024-01-11T06:51:34.527" v="4916" actId="2711"/>
          <ac:spMkLst>
            <pc:docMk/>
            <pc:sldMk cId="4020825987" sldId="268"/>
            <ac:spMk id="21" creationId="{FC267E50-894D-FC83-13CE-3C582F08B673}"/>
          </ac:spMkLst>
        </pc:spChg>
        <pc:grpChg chg="add mod">
          <ac:chgData name="Anila" userId="10aae156-914e-4992-9526-b81c2b99183c" providerId="ADAL" clId="{CC5D6039-6D68-4E04-99B7-91A1C621300C}" dt="2024-01-10T06:23:29.142" v="2645" actId="164"/>
          <ac:grpSpMkLst>
            <pc:docMk/>
            <pc:sldMk cId="4020825987" sldId="268"/>
            <ac:grpSpMk id="9" creationId="{BC5B4DE6-792F-8958-1561-87536EB998DE}"/>
          </ac:grpSpMkLst>
        </pc:grpChg>
        <pc:grpChg chg="add mod">
          <ac:chgData name="Anila" userId="10aae156-914e-4992-9526-b81c2b99183c" providerId="ADAL" clId="{CC5D6039-6D68-4E04-99B7-91A1C621300C}" dt="2024-01-10T06:23:39.978" v="2648" actId="164"/>
          <ac:grpSpMkLst>
            <pc:docMk/>
            <pc:sldMk cId="4020825987" sldId="268"/>
            <ac:grpSpMk id="14" creationId="{DE0355CE-CFBB-AC58-802A-0B3F9E085362}"/>
          </ac:grpSpMkLst>
        </pc:grpChg>
        <pc:grpChg chg="add mod">
          <ac:chgData name="Anila" userId="10aae156-914e-4992-9526-b81c2b99183c" providerId="ADAL" clId="{CC5D6039-6D68-4E04-99B7-91A1C621300C}" dt="2024-01-10T06:23:47.611" v="2650" actId="164"/>
          <ac:grpSpMkLst>
            <pc:docMk/>
            <pc:sldMk cId="4020825987" sldId="268"/>
            <ac:grpSpMk id="18" creationId="{9E852E93-8775-7D4B-A2FD-8F95F0F33E92}"/>
          </ac:grpSpMkLst>
        </pc:grpChg>
      </pc:sldChg>
      <pc:sldChg chg="addSp delSp modSp add mod ord setBg modClrScheme chgLayout">
        <pc:chgData name="Anila" userId="10aae156-914e-4992-9526-b81c2b99183c" providerId="ADAL" clId="{CC5D6039-6D68-4E04-99B7-91A1C621300C}" dt="2024-01-11T06:55:22.117" v="4939" actId="2711"/>
        <pc:sldMkLst>
          <pc:docMk/>
          <pc:sldMk cId="3422976296" sldId="269"/>
        </pc:sldMkLst>
        <pc:spChg chg="mod topLvl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3" creationId="{4FE4D6BF-16A8-500E-F58F-BFA8246B6AE3}"/>
          </ac:spMkLst>
        </pc:spChg>
        <pc:spChg chg="mod">
          <ac:chgData name="Anila" userId="10aae156-914e-4992-9526-b81c2b99183c" providerId="ADAL" clId="{CC5D6039-6D68-4E04-99B7-91A1C621300C}" dt="2024-01-11T06:55:22.117" v="4939" actId="2711"/>
          <ac:spMkLst>
            <pc:docMk/>
            <pc:sldMk cId="3422976296" sldId="269"/>
            <ac:spMk id="4" creationId="{C027BFCA-F3C5-0360-B6E2-FA065DD34C0F}"/>
          </ac:spMkLst>
        </pc:spChg>
        <pc:spChg chg="mod topLvl">
          <ac:chgData name="Anila" userId="10aae156-914e-4992-9526-b81c2b99183c" providerId="ADAL" clId="{CC5D6039-6D68-4E04-99B7-91A1C621300C}" dt="2024-01-11T06:54:59.793" v="4936" actId="2711"/>
          <ac:spMkLst>
            <pc:docMk/>
            <pc:sldMk cId="3422976296" sldId="269"/>
            <ac:spMk id="5" creationId="{D883B7D0-9363-2A90-CFDB-540E204165F4}"/>
          </ac:spMkLst>
        </pc:spChg>
        <pc:spChg chg="add mod">
          <ac:chgData name="Anila" userId="10aae156-914e-4992-9526-b81c2b99183c" providerId="ADAL" clId="{CC5D6039-6D68-4E04-99B7-91A1C621300C}" dt="2024-01-11T06:55:10.876" v="4937" actId="2711"/>
          <ac:spMkLst>
            <pc:docMk/>
            <pc:sldMk cId="3422976296" sldId="269"/>
            <ac:spMk id="9" creationId="{FCBC44C1-C99F-B884-0D3B-AF0A88C6C6EB}"/>
          </ac:spMkLst>
        </pc:spChg>
        <pc:spChg chg="del">
          <ac:chgData name="Anila" userId="10aae156-914e-4992-9526-b81c2b99183c" providerId="ADAL" clId="{CC5D6039-6D68-4E04-99B7-91A1C621300C}" dt="2024-01-11T06:47:41.762" v="4901" actId="478"/>
          <ac:spMkLst>
            <pc:docMk/>
            <pc:sldMk cId="3422976296" sldId="269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05:55:30.121" v="2413" actId="14100"/>
          <ac:spMkLst>
            <pc:docMk/>
            <pc:sldMk cId="3422976296" sldId="269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4:51.950" v="4935" actId="2711"/>
          <ac:spMkLst>
            <pc:docMk/>
            <pc:sldMk cId="3422976296" sldId="269"/>
            <ac:spMk id="12" creationId="{00F46D07-4060-346B-6D28-E997385F9F72}"/>
          </ac:spMkLst>
        </pc:spChg>
        <pc:spChg chg="add mod">
          <ac:chgData name="Anila" userId="10aae156-914e-4992-9526-b81c2b99183c" providerId="ADAL" clId="{CC5D6039-6D68-4E04-99B7-91A1C621300C}" dt="2024-01-11T06:55:10.876" v="4937" actId="2711"/>
          <ac:spMkLst>
            <pc:docMk/>
            <pc:sldMk cId="3422976296" sldId="269"/>
            <ac:spMk id="14" creationId="{516E16C4-D122-7F4D-8656-97AF318347BF}"/>
          </ac:spMkLst>
        </pc:spChg>
        <pc:spChg chg="mod topLvl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15" creationId="{A01870B9-FABF-1188-DFA4-D29119D0139A}"/>
          </ac:spMkLst>
        </pc:spChg>
        <pc:spChg chg="mod topLvl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17" creationId="{DEFE1756-C405-1F4D-942A-7A3F97A0842D}"/>
          </ac:spMkLst>
        </pc:spChg>
        <pc:spChg chg="add mod">
          <ac:chgData name="Anila" userId="10aae156-914e-4992-9526-b81c2b99183c" providerId="ADAL" clId="{CC5D6039-6D68-4E04-99B7-91A1C621300C}" dt="2024-01-11T06:55:10.876" v="4937" actId="2711"/>
          <ac:spMkLst>
            <pc:docMk/>
            <pc:sldMk cId="3422976296" sldId="269"/>
            <ac:spMk id="18" creationId="{1644BCB8-CEBD-A8FE-C598-F6E5AC65D435}"/>
          </ac:spMkLst>
        </pc:spChg>
        <pc:spChg chg="add mod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19" creationId="{6BC9B30B-CEFC-8F22-B016-2666ABAECA44}"/>
          </ac:spMkLst>
        </pc:spChg>
        <pc:spChg chg="mod topLvl">
          <ac:chgData name="Anila" userId="10aae156-914e-4992-9526-b81c2b99183c" providerId="ADAL" clId="{CC5D6039-6D68-4E04-99B7-91A1C621300C}" dt="2024-01-11T06:54:59.793" v="4936" actId="2711"/>
          <ac:spMkLst>
            <pc:docMk/>
            <pc:sldMk cId="3422976296" sldId="269"/>
            <ac:spMk id="20" creationId="{A6931713-A3CF-AD54-CA9A-98F69E1C0143}"/>
          </ac:spMkLst>
        </pc:spChg>
        <pc:spChg chg="mod topLvl">
          <ac:chgData name="Anila" userId="10aae156-914e-4992-9526-b81c2b99183c" providerId="ADAL" clId="{CC5D6039-6D68-4E04-99B7-91A1C621300C}" dt="2024-01-11T06:54:59.793" v="4936" actId="2711"/>
          <ac:spMkLst>
            <pc:docMk/>
            <pc:sldMk cId="3422976296" sldId="269"/>
            <ac:spMk id="21" creationId="{FC267E50-894D-FC83-13CE-3C582F08B673}"/>
          </ac:spMkLst>
        </pc:spChg>
        <pc:spChg chg="add mod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23" creationId="{5187D23C-0FD5-AA28-5D9C-10543A1B969A}"/>
          </ac:spMkLst>
        </pc:spChg>
        <pc:spChg chg="add mod">
          <ac:chgData name="Anila" userId="10aae156-914e-4992-9526-b81c2b99183c" providerId="ADAL" clId="{CC5D6039-6D68-4E04-99B7-91A1C621300C}" dt="2024-01-10T06:34:40.966" v="2774" actId="1076"/>
          <ac:spMkLst>
            <pc:docMk/>
            <pc:sldMk cId="3422976296" sldId="269"/>
            <ac:spMk id="24" creationId="{7D8E7232-3BDE-4934-9F21-C450F583D74E}"/>
          </ac:spMkLst>
        </pc:spChg>
        <pc:spChg chg="add mod">
          <ac:chgData name="Anila" userId="10aae156-914e-4992-9526-b81c2b99183c" providerId="ADAL" clId="{CC5D6039-6D68-4E04-99B7-91A1C621300C}" dt="2024-01-11T06:55:16.307" v="4938" actId="2711"/>
          <ac:spMkLst>
            <pc:docMk/>
            <pc:sldMk cId="3422976296" sldId="269"/>
            <ac:spMk id="25" creationId="{AE1D6DEF-CDE9-08EA-B2CB-0F5A1E1C53F5}"/>
          </ac:spMkLst>
        </pc:spChg>
        <pc:spChg chg="add mod">
          <ac:chgData name="Anila" userId="10aae156-914e-4992-9526-b81c2b99183c" providerId="ADAL" clId="{CC5D6039-6D68-4E04-99B7-91A1C621300C}" dt="2024-01-11T06:55:16.307" v="4938" actId="2711"/>
          <ac:spMkLst>
            <pc:docMk/>
            <pc:sldMk cId="3422976296" sldId="269"/>
            <ac:spMk id="26" creationId="{D6D59FF7-2055-0317-3855-2D34AE9151ED}"/>
          </ac:spMkLst>
        </pc:spChg>
        <pc:spChg chg="add mod">
          <ac:chgData name="Anila" userId="10aae156-914e-4992-9526-b81c2b99183c" providerId="ADAL" clId="{CC5D6039-6D68-4E04-99B7-91A1C621300C}" dt="2024-01-11T06:55:16.307" v="4938" actId="2711"/>
          <ac:spMkLst>
            <pc:docMk/>
            <pc:sldMk cId="3422976296" sldId="269"/>
            <ac:spMk id="27" creationId="{39C72DF6-1D52-7B5B-9192-30060681A739}"/>
          </ac:spMkLst>
        </pc:spChg>
        <pc:grpChg chg="add del mod">
          <ac:chgData name="Anila" userId="10aae156-914e-4992-9526-b81c2b99183c" providerId="ADAL" clId="{CC5D6039-6D68-4E04-99B7-91A1C621300C}" dt="2024-01-10T05:56:57.535" v="2464" actId="165"/>
          <ac:grpSpMkLst>
            <pc:docMk/>
            <pc:sldMk cId="3422976296" sldId="269"/>
            <ac:grpSpMk id="6" creationId="{AFB2E69F-ED2F-607D-1ABE-8F4D8D0D2284}"/>
          </ac:grpSpMkLst>
        </pc:grpChg>
        <pc:grpChg chg="add del mod">
          <ac:chgData name="Anila" userId="10aae156-914e-4992-9526-b81c2b99183c" providerId="ADAL" clId="{CC5D6039-6D68-4E04-99B7-91A1C621300C}" dt="2024-01-10T05:56:57.535" v="2464" actId="165"/>
          <ac:grpSpMkLst>
            <pc:docMk/>
            <pc:sldMk cId="3422976296" sldId="269"/>
            <ac:grpSpMk id="7" creationId="{BD6CB25F-9EA9-33EF-8B3D-16F4FAC1357F}"/>
          </ac:grpSpMkLst>
        </pc:grpChg>
        <pc:grpChg chg="add del mod">
          <ac:chgData name="Anila" userId="10aae156-914e-4992-9526-b81c2b99183c" providerId="ADAL" clId="{CC5D6039-6D68-4E04-99B7-91A1C621300C}" dt="2024-01-10T05:56:57.535" v="2464" actId="165"/>
          <ac:grpSpMkLst>
            <pc:docMk/>
            <pc:sldMk cId="3422976296" sldId="269"/>
            <ac:grpSpMk id="8" creationId="{85CBFD1F-F987-40F7-D216-9EB9820CDABD}"/>
          </ac:grpSpMkLst>
        </pc:grpChg>
        <pc:grpChg chg="mod">
          <ac:chgData name="Anila" userId="10aae156-914e-4992-9526-b81c2b99183c" providerId="ADAL" clId="{CC5D6039-6D68-4E04-99B7-91A1C621300C}" dt="2024-01-10T05:56:37.368" v="2439" actId="1037"/>
          <ac:grpSpMkLst>
            <pc:docMk/>
            <pc:sldMk cId="3422976296" sldId="269"/>
            <ac:grpSpMk id="22" creationId="{FC9A9D9F-A1FD-333C-FA99-B0A937F0C114}"/>
          </ac:grpSpMkLst>
        </pc:grpChg>
      </pc:sldChg>
      <pc:sldChg chg="addSp delSp modSp add mod setBg modClrScheme chgLayout">
        <pc:chgData name="Anila" userId="10aae156-914e-4992-9526-b81c2b99183c" providerId="ADAL" clId="{CC5D6039-6D68-4E04-99B7-91A1C621300C}" dt="2024-01-11T06:56:26.078" v="4946" actId="2711"/>
        <pc:sldMkLst>
          <pc:docMk/>
          <pc:sldMk cId="3272244077" sldId="270"/>
        </pc:sldMkLst>
        <pc:spChg chg="mod">
          <ac:chgData name="Anila" userId="10aae156-914e-4992-9526-b81c2b99183c" providerId="ADAL" clId="{CC5D6039-6D68-4E04-99B7-91A1C621300C}" dt="2024-01-10T06:51:10.523" v="2966" actId="164"/>
          <ac:spMkLst>
            <pc:docMk/>
            <pc:sldMk cId="3272244077" sldId="270"/>
            <ac:spMk id="3" creationId="{4FE4D6BF-16A8-500E-F58F-BFA8246B6AE3}"/>
          </ac:spMkLst>
        </pc:spChg>
        <pc:spChg chg="del mod">
          <ac:chgData name="Anila" userId="10aae156-914e-4992-9526-b81c2b99183c" providerId="ADAL" clId="{CC5D6039-6D68-4E04-99B7-91A1C621300C}" dt="2024-01-11T06:47:37.795" v="4899" actId="478"/>
          <ac:spMkLst>
            <pc:docMk/>
            <pc:sldMk cId="3272244077" sldId="270"/>
            <ac:spMk id="4" creationId="{C027BFCA-F3C5-0360-B6E2-FA065DD34C0F}"/>
          </ac:spMkLst>
        </pc:spChg>
        <pc:spChg chg="mod">
          <ac:chgData name="Anila" userId="10aae156-914e-4992-9526-b81c2b99183c" providerId="ADAL" clId="{CC5D6039-6D68-4E04-99B7-91A1C621300C}" dt="2024-01-11T06:55:48.362" v="4941" actId="2711"/>
          <ac:spMkLst>
            <pc:docMk/>
            <pc:sldMk cId="3272244077" sldId="270"/>
            <ac:spMk id="5" creationId="{D883B7D0-9363-2A90-CFDB-540E204165F4}"/>
          </ac:spMkLst>
        </pc:spChg>
        <pc:spChg chg="mod ord">
          <ac:chgData name="Anila" userId="10aae156-914e-4992-9526-b81c2b99183c" providerId="ADAL" clId="{CC5D6039-6D68-4E04-99B7-91A1C621300C}" dt="2024-01-11T06:55:34.088" v="4940" actId="2711"/>
          <ac:spMkLst>
            <pc:docMk/>
            <pc:sldMk cId="3272244077" sldId="270"/>
            <ac:spMk id="9" creationId="{FCBC44C1-C99F-B884-0D3B-AF0A88C6C6EB}"/>
          </ac:spMkLst>
        </pc:spChg>
        <pc:spChg chg="del">
          <ac:chgData name="Anila" userId="10aae156-914e-4992-9526-b81c2b99183c" providerId="ADAL" clId="{CC5D6039-6D68-4E04-99B7-91A1C621300C}" dt="2024-01-11T06:47:38.612" v="4900" actId="478"/>
          <ac:spMkLst>
            <pc:docMk/>
            <pc:sldMk cId="3272244077" sldId="270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06:50:56.284" v="2963" actId="14100"/>
          <ac:spMkLst>
            <pc:docMk/>
            <pc:sldMk cId="3272244077" sldId="270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6:26.078" v="4946" actId="2711"/>
          <ac:spMkLst>
            <pc:docMk/>
            <pc:sldMk cId="3272244077" sldId="270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11T06:56:03.109" v="4943" actId="2711"/>
          <ac:spMkLst>
            <pc:docMk/>
            <pc:sldMk cId="3272244077" sldId="270"/>
            <ac:spMk id="14" creationId="{516E16C4-D122-7F4D-8656-97AF318347BF}"/>
          </ac:spMkLst>
        </pc:spChg>
        <pc:spChg chg="mod">
          <ac:chgData name="Anila" userId="10aae156-914e-4992-9526-b81c2b99183c" providerId="ADAL" clId="{CC5D6039-6D68-4E04-99B7-91A1C621300C}" dt="2024-01-10T06:43:10.966" v="2863" actId="164"/>
          <ac:spMkLst>
            <pc:docMk/>
            <pc:sldMk cId="3272244077" sldId="270"/>
            <ac:spMk id="15" creationId="{A01870B9-FABF-1188-DFA4-D29119D0139A}"/>
          </ac:spMkLst>
        </pc:spChg>
        <pc:spChg chg="mod">
          <ac:chgData name="Anila" userId="10aae156-914e-4992-9526-b81c2b99183c" providerId="ADAL" clId="{CC5D6039-6D68-4E04-99B7-91A1C621300C}" dt="2024-01-10T06:43:07.921" v="2862" actId="164"/>
          <ac:spMkLst>
            <pc:docMk/>
            <pc:sldMk cId="3272244077" sldId="270"/>
            <ac:spMk id="17" creationId="{DEFE1756-C405-1F4D-942A-7A3F97A0842D}"/>
          </ac:spMkLst>
        </pc:spChg>
        <pc:spChg chg="mod">
          <ac:chgData name="Anila" userId="10aae156-914e-4992-9526-b81c2b99183c" providerId="ADAL" clId="{CC5D6039-6D68-4E04-99B7-91A1C621300C}" dt="2024-01-11T06:56:17.838" v="4945" actId="2711"/>
          <ac:spMkLst>
            <pc:docMk/>
            <pc:sldMk cId="3272244077" sldId="270"/>
            <ac:spMk id="18" creationId="{1644BCB8-CEBD-A8FE-C598-F6E5AC65D435}"/>
          </ac:spMkLst>
        </pc:spChg>
        <pc:spChg chg="mod">
          <ac:chgData name="Anila" userId="10aae156-914e-4992-9526-b81c2b99183c" providerId="ADAL" clId="{CC5D6039-6D68-4E04-99B7-91A1C621300C}" dt="2024-01-10T06:51:10.523" v="2966" actId="164"/>
          <ac:spMkLst>
            <pc:docMk/>
            <pc:sldMk cId="3272244077" sldId="270"/>
            <ac:spMk id="19" creationId="{6BC9B30B-CEFC-8F22-B016-2666ABAECA44}"/>
          </ac:spMkLst>
        </pc:spChg>
        <pc:spChg chg="mod">
          <ac:chgData name="Anila" userId="10aae156-914e-4992-9526-b81c2b99183c" providerId="ADAL" clId="{CC5D6039-6D68-4E04-99B7-91A1C621300C}" dt="2024-01-11T06:56:10.122" v="4944" actId="2711"/>
          <ac:spMkLst>
            <pc:docMk/>
            <pc:sldMk cId="3272244077" sldId="270"/>
            <ac:spMk id="20" creationId="{A6931713-A3CF-AD54-CA9A-98F69E1C0143}"/>
          </ac:spMkLst>
        </pc:spChg>
        <pc:spChg chg="mod">
          <ac:chgData name="Anila" userId="10aae156-914e-4992-9526-b81c2b99183c" providerId="ADAL" clId="{CC5D6039-6D68-4E04-99B7-91A1C621300C}" dt="2024-01-11T06:55:56.005" v="4942" actId="2711"/>
          <ac:spMkLst>
            <pc:docMk/>
            <pc:sldMk cId="3272244077" sldId="270"/>
            <ac:spMk id="21" creationId="{FC267E50-894D-FC83-13CE-3C582F08B673}"/>
          </ac:spMkLst>
        </pc:spChg>
        <pc:spChg chg="mod">
          <ac:chgData name="Anila" userId="10aae156-914e-4992-9526-b81c2b99183c" providerId="ADAL" clId="{CC5D6039-6D68-4E04-99B7-91A1C621300C}" dt="2024-01-10T06:43:07.921" v="2862" actId="164"/>
          <ac:spMkLst>
            <pc:docMk/>
            <pc:sldMk cId="3272244077" sldId="270"/>
            <ac:spMk id="23" creationId="{5187D23C-0FD5-AA28-5D9C-10543A1B969A}"/>
          </ac:spMkLst>
        </pc:spChg>
        <pc:spChg chg="mod">
          <ac:chgData name="Anila" userId="10aae156-914e-4992-9526-b81c2b99183c" providerId="ADAL" clId="{CC5D6039-6D68-4E04-99B7-91A1C621300C}" dt="2024-01-10T06:43:10.966" v="2863" actId="164"/>
          <ac:spMkLst>
            <pc:docMk/>
            <pc:sldMk cId="3272244077" sldId="270"/>
            <ac:spMk id="24" creationId="{7D8E7232-3BDE-4934-9F21-C450F583D74E}"/>
          </ac:spMkLst>
        </pc:spChg>
        <pc:spChg chg="del">
          <ac:chgData name="Anila" userId="10aae156-914e-4992-9526-b81c2b99183c" providerId="ADAL" clId="{CC5D6039-6D68-4E04-99B7-91A1C621300C}" dt="2024-01-10T06:30:33.828" v="2706" actId="478"/>
          <ac:spMkLst>
            <pc:docMk/>
            <pc:sldMk cId="3272244077" sldId="270"/>
            <ac:spMk id="25" creationId="{AE1D6DEF-CDE9-08EA-B2CB-0F5A1E1C53F5}"/>
          </ac:spMkLst>
        </pc:spChg>
        <pc:spChg chg="del">
          <ac:chgData name="Anila" userId="10aae156-914e-4992-9526-b81c2b99183c" providerId="ADAL" clId="{CC5D6039-6D68-4E04-99B7-91A1C621300C}" dt="2024-01-10T06:30:33.828" v="2706" actId="478"/>
          <ac:spMkLst>
            <pc:docMk/>
            <pc:sldMk cId="3272244077" sldId="270"/>
            <ac:spMk id="26" creationId="{D6D59FF7-2055-0317-3855-2D34AE9151ED}"/>
          </ac:spMkLst>
        </pc:spChg>
        <pc:spChg chg="del">
          <ac:chgData name="Anila" userId="10aae156-914e-4992-9526-b81c2b99183c" providerId="ADAL" clId="{CC5D6039-6D68-4E04-99B7-91A1C621300C}" dt="2024-01-10T06:30:33.828" v="2706" actId="478"/>
          <ac:spMkLst>
            <pc:docMk/>
            <pc:sldMk cId="3272244077" sldId="270"/>
            <ac:spMk id="27" creationId="{39C72DF6-1D52-7B5B-9192-30060681A739}"/>
          </ac:spMkLst>
        </pc:spChg>
        <pc:spChg chg="add mod topLvl">
          <ac:chgData name="Anila" userId="10aae156-914e-4992-9526-b81c2b99183c" providerId="ADAL" clId="{CC5D6039-6D68-4E04-99B7-91A1C621300C}" dt="2024-01-10T06:54:34.176" v="2980" actId="553"/>
          <ac:spMkLst>
            <pc:docMk/>
            <pc:sldMk cId="3272244077" sldId="270"/>
            <ac:spMk id="28" creationId="{CEA2089F-A5FA-0841-EA39-29E0D23E7182}"/>
          </ac:spMkLst>
        </pc:spChg>
        <pc:spChg chg="add mod ord topLvl">
          <ac:chgData name="Anila" userId="10aae156-914e-4992-9526-b81c2b99183c" providerId="ADAL" clId="{CC5D6039-6D68-4E04-99B7-91A1C621300C}" dt="2024-01-10T12:45:49.273" v="4450" actId="207"/>
          <ac:spMkLst>
            <pc:docMk/>
            <pc:sldMk cId="3272244077" sldId="270"/>
            <ac:spMk id="29" creationId="{EA5E66DB-222E-E530-7C6B-FA2C75330FF8}"/>
          </ac:spMkLst>
        </pc:spChg>
        <pc:spChg chg="mod topLvl">
          <ac:chgData name="Anila" userId="10aae156-914e-4992-9526-b81c2b99183c" providerId="ADAL" clId="{CC5D6039-6D68-4E04-99B7-91A1C621300C}" dt="2024-01-10T06:54:34.176" v="2980" actId="553"/>
          <ac:spMkLst>
            <pc:docMk/>
            <pc:sldMk cId="3272244077" sldId="270"/>
            <ac:spMk id="32" creationId="{BA30858A-4013-E314-79D6-E3E719B4E802}"/>
          </ac:spMkLst>
        </pc:spChg>
        <pc:spChg chg="mod ord topLvl">
          <ac:chgData name="Anila" userId="10aae156-914e-4992-9526-b81c2b99183c" providerId="ADAL" clId="{CC5D6039-6D68-4E04-99B7-91A1C621300C}" dt="2024-01-10T12:45:49.273" v="4450" actId="207"/>
          <ac:spMkLst>
            <pc:docMk/>
            <pc:sldMk cId="3272244077" sldId="270"/>
            <ac:spMk id="33" creationId="{0061CBC0-18B2-E8F6-F052-CF60F347FA4F}"/>
          </ac:spMkLst>
        </pc:spChg>
        <pc:spChg chg="mod topLvl">
          <ac:chgData name="Anila" userId="10aae156-914e-4992-9526-b81c2b99183c" providerId="ADAL" clId="{CC5D6039-6D68-4E04-99B7-91A1C621300C}" dt="2024-01-10T06:54:34.176" v="2980" actId="553"/>
          <ac:spMkLst>
            <pc:docMk/>
            <pc:sldMk cId="3272244077" sldId="270"/>
            <ac:spMk id="35" creationId="{AB0C097E-02C0-3A36-A7CE-F6806D90985B}"/>
          </ac:spMkLst>
        </pc:spChg>
        <pc:spChg chg="mod ord topLvl">
          <ac:chgData name="Anila" userId="10aae156-914e-4992-9526-b81c2b99183c" providerId="ADAL" clId="{CC5D6039-6D68-4E04-99B7-91A1C621300C}" dt="2024-01-10T12:45:49.273" v="4450" actId="207"/>
          <ac:spMkLst>
            <pc:docMk/>
            <pc:sldMk cId="3272244077" sldId="270"/>
            <ac:spMk id="36" creationId="{6A1E7609-5D95-AC97-8D6A-CEB3E19252BF}"/>
          </ac:spMkLst>
        </pc:spChg>
        <pc:spChg chg="add del mod ord">
          <ac:chgData name="Anila" userId="10aae156-914e-4992-9526-b81c2b99183c" providerId="ADAL" clId="{CC5D6039-6D68-4E04-99B7-91A1C621300C}" dt="2024-01-10T12:45:11.870" v="4406" actId="931"/>
          <ac:spMkLst>
            <pc:docMk/>
            <pc:sldMk cId="3272244077" sldId="270"/>
            <ac:spMk id="41" creationId="{39DD3243-7CB2-1BB5-B5F6-387F4348A2F8}"/>
          </ac:spMkLst>
        </pc:spChg>
        <pc:spChg chg="add del mod ord">
          <ac:chgData name="Anila" userId="10aae156-914e-4992-9526-b81c2b99183c" providerId="ADAL" clId="{CC5D6039-6D68-4E04-99B7-91A1C621300C}" dt="2024-01-10T12:45:18.279" v="4409" actId="931"/>
          <ac:spMkLst>
            <pc:docMk/>
            <pc:sldMk cId="3272244077" sldId="270"/>
            <ac:spMk id="42" creationId="{AEDE8B9B-AFB8-D517-8192-A83072F88E37}"/>
          </ac:spMkLst>
        </pc:spChg>
        <pc:spChg chg="add del mod ord">
          <ac:chgData name="Anila" userId="10aae156-914e-4992-9526-b81c2b99183c" providerId="ADAL" clId="{CC5D6039-6D68-4E04-99B7-91A1C621300C}" dt="2024-01-10T12:45:32.154" v="4412" actId="931"/>
          <ac:spMkLst>
            <pc:docMk/>
            <pc:sldMk cId="3272244077" sldId="270"/>
            <ac:spMk id="43" creationId="{CB71B671-F88E-353F-8E55-27F85DEB627E}"/>
          </ac:spMkLst>
        </pc:spChg>
        <pc:grpChg chg="add mod">
          <ac:chgData name="Anila" userId="10aae156-914e-4992-9526-b81c2b99183c" providerId="ADAL" clId="{CC5D6039-6D68-4E04-99B7-91A1C621300C}" dt="2024-01-10T06:51:16.990" v="2968" actId="164"/>
          <ac:grpSpMkLst>
            <pc:docMk/>
            <pc:sldMk cId="3272244077" sldId="270"/>
            <ac:grpSpMk id="6" creationId="{75D58396-2048-7C1E-540C-6D45189F117C}"/>
          </ac:grpSpMkLst>
        </pc:grpChg>
        <pc:grpChg chg="add mod">
          <ac:chgData name="Anila" userId="10aae156-914e-4992-9526-b81c2b99183c" providerId="ADAL" clId="{CC5D6039-6D68-4E04-99B7-91A1C621300C}" dt="2024-01-10T06:51:22.415" v="2970" actId="164"/>
          <ac:grpSpMkLst>
            <pc:docMk/>
            <pc:sldMk cId="3272244077" sldId="270"/>
            <ac:grpSpMk id="7" creationId="{B7A7036B-2F96-C4EC-EDEE-C7A5BE54C17B}"/>
          </ac:grpSpMkLst>
        </pc:grpChg>
        <pc:grpChg chg="add mod">
          <ac:chgData name="Anila" userId="10aae156-914e-4992-9526-b81c2b99183c" providerId="ADAL" clId="{CC5D6039-6D68-4E04-99B7-91A1C621300C}" dt="2024-01-10T06:51:27.726" v="2971" actId="164"/>
          <ac:grpSpMkLst>
            <pc:docMk/>
            <pc:sldMk cId="3272244077" sldId="270"/>
            <ac:grpSpMk id="8" creationId="{2889A9E2-146D-41E2-D5E3-604A7B6B8F8C}"/>
          </ac:grpSpMkLst>
        </pc:grpChg>
        <pc:grpChg chg="mod">
          <ac:chgData name="Anila" userId="10aae156-914e-4992-9526-b81c2b99183c" providerId="ADAL" clId="{CC5D6039-6D68-4E04-99B7-91A1C621300C}" dt="2024-01-10T06:50:44.990" v="2960" actId="1076"/>
          <ac:grpSpMkLst>
            <pc:docMk/>
            <pc:sldMk cId="3272244077" sldId="270"/>
            <ac:grpSpMk id="22" creationId="{FC9A9D9F-A1FD-333C-FA99-B0A937F0C114}"/>
          </ac:grpSpMkLst>
        </pc:grpChg>
        <pc:grpChg chg="add del mod">
          <ac:chgData name="Anila" userId="10aae156-914e-4992-9526-b81c2b99183c" providerId="ADAL" clId="{CC5D6039-6D68-4E04-99B7-91A1C621300C}" dt="2024-01-10T06:49:58.305" v="2951" actId="165"/>
          <ac:grpSpMkLst>
            <pc:docMk/>
            <pc:sldMk cId="3272244077" sldId="270"/>
            <ac:grpSpMk id="30" creationId="{9DF049BB-E0AD-989D-82FB-0085D9038FF2}"/>
          </ac:grpSpMkLst>
        </pc:grpChg>
        <pc:grpChg chg="add del mod">
          <ac:chgData name="Anila" userId="10aae156-914e-4992-9526-b81c2b99183c" providerId="ADAL" clId="{CC5D6039-6D68-4E04-99B7-91A1C621300C}" dt="2024-01-10T06:49:58.305" v="2951" actId="165"/>
          <ac:grpSpMkLst>
            <pc:docMk/>
            <pc:sldMk cId="3272244077" sldId="270"/>
            <ac:grpSpMk id="31" creationId="{FD024C35-B1AC-26EE-0C28-676F56BFFDAE}"/>
          </ac:grpSpMkLst>
        </pc:grpChg>
        <pc:grpChg chg="add del mod">
          <ac:chgData name="Anila" userId="10aae156-914e-4992-9526-b81c2b99183c" providerId="ADAL" clId="{CC5D6039-6D68-4E04-99B7-91A1C621300C}" dt="2024-01-10T06:49:58.305" v="2951" actId="165"/>
          <ac:grpSpMkLst>
            <pc:docMk/>
            <pc:sldMk cId="3272244077" sldId="270"/>
            <ac:grpSpMk id="34" creationId="{2E24202E-1099-8C63-8348-378C5FE94BDA}"/>
          </ac:grpSpMkLst>
        </pc:grpChg>
        <pc:grpChg chg="add mod">
          <ac:chgData name="Anila" userId="10aae156-914e-4992-9526-b81c2b99183c" providerId="ADAL" clId="{CC5D6039-6D68-4E04-99B7-91A1C621300C}" dt="2024-01-10T06:51:10.523" v="2966" actId="164"/>
          <ac:grpSpMkLst>
            <pc:docMk/>
            <pc:sldMk cId="3272244077" sldId="270"/>
            <ac:grpSpMk id="37" creationId="{F76705C8-A0FE-60F3-024D-D7FA2427BABF}"/>
          </ac:grpSpMkLst>
        </pc:grpChg>
        <pc:grpChg chg="add mod">
          <ac:chgData name="Anila" userId="10aae156-914e-4992-9526-b81c2b99183c" providerId="ADAL" clId="{CC5D6039-6D68-4E04-99B7-91A1C621300C}" dt="2024-01-10T06:51:41.999" v="2976" actId="1076"/>
          <ac:grpSpMkLst>
            <pc:docMk/>
            <pc:sldMk cId="3272244077" sldId="270"/>
            <ac:grpSpMk id="38" creationId="{11AB212A-F49F-5F05-0B8C-D1F69E420C5D}"/>
          </ac:grpSpMkLst>
        </pc:grpChg>
        <pc:grpChg chg="add mod">
          <ac:chgData name="Anila" userId="10aae156-914e-4992-9526-b81c2b99183c" providerId="ADAL" clId="{CC5D6039-6D68-4E04-99B7-91A1C621300C}" dt="2024-01-10T06:51:41.999" v="2976" actId="1076"/>
          <ac:grpSpMkLst>
            <pc:docMk/>
            <pc:sldMk cId="3272244077" sldId="270"/>
            <ac:grpSpMk id="39" creationId="{3EA5C038-AE58-1903-3442-8ADDA5150927}"/>
          </ac:grpSpMkLst>
        </pc:grpChg>
        <pc:grpChg chg="add mod">
          <ac:chgData name="Anila" userId="10aae156-914e-4992-9526-b81c2b99183c" providerId="ADAL" clId="{CC5D6039-6D68-4E04-99B7-91A1C621300C}" dt="2024-01-10T06:51:41.999" v="2976" actId="1076"/>
          <ac:grpSpMkLst>
            <pc:docMk/>
            <pc:sldMk cId="3272244077" sldId="270"/>
            <ac:grpSpMk id="40" creationId="{629C33B1-2DEE-9B9F-9F21-6F3AC69F3C5D}"/>
          </ac:grpSpMkLst>
        </pc:grpChg>
        <pc:picChg chg="add mod">
          <ac:chgData name="Anila" userId="10aae156-914e-4992-9526-b81c2b99183c" providerId="ADAL" clId="{CC5D6039-6D68-4E04-99B7-91A1C621300C}" dt="2024-01-10T12:45:17.416" v="4407" actId="27614"/>
          <ac:picMkLst>
            <pc:docMk/>
            <pc:sldMk cId="3272244077" sldId="270"/>
            <ac:picMk id="45" creationId="{C0426063-1C64-DFC0-0606-2B3FE634ED2D}"/>
          </ac:picMkLst>
        </pc:picChg>
        <pc:picChg chg="add mod">
          <ac:chgData name="Anila" userId="10aae156-914e-4992-9526-b81c2b99183c" providerId="ADAL" clId="{CC5D6039-6D68-4E04-99B7-91A1C621300C}" dt="2024-01-10T12:45:19.366" v="4411" actId="962"/>
          <ac:picMkLst>
            <pc:docMk/>
            <pc:sldMk cId="3272244077" sldId="270"/>
            <ac:picMk id="47" creationId="{B4FC50CB-597C-65E6-9656-4AA9A05880F9}"/>
          </ac:picMkLst>
        </pc:picChg>
        <pc:picChg chg="add mod">
          <ac:chgData name="Anila" userId="10aae156-914e-4992-9526-b81c2b99183c" providerId="ADAL" clId="{CC5D6039-6D68-4E04-99B7-91A1C621300C}" dt="2024-01-10T12:45:33.345" v="4414" actId="962"/>
          <ac:picMkLst>
            <pc:docMk/>
            <pc:sldMk cId="3272244077" sldId="270"/>
            <ac:picMk id="49" creationId="{6CDB6168-120C-5841-7528-E951AC89B095}"/>
          </ac:picMkLst>
        </pc:picChg>
      </pc:sldChg>
      <pc:sldChg chg="addSp delSp modSp add del mod ord">
        <pc:chgData name="Anila" userId="10aae156-914e-4992-9526-b81c2b99183c" providerId="ADAL" clId="{CC5D6039-6D68-4E04-99B7-91A1C621300C}" dt="2024-01-10T11:42:23.567" v="3962" actId="47"/>
        <pc:sldMkLst>
          <pc:docMk/>
          <pc:sldMk cId="390260470" sldId="271"/>
        </pc:sldMkLst>
        <pc:spChg chg="del mod">
          <ac:chgData name="Anila" userId="10aae156-914e-4992-9526-b81c2b99183c" providerId="ADAL" clId="{CC5D6039-6D68-4E04-99B7-91A1C621300C}" dt="2024-01-10T10:35:29.728" v="3530" actId="478"/>
          <ac:spMkLst>
            <pc:docMk/>
            <pc:sldMk cId="390260470" sldId="271"/>
            <ac:spMk id="3" creationId="{6E2ABEAC-EEDF-90EE-EC75-B91104CAFC02}"/>
          </ac:spMkLst>
        </pc:spChg>
        <pc:spChg chg="mod">
          <ac:chgData name="Anila" userId="10aae156-914e-4992-9526-b81c2b99183c" providerId="ADAL" clId="{CC5D6039-6D68-4E04-99B7-91A1C621300C}" dt="2024-01-10T11:09:18.429" v="3636" actId="1076"/>
          <ac:spMkLst>
            <pc:docMk/>
            <pc:sldMk cId="390260470" sldId="271"/>
            <ac:spMk id="4" creationId="{C027BFCA-F3C5-0360-B6E2-FA065DD34C0F}"/>
          </ac:spMkLst>
        </pc:spChg>
        <pc:spChg chg="add del mod">
          <ac:chgData name="Anila" userId="10aae156-914e-4992-9526-b81c2b99183c" providerId="ADAL" clId="{CC5D6039-6D68-4E04-99B7-91A1C621300C}" dt="2024-01-10T10:34:22.498" v="3513" actId="478"/>
          <ac:spMkLst>
            <pc:docMk/>
            <pc:sldMk cId="390260470" sldId="271"/>
            <ac:spMk id="5" creationId="{2FB7D383-4E6D-BF3E-939E-6CB52F6EC882}"/>
          </ac:spMkLst>
        </pc:spChg>
        <pc:spChg chg="add mod or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6" creationId="{E249925B-57AF-BBF6-D4A2-B5E951B23D34}"/>
          </ac:spMkLst>
        </pc:spChg>
        <pc:spChg chg="add mod or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7" creationId="{F270D18C-35D9-8DF3-6C2D-DAB23FC569DE}"/>
          </ac:spMkLst>
        </pc:spChg>
        <pc:spChg chg="add mod or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8" creationId="{1451BF44-8DBC-E68D-B2A5-2C8EBA4693CE}"/>
          </ac:spMkLst>
        </pc:spChg>
        <pc:spChg chg="add mod or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9" creationId="{1880B2DB-05FF-CE8E-45F5-C4D73F281A20}"/>
          </ac:spMkLst>
        </pc:spChg>
        <pc:spChg chg="mod">
          <ac:chgData name="Anila" userId="10aae156-914e-4992-9526-b81c2b99183c" providerId="ADAL" clId="{CC5D6039-6D68-4E04-99B7-91A1C621300C}" dt="2024-01-10T10:35:25.136" v="3529" actId="20577"/>
          <ac:spMkLst>
            <pc:docMk/>
            <pc:sldMk cId="390260470" sldId="271"/>
            <ac:spMk id="12" creationId="{00F46D07-4060-346B-6D28-E997385F9F72}"/>
          </ac:spMkLst>
        </pc:spChg>
        <pc:spChg chg="add del mod">
          <ac:chgData name="Anila" userId="10aae156-914e-4992-9526-b81c2b99183c" providerId="ADAL" clId="{CC5D6039-6D68-4E04-99B7-91A1C621300C}" dt="2024-01-10T11:06:13.602" v="3606" actId="478"/>
          <ac:spMkLst>
            <pc:docMk/>
            <pc:sldMk cId="390260470" sldId="271"/>
            <ac:spMk id="14" creationId="{982D452B-8ECC-FE2D-6EE3-83D88B3FB21C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15" creationId="{2F19914A-EBDE-3FBB-A0CD-82BB8EDCD8F9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17" creationId="{E060A0C3-DE7A-5FCE-456E-619D154352D3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18" creationId="{AF528B2C-6619-7DA4-6E4E-DF091B0305A7}"/>
          </ac:spMkLst>
        </pc:spChg>
        <pc:spChg chg="add del mod">
          <ac:chgData name="Anila" userId="10aae156-914e-4992-9526-b81c2b99183c" providerId="ADAL" clId="{CC5D6039-6D68-4E04-99B7-91A1C621300C}" dt="2024-01-10T11:08:55.856" v="3633" actId="478"/>
          <ac:spMkLst>
            <pc:docMk/>
            <pc:sldMk cId="390260470" sldId="271"/>
            <ac:spMk id="19" creationId="{35453F3F-98E4-26C9-FD4E-F03D4B49F510}"/>
          </ac:spMkLst>
        </pc:spChg>
        <pc:spChg chg="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20" creationId="{A6931713-A3CF-AD54-CA9A-98F69E1C0143}"/>
          </ac:spMkLst>
        </pc:spChg>
        <pc:spChg chg="del mod topLvl">
          <ac:chgData name="Anila" userId="10aae156-914e-4992-9526-b81c2b99183c" providerId="ADAL" clId="{CC5D6039-6D68-4E04-99B7-91A1C621300C}" dt="2024-01-10T11:09:39.675" v="3639" actId="478"/>
          <ac:spMkLst>
            <pc:docMk/>
            <pc:sldMk cId="390260470" sldId="271"/>
            <ac:spMk id="23" creationId="{449B04C3-C99F-F4BA-E91B-9E24D9305381}"/>
          </ac:spMkLst>
        </pc:spChg>
        <pc:spChg chg="mod topLvl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24" creationId="{14CEBE0F-A4E1-0915-5D40-761F007E78F9}"/>
          </ac:spMkLst>
        </pc:spChg>
        <pc:spChg chg="del mod topLvl">
          <ac:chgData name="Anila" userId="10aae156-914e-4992-9526-b81c2b99183c" providerId="ADAL" clId="{CC5D6039-6D68-4E04-99B7-91A1C621300C}" dt="2024-01-10T11:09:39.675" v="3639" actId="478"/>
          <ac:spMkLst>
            <pc:docMk/>
            <pc:sldMk cId="390260470" sldId="271"/>
            <ac:spMk id="26" creationId="{0988B209-16FC-ECDE-2E6B-71CBF6489A60}"/>
          </ac:spMkLst>
        </pc:spChg>
        <pc:spChg chg="mod topLvl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27" creationId="{D481E953-B162-8241-CCC0-AA9D106C4099}"/>
          </ac:spMkLst>
        </pc:spChg>
        <pc:spChg chg="del mod topLvl">
          <ac:chgData name="Anila" userId="10aae156-914e-4992-9526-b81c2b99183c" providerId="ADAL" clId="{CC5D6039-6D68-4E04-99B7-91A1C621300C}" dt="2024-01-10T11:09:39.675" v="3639" actId="478"/>
          <ac:spMkLst>
            <pc:docMk/>
            <pc:sldMk cId="390260470" sldId="271"/>
            <ac:spMk id="29" creationId="{67A64ADD-1312-5B98-C60F-10E48A827430}"/>
          </ac:spMkLst>
        </pc:spChg>
        <pc:spChg chg="mod topLvl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0" creationId="{C886168D-7097-6E5B-7264-F474960EFE52}"/>
          </ac:spMkLst>
        </pc:spChg>
        <pc:spChg chg="del mod topLvl">
          <ac:chgData name="Anila" userId="10aae156-914e-4992-9526-b81c2b99183c" providerId="ADAL" clId="{CC5D6039-6D68-4E04-99B7-91A1C621300C}" dt="2024-01-10T11:09:39.675" v="3639" actId="478"/>
          <ac:spMkLst>
            <pc:docMk/>
            <pc:sldMk cId="390260470" sldId="271"/>
            <ac:spMk id="32" creationId="{3E279371-4137-CD3D-BEEE-EC7C4D2AE2B5}"/>
          </ac:spMkLst>
        </pc:spChg>
        <pc:spChg chg="mod topLvl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3" creationId="{9087771E-787E-E5A7-44C3-B1EC5A112C21}"/>
          </ac:spMkLst>
        </pc:spChg>
        <pc:spChg chg="add del mod">
          <ac:chgData name="Anila" userId="10aae156-914e-4992-9526-b81c2b99183c" providerId="ADAL" clId="{CC5D6039-6D68-4E04-99B7-91A1C621300C}" dt="2024-01-10T11:14:00.477" v="3745" actId="478"/>
          <ac:spMkLst>
            <pc:docMk/>
            <pc:sldMk cId="390260470" sldId="271"/>
            <ac:spMk id="34" creationId="{83EE7F84-5593-26EA-C017-CE5B4F3CF9EB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5" creationId="{72538EAA-C809-1D14-925C-6DDCCA3E2C8A}"/>
          </ac:spMkLst>
        </pc:spChg>
        <pc:spChg chg="add mod or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6" creationId="{DC4E548A-AD06-0150-988A-FB025718E826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7" creationId="{77F6598F-F68A-B5CC-8795-30E618CCF2AA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8" creationId="{91FC0F2F-FAB2-7F1A-7869-A584C5F32CC8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39" creationId="{DB55CB47-A81C-7B31-9D67-E2CD5BB0D0C1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0" creationId="{CD9CA05A-3917-C174-02D0-9C6AB2C66364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1" creationId="{3B974ADB-FFEE-AE82-3121-95A95280AB23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2" creationId="{9DA5725C-BF55-0991-2231-4E288CD32733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3" creationId="{27589EEE-B08C-7E85-C421-0ABFD85DBE5B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4" creationId="{27776B4E-3CBE-5734-EB9F-25EA36712125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5" creationId="{CD66756A-E599-CC81-B686-9BA49F7C4CE2}"/>
          </ac:spMkLst>
        </pc:spChg>
        <pc:spChg chg="add mod">
          <ac:chgData name="Anila" userId="10aae156-914e-4992-9526-b81c2b99183c" providerId="ADAL" clId="{CC5D6039-6D68-4E04-99B7-91A1C621300C}" dt="2024-01-10T11:34:43.934" v="3921" actId="1035"/>
          <ac:spMkLst>
            <pc:docMk/>
            <pc:sldMk cId="390260470" sldId="271"/>
            <ac:spMk id="46" creationId="{8CD9BA3E-AFD7-2611-9902-B888449C2B2D}"/>
          </ac:spMkLst>
        </pc:spChg>
        <pc:grpChg chg="add del mod">
          <ac:chgData name="Anila" userId="10aae156-914e-4992-9526-b81c2b99183c" providerId="ADAL" clId="{CC5D6039-6D68-4E04-99B7-91A1C621300C}" dt="2024-01-10T11:09:36.616" v="3638" actId="165"/>
          <ac:grpSpMkLst>
            <pc:docMk/>
            <pc:sldMk cId="390260470" sldId="271"/>
            <ac:grpSpMk id="21" creationId="{AAC7954C-A01D-3A00-5BB4-EBF4E2E1D044}"/>
          </ac:grpSpMkLst>
        </pc:grpChg>
        <pc:grpChg chg="mod">
          <ac:chgData name="Anila" userId="10aae156-914e-4992-9526-b81c2b99183c" providerId="ADAL" clId="{CC5D6039-6D68-4E04-99B7-91A1C621300C}" dt="2024-01-10T11:26:01.015" v="3867" actId="1038"/>
          <ac:grpSpMkLst>
            <pc:docMk/>
            <pc:sldMk cId="390260470" sldId="271"/>
            <ac:grpSpMk id="22" creationId="{FC9A9D9F-A1FD-333C-FA99-B0A937F0C114}"/>
          </ac:grpSpMkLst>
        </pc:grpChg>
        <pc:grpChg chg="add del mod">
          <ac:chgData name="Anila" userId="10aae156-914e-4992-9526-b81c2b99183c" providerId="ADAL" clId="{CC5D6039-6D68-4E04-99B7-91A1C621300C}" dt="2024-01-10T11:09:36.616" v="3638" actId="165"/>
          <ac:grpSpMkLst>
            <pc:docMk/>
            <pc:sldMk cId="390260470" sldId="271"/>
            <ac:grpSpMk id="25" creationId="{A7C852FF-8BF1-F90A-3508-FFA48396B274}"/>
          </ac:grpSpMkLst>
        </pc:grpChg>
        <pc:grpChg chg="add del mod">
          <ac:chgData name="Anila" userId="10aae156-914e-4992-9526-b81c2b99183c" providerId="ADAL" clId="{CC5D6039-6D68-4E04-99B7-91A1C621300C}" dt="2024-01-10T11:09:36.616" v="3638" actId="165"/>
          <ac:grpSpMkLst>
            <pc:docMk/>
            <pc:sldMk cId="390260470" sldId="271"/>
            <ac:grpSpMk id="28" creationId="{CC4406B4-2191-3B80-EF81-E72471DBA6C4}"/>
          </ac:grpSpMkLst>
        </pc:grpChg>
        <pc:grpChg chg="add del mod">
          <ac:chgData name="Anila" userId="10aae156-914e-4992-9526-b81c2b99183c" providerId="ADAL" clId="{CC5D6039-6D68-4E04-99B7-91A1C621300C}" dt="2024-01-10T11:09:36.616" v="3638" actId="165"/>
          <ac:grpSpMkLst>
            <pc:docMk/>
            <pc:sldMk cId="390260470" sldId="271"/>
            <ac:grpSpMk id="31" creationId="{F9DB42E0-AA27-11A0-51CA-7CDA4159628B}"/>
          </ac:grpSpMkLst>
        </pc:grpChg>
      </pc:sldChg>
      <pc:sldChg chg="add del">
        <pc:chgData name="Anila" userId="10aae156-914e-4992-9526-b81c2b99183c" providerId="ADAL" clId="{CC5D6039-6D68-4E04-99B7-91A1C621300C}" dt="2024-01-10T06:43:59.888" v="2873" actId="47"/>
        <pc:sldMkLst>
          <pc:docMk/>
          <pc:sldMk cId="1694498383" sldId="271"/>
        </pc:sldMkLst>
      </pc:sldChg>
      <pc:sldChg chg="addSp delSp modSp add mod setBg modClrScheme chgLayout">
        <pc:chgData name="Anila" userId="10aae156-914e-4992-9526-b81c2b99183c" providerId="ADAL" clId="{CC5D6039-6D68-4E04-99B7-91A1C621300C}" dt="2024-01-11T06:54:35.988" v="4934" actId="2711"/>
        <pc:sldMkLst>
          <pc:docMk/>
          <pc:sldMk cId="241606532" sldId="272"/>
        </pc:sldMkLst>
        <pc:spChg chg="add mod">
          <ac:chgData name="Anila" userId="10aae156-914e-4992-9526-b81c2b99183c" providerId="ADAL" clId="{CC5D6039-6D68-4E04-99B7-91A1C621300C}" dt="2024-01-10T11:36:43.193" v="3938" actId="1076"/>
          <ac:spMkLst>
            <pc:docMk/>
            <pc:sldMk cId="241606532" sldId="272"/>
            <ac:spMk id="3" creationId="{6211D6E2-BFBD-0A4B-72C6-92C6B7B32F14}"/>
          </ac:spMkLst>
        </pc:spChg>
        <pc:spChg chg="del">
          <ac:chgData name="Anila" userId="10aae156-914e-4992-9526-b81c2b99183c" providerId="ADAL" clId="{CC5D6039-6D68-4E04-99B7-91A1C621300C}" dt="2024-01-11T06:47:46.771" v="4902" actId="478"/>
          <ac:spMkLst>
            <pc:docMk/>
            <pc:sldMk cId="241606532" sldId="272"/>
            <ac:spMk id="4" creationId="{C027BFCA-F3C5-0360-B6E2-FA065DD34C0F}"/>
          </ac:spMkLst>
        </pc:spChg>
        <pc:spChg chg="add mod">
          <ac:chgData name="Anila" userId="10aae156-914e-4992-9526-b81c2b99183c" providerId="ADAL" clId="{CC5D6039-6D68-4E04-99B7-91A1C621300C}" dt="2024-01-10T11:36:43.193" v="3938" actId="1076"/>
          <ac:spMkLst>
            <pc:docMk/>
            <pc:sldMk cId="241606532" sldId="272"/>
            <ac:spMk id="5" creationId="{1F3B188D-446E-41AC-1616-11C33E7AC314}"/>
          </ac:spMkLst>
        </pc:spChg>
        <pc:spChg chg="del">
          <ac:chgData name="Anila" userId="10aae156-914e-4992-9526-b81c2b99183c" providerId="ADAL" clId="{CC5D6039-6D68-4E04-99B7-91A1C621300C}" dt="2024-01-11T06:47:46.771" v="4902" actId="478"/>
          <ac:spMkLst>
            <pc:docMk/>
            <pc:sldMk cId="241606532" sldId="272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1T06:54:05.651" v="4933" actId="2711"/>
          <ac:spMkLst>
            <pc:docMk/>
            <pc:sldMk cId="241606532" sldId="272"/>
            <ac:spMk id="12" creationId="{00F46D07-4060-346B-6D28-E997385F9F72}"/>
          </ac:spMkLst>
        </pc:spChg>
        <pc:spChg chg="add mod">
          <ac:chgData name="Anila" userId="10aae156-914e-4992-9526-b81c2b99183c" providerId="ADAL" clId="{CC5D6039-6D68-4E04-99B7-91A1C621300C}" dt="2024-01-10T11:36:48.788" v="3943" actId="1035"/>
          <ac:spMkLst>
            <pc:docMk/>
            <pc:sldMk cId="241606532" sldId="272"/>
            <ac:spMk id="14" creationId="{B92DD83A-9113-618C-F8A3-848F3F95714E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15" creationId="{2F19914A-EBDE-3FBB-A0CD-82BB8EDCD8F9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17" creationId="{E060A0C3-DE7A-5FCE-456E-619D154352D3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18" creationId="{AF528B2C-6619-7DA4-6E4E-DF091B0305A7}"/>
          </ac:spMkLst>
        </pc:spChg>
        <pc:spChg chg="add mod">
          <ac:chgData name="Anila" userId="10aae156-914e-4992-9526-b81c2b99183c" providerId="ADAL" clId="{CC5D6039-6D68-4E04-99B7-91A1C621300C}" dt="2024-01-10T11:36:48.788" v="3943" actId="1035"/>
          <ac:spMkLst>
            <pc:docMk/>
            <pc:sldMk cId="241606532" sldId="272"/>
            <ac:spMk id="19" creationId="{C2EAF726-5286-164E-75F7-AC1E5A307467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20" creationId="{A6931713-A3CF-AD54-CA9A-98F69E1C0143}"/>
          </ac:spMkLst>
        </pc:spChg>
        <pc:spChg chg="add mod">
          <ac:chgData name="Anila" userId="10aae156-914e-4992-9526-b81c2b99183c" providerId="ADAL" clId="{CC5D6039-6D68-4E04-99B7-91A1C621300C}" dt="2024-01-10T11:37:07.138" v="3958" actId="1038"/>
          <ac:spMkLst>
            <pc:docMk/>
            <pc:sldMk cId="241606532" sldId="272"/>
            <ac:spMk id="21" creationId="{1847663C-10A1-7D1A-7863-9A9F18A79338}"/>
          </ac:spMkLst>
        </pc:spChg>
        <pc:spChg chg="add mod">
          <ac:chgData name="Anila" userId="10aae156-914e-4992-9526-b81c2b99183c" providerId="ADAL" clId="{CC5D6039-6D68-4E04-99B7-91A1C621300C}" dt="2024-01-10T11:37:07.138" v="3958" actId="1038"/>
          <ac:spMkLst>
            <pc:docMk/>
            <pc:sldMk cId="241606532" sldId="272"/>
            <ac:spMk id="23" creationId="{6C0B593E-56A7-EFBE-FCA5-241A5900948E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24" creationId="{14CEBE0F-A4E1-0915-5D40-761F007E78F9}"/>
          </ac:spMkLst>
        </pc:spChg>
        <pc:spChg chg="add mod">
          <ac:chgData name="Anila" userId="10aae156-914e-4992-9526-b81c2b99183c" providerId="ADAL" clId="{CC5D6039-6D68-4E04-99B7-91A1C621300C}" dt="2024-01-10T11:37:16.395" v="3960" actId="1036"/>
          <ac:spMkLst>
            <pc:docMk/>
            <pc:sldMk cId="241606532" sldId="272"/>
            <ac:spMk id="25" creationId="{B503A3BE-F9BC-980E-D55D-D6E4B6774DA8}"/>
          </ac:spMkLst>
        </pc:spChg>
        <pc:spChg chg="add mod">
          <ac:chgData name="Anila" userId="10aae156-914e-4992-9526-b81c2b99183c" providerId="ADAL" clId="{CC5D6039-6D68-4E04-99B7-91A1C621300C}" dt="2024-01-10T11:37:21.193" v="3961" actId="20577"/>
          <ac:spMkLst>
            <pc:docMk/>
            <pc:sldMk cId="241606532" sldId="272"/>
            <ac:spMk id="26" creationId="{79D37D55-27C1-23F8-C5CF-21A93D833A6C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27" creationId="{D481E953-B162-8241-CCC0-AA9D106C4099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30" creationId="{C886168D-7097-6E5B-7264-F474960EFE52}"/>
          </ac:spMkLst>
        </pc:spChg>
        <pc:spChg chg="mod">
          <ac:chgData name="Anila" userId="10aae156-914e-4992-9526-b81c2b99183c" providerId="ADAL" clId="{CC5D6039-6D68-4E04-99B7-91A1C621300C}" dt="2024-01-11T06:54:35.988" v="4934" actId="2711"/>
          <ac:spMkLst>
            <pc:docMk/>
            <pc:sldMk cId="241606532" sldId="272"/>
            <ac:spMk id="33" creationId="{9087771E-787E-E5A7-44C3-B1EC5A112C21}"/>
          </ac:spMkLst>
        </pc:spChg>
        <pc:spChg chg="del">
          <ac:chgData name="Anila" userId="10aae156-914e-4992-9526-b81c2b99183c" providerId="ADAL" clId="{CC5D6039-6D68-4E04-99B7-91A1C621300C}" dt="2024-01-10T11:35:47.343" v="3925" actId="478"/>
          <ac:spMkLst>
            <pc:docMk/>
            <pc:sldMk cId="241606532" sldId="272"/>
            <ac:spMk id="35" creationId="{72538EAA-C809-1D14-925C-6DDCCA3E2C8A}"/>
          </ac:spMkLst>
        </pc:spChg>
        <pc:spChg chg="del">
          <ac:chgData name="Anila" userId="10aae156-914e-4992-9526-b81c2b99183c" providerId="ADAL" clId="{CC5D6039-6D68-4E04-99B7-91A1C621300C}" dt="2024-01-10T11:35:49.148" v="3926" actId="478"/>
          <ac:spMkLst>
            <pc:docMk/>
            <pc:sldMk cId="241606532" sldId="272"/>
            <ac:spMk id="36" creationId="{DC4E548A-AD06-0150-988A-FB025718E826}"/>
          </ac:spMkLst>
        </pc:spChg>
        <pc:spChg chg="del">
          <ac:chgData name="Anila" userId="10aae156-914e-4992-9526-b81c2b99183c" providerId="ADAL" clId="{CC5D6039-6D68-4E04-99B7-91A1C621300C}" dt="2024-01-10T11:35:47.343" v="3925" actId="478"/>
          <ac:spMkLst>
            <pc:docMk/>
            <pc:sldMk cId="241606532" sldId="272"/>
            <ac:spMk id="37" creationId="{77F6598F-F68A-B5CC-8795-30E618CCF2AA}"/>
          </ac:spMkLst>
        </pc:spChg>
        <pc:spChg chg="del">
          <ac:chgData name="Anila" userId="10aae156-914e-4992-9526-b81c2b99183c" providerId="ADAL" clId="{CC5D6039-6D68-4E04-99B7-91A1C621300C}" dt="2024-01-10T11:35:47.343" v="3925" actId="478"/>
          <ac:spMkLst>
            <pc:docMk/>
            <pc:sldMk cId="241606532" sldId="272"/>
            <ac:spMk id="38" creationId="{91FC0F2F-FAB2-7F1A-7869-A584C5F32CC8}"/>
          </ac:spMkLst>
        </pc:spChg>
        <pc:spChg chg="del">
          <ac:chgData name="Anila" userId="10aae156-914e-4992-9526-b81c2b99183c" providerId="ADAL" clId="{CC5D6039-6D68-4E04-99B7-91A1C621300C}" dt="2024-01-10T11:35:51.800" v="3927" actId="478"/>
          <ac:spMkLst>
            <pc:docMk/>
            <pc:sldMk cId="241606532" sldId="272"/>
            <ac:spMk id="39" creationId="{DB55CB47-A81C-7B31-9D67-E2CD5BB0D0C1}"/>
          </ac:spMkLst>
        </pc:spChg>
        <pc:spChg chg="del">
          <ac:chgData name="Anila" userId="10aae156-914e-4992-9526-b81c2b99183c" providerId="ADAL" clId="{CC5D6039-6D68-4E04-99B7-91A1C621300C}" dt="2024-01-10T11:35:51.800" v="3927" actId="478"/>
          <ac:spMkLst>
            <pc:docMk/>
            <pc:sldMk cId="241606532" sldId="272"/>
            <ac:spMk id="40" creationId="{CD9CA05A-3917-C174-02D0-9C6AB2C66364}"/>
          </ac:spMkLst>
        </pc:spChg>
        <pc:spChg chg="del">
          <ac:chgData name="Anila" userId="10aae156-914e-4992-9526-b81c2b99183c" providerId="ADAL" clId="{CC5D6039-6D68-4E04-99B7-91A1C621300C}" dt="2024-01-10T11:35:54.072" v="3928" actId="478"/>
          <ac:spMkLst>
            <pc:docMk/>
            <pc:sldMk cId="241606532" sldId="272"/>
            <ac:spMk id="41" creationId="{3B974ADB-FFEE-AE82-3121-95A95280AB23}"/>
          </ac:spMkLst>
        </pc:spChg>
        <pc:spChg chg="del">
          <ac:chgData name="Anila" userId="10aae156-914e-4992-9526-b81c2b99183c" providerId="ADAL" clId="{CC5D6039-6D68-4E04-99B7-91A1C621300C}" dt="2024-01-10T11:35:54.072" v="3928" actId="478"/>
          <ac:spMkLst>
            <pc:docMk/>
            <pc:sldMk cId="241606532" sldId="272"/>
            <ac:spMk id="42" creationId="{9DA5725C-BF55-0991-2231-4E288CD32733}"/>
          </ac:spMkLst>
        </pc:spChg>
      </pc:sldChg>
      <pc:sldChg chg="add del">
        <pc:chgData name="Anila" userId="10aae156-914e-4992-9526-b81c2b99183c" providerId="ADAL" clId="{CC5D6039-6D68-4E04-99B7-91A1C621300C}" dt="2024-01-10T11:35:20.455" v="3923" actId="2890"/>
        <pc:sldMkLst>
          <pc:docMk/>
          <pc:sldMk cId="1518620321" sldId="272"/>
        </pc:sldMkLst>
      </pc:sldChg>
      <pc:sldChg chg="addSp delSp modSp add mod setBg modClrScheme chgLayout">
        <pc:chgData name="Anila" userId="10aae156-914e-4992-9526-b81c2b99183c" providerId="ADAL" clId="{CC5D6039-6D68-4E04-99B7-91A1C621300C}" dt="2024-01-11T06:56:36.099" v="4947" actId="2711"/>
        <pc:sldMkLst>
          <pc:docMk/>
          <pc:sldMk cId="3878702887" sldId="273"/>
        </pc:sldMkLst>
        <pc:spChg chg="add mod">
          <ac:chgData name="Anila" userId="10aae156-914e-4992-9526-b81c2b99183c" providerId="ADAL" clId="{CC5D6039-6D68-4E04-99B7-91A1C621300C}" dt="2024-01-11T06:46:04.224" v="4887" actId="1076"/>
          <ac:spMkLst>
            <pc:docMk/>
            <pc:sldMk cId="3878702887" sldId="273"/>
            <ac:spMk id="3" creationId="{DCFD1B2D-5A2B-704B-5010-927FD3178400}"/>
          </ac:spMkLst>
        </pc:spChg>
        <pc:spChg chg="del">
          <ac:chgData name="Anila" userId="10aae156-914e-4992-9526-b81c2b99183c" providerId="ADAL" clId="{CC5D6039-6D68-4E04-99B7-91A1C621300C}" dt="2024-01-11T06:47:33.610" v="4898" actId="478"/>
          <ac:spMkLst>
            <pc:docMk/>
            <pc:sldMk cId="3878702887" sldId="273"/>
            <ac:spMk id="4" creationId="{C027BFCA-F3C5-0360-B6E2-FA065DD34C0F}"/>
          </ac:spMkLst>
        </pc:spChg>
        <pc:spChg chg="add mod">
          <ac:chgData name="Anila" userId="10aae156-914e-4992-9526-b81c2b99183c" providerId="ADAL" clId="{CC5D6039-6D68-4E04-99B7-91A1C621300C}" dt="2024-01-11T06:46:08.786" v="4888" actId="571"/>
          <ac:spMkLst>
            <pc:docMk/>
            <pc:sldMk cId="3878702887" sldId="273"/>
            <ac:spMk id="5" creationId="{A00162FD-B850-069F-2194-55A7926C1AFD}"/>
          </ac:spMkLst>
        </pc:spChg>
        <pc:spChg chg="add mod">
          <ac:chgData name="Anila" userId="10aae156-914e-4992-9526-b81c2b99183c" providerId="ADAL" clId="{CC5D6039-6D68-4E04-99B7-91A1C621300C}" dt="2024-01-11T06:46:14.524" v="4889" actId="571"/>
          <ac:spMkLst>
            <pc:docMk/>
            <pc:sldMk cId="3878702887" sldId="273"/>
            <ac:spMk id="6" creationId="{13CAD79D-B5F3-7AA2-5874-7760C3A64024}"/>
          </ac:spMkLst>
        </pc:spChg>
        <pc:spChg chg="add mod">
          <ac:chgData name="Anila" userId="10aae156-914e-4992-9526-b81c2b99183c" providerId="ADAL" clId="{CC5D6039-6D68-4E04-99B7-91A1C621300C}" dt="2024-01-11T06:46:14.524" v="4889" actId="571"/>
          <ac:spMkLst>
            <pc:docMk/>
            <pc:sldMk cId="3878702887" sldId="273"/>
            <ac:spMk id="7" creationId="{A97EA968-CBB4-1354-424E-F7F8EFD5DC06}"/>
          </ac:spMkLst>
        </pc:spChg>
        <pc:spChg chg="add mod">
          <ac:chgData name="Anila" userId="10aae156-914e-4992-9526-b81c2b99183c" providerId="ADAL" clId="{CC5D6039-6D68-4E04-99B7-91A1C621300C}" dt="2024-01-11T06:46:45.380" v="4893" actId="571"/>
          <ac:spMkLst>
            <pc:docMk/>
            <pc:sldMk cId="3878702887" sldId="273"/>
            <ac:spMk id="8" creationId="{A28B8085-7C90-4A52-69B4-FA76129D1F5B}"/>
          </ac:spMkLst>
        </pc:spChg>
        <pc:spChg chg="add mod">
          <ac:chgData name="Anila" userId="10aae156-914e-4992-9526-b81c2b99183c" providerId="ADAL" clId="{CC5D6039-6D68-4E04-99B7-91A1C621300C}" dt="2024-01-11T06:46:51.466" v="4894" actId="571"/>
          <ac:spMkLst>
            <pc:docMk/>
            <pc:sldMk cId="3878702887" sldId="273"/>
            <ac:spMk id="9" creationId="{64D036F5-DAC1-8393-F017-AF29ADBF2A9B}"/>
          </ac:spMkLst>
        </pc:spChg>
        <pc:spChg chg="del">
          <ac:chgData name="Anila" userId="10aae156-914e-4992-9526-b81c2b99183c" providerId="ADAL" clId="{CC5D6039-6D68-4E04-99B7-91A1C621300C}" dt="2024-01-11T06:46:36.193" v="4892" actId="478"/>
          <ac:spMkLst>
            <pc:docMk/>
            <pc:sldMk cId="3878702887" sldId="273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11:45:13.428" v="3992" actId="14100"/>
          <ac:spMkLst>
            <pc:docMk/>
            <pc:sldMk cId="3878702887" sldId="273"/>
            <ac:spMk id="11" creationId="{CDC1E0EA-DB4E-E0D2-5ED3-3250383A4019}"/>
          </ac:spMkLst>
        </pc:spChg>
        <pc:spChg chg="mod">
          <ac:chgData name="Anila" userId="10aae156-914e-4992-9526-b81c2b99183c" providerId="ADAL" clId="{CC5D6039-6D68-4E04-99B7-91A1C621300C}" dt="2024-01-11T06:56:36.099" v="4947" actId="2711"/>
          <ac:spMkLst>
            <pc:docMk/>
            <pc:sldMk cId="3878702887" sldId="273"/>
            <ac:spMk id="12" creationId="{00F46D07-4060-346B-6D28-E997385F9F72}"/>
          </ac:spMkLst>
        </pc:spChg>
        <pc:spChg chg="add mod">
          <ac:chgData name="Anila" userId="10aae156-914e-4992-9526-b81c2b99183c" providerId="ADAL" clId="{CC5D6039-6D68-4E04-99B7-91A1C621300C}" dt="2024-01-10T12:08:38.583" v="4131" actId="14100"/>
          <ac:spMkLst>
            <pc:docMk/>
            <pc:sldMk cId="3878702887" sldId="273"/>
            <ac:spMk id="25" creationId="{F394875C-0652-E8BA-272C-F05CD56FC44E}"/>
          </ac:spMkLst>
        </pc:spChg>
        <pc:spChg chg="add mod">
          <ac:chgData name="Anila" userId="10aae156-914e-4992-9526-b81c2b99183c" providerId="ADAL" clId="{CC5D6039-6D68-4E04-99B7-91A1C621300C}" dt="2024-01-10T11:48:17.108" v="4043" actId="1036"/>
          <ac:spMkLst>
            <pc:docMk/>
            <pc:sldMk cId="3878702887" sldId="273"/>
            <ac:spMk id="26" creationId="{B74607D9-034B-9F0A-1D59-D5E551471C26}"/>
          </ac:spMkLst>
        </pc:spChg>
        <pc:spChg chg="add mod">
          <ac:chgData name="Anila" userId="10aae156-914e-4992-9526-b81c2b99183c" providerId="ADAL" clId="{CC5D6039-6D68-4E04-99B7-91A1C621300C}" dt="2024-01-10T11:48:07.194" v="4038" actId="14100"/>
          <ac:spMkLst>
            <pc:docMk/>
            <pc:sldMk cId="3878702887" sldId="273"/>
            <ac:spMk id="27" creationId="{2DB4B339-5A16-CD08-666A-F9AE82D7222C}"/>
          </ac:spMkLst>
        </pc:spChg>
        <pc:spChg chg="mod">
          <ac:chgData name="Anila" userId="10aae156-914e-4992-9526-b81c2b99183c" providerId="ADAL" clId="{CC5D6039-6D68-4E04-99B7-91A1C621300C}" dt="2024-01-10T11:48:17.108" v="4043" actId="1036"/>
          <ac:spMkLst>
            <pc:docMk/>
            <pc:sldMk cId="3878702887" sldId="273"/>
            <ac:spMk id="28" creationId="{CEA2089F-A5FA-0841-EA39-29E0D23E7182}"/>
          </ac:spMkLst>
        </pc:spChg>
        <pc:spChg chg="del mod">
          <ac:chgData name="Anila" userId="10aae156-914e-4992-9526-b81c2b99183c" providerId="ADAL" clId="{CC5D6039-6D68-4E04-99B7-91A1C621300C}" dt="2024-01-11T06:47:33.610" v="4898" actId="478"/>
          <ac:spMkLst>
            <pc:docMk/>
            <pc:sldMk cId="3878702887" sldId="273"/>
            <ac:spMk id="29" creationId="{EA5E66DB-222E-E530-7C6B-FA2C75330FF8}"/>
          </ac:spMkLst>
        </pc:spChg>
        <pc:spChg chg="add del mod ord">
          <ac:chgData name="Anila" userId="10aae156-914e-4992-9526-b81c2b99183c" providerId="ADAL" clId="{CC5D6039-6D68-4E04-99B7-91A1C621300C}" dt="2024-01-10T12:46:01.761" v="4451" actId="931"/>
          <ac:spMkLst>
            <pc:docMk/>
            <pc:sldMk cId="3878702887" sldId="273"/>
            <ac:spMk id="30" creationId="{CAAE841E-049A-A102-DF37-1F5246D80BBB}"/>
          </ac:spMkLst>
        </pc:spChg>
        <pc:spChg chg="add del mod ord">
          <ac:chgData name="Anila" userId="10aae156-914e-4992-9526-b81c2b99183c" providerId="ADAL" clId="{CC5D6039-6D68-4E04-99B7-91A1C621300C}" dt="2024-01-10T12:46:22.689" v="4461" actId="931"/>
          <ac:spMkLst>
            <pc:docMk/>
            <pc:sldMk cId="3878702887" sldId="273"/>
            <ac:spMk id="31" creationId="{302722B7-D544-CE1F-B75E-692C7E69CAE9}"/>
          </ac:spMkLst>
        </pc:spChg>
        <pc:spChg chg="mod">
          <ac:chgData name="Anila" userId="10aae156-914e-4992-9526-b81c2b99183c" providerId="ADAL" clId="{CC5D6039-6D68-4E04-99B7-91A1C621300C}" dt="2024-01-10T12:08:38.583" v="4131" actId="14100"/>
          <ac:spMkLst>
            <pc:docMk/>
            <pc:sldMk cId="3878702887" sldId="273"/>
            <ac:spMk id="32" creationId="{BA30858A-4013-E314-79D6-E3E719B4E802}"/>
          </ac:spMkLst>
        </pc:spChg>
        <pc:spChg chg="del">
          <ac:chgData name="Anila" userId="10aae156-914e-4992-9526-b81c2b99183c" providerId="ADAL" clId="{CC5D6039-6D68-4E04-99B7-91A1C621300C}" dt="2024-01-10T11:45:35.427" v="3998" actId="478"/>
          <ac:spMkLst>
            <pc:docMk/>
            <pc:sldMk cId="3878702887" sldId="273"/>
            <ac:spMk id="33" creationId="{0061CBC0-18B2-E8F6-F052-CF60F347FA4F}"/>
          </ac:spMkLst>
        </pc:spChg>
        <pc:spChg chg="add del mod ord">
          <ac:chgData name="Anila" userId="10aae156-914e-4992-9526-b81c2b99183c" providerId="ADAL" clId="{CC5D6039-6D68-4E04-99B7-91A1C621300C}" dt="2024-01-10T12:46:05.140" v="4454" actId="931"/>
          <ac:spMkLst>
            <pc:docMk/>
            <pc:sldMk cId="3878702887" sldId="273"/>
            <ac:spMk id="34" creationId="{BCED6413-AEAE-62C0-A3F1-6EAD3B0DF65B}"/>
          </ac:spMkLst>
        </pc:spChg>
        <pc:spChg chg="mod">
          <ac:chgData name="Anila" userId="10aae156-914e-4992-9526-b81c2b99183c" providerId="ADAL" clId="{CC5D6039-6D68-4E04-99B7-91A1C621300C}" dt="2024-01-10T11:48:04.270" v="4037" actId="14100"/>
          <ac:spMkLst>
            <pc:docMk/>
            <pc:sldMk cId="3878702887" sldId="273"/>
            <ac:spMk id="35" creationId="{AB0C097E-02C0-3A36-A7CE-F6806D90985B}"/>
          </ac:spMkLst>
        </pc:spChg>
        <pc:spChg chg="del">
          <ac:chgData name="Anila" userId="10aae156-914e-4992-9526-b81c2b99183c" providerId="ADAL" clId="{CC5D6039-6D68-4E04-99B7-91A1C621300C}" dt="2024-01-10T11:45:35.427" v="3998" actId="478"/>
          <ac:spMkLst>
            <pc:docMk/>
            <pc:sldMk cId="3878702887" sldId="273"/>
            <ac:spMk id="36" creationId="{6A1E7609-5D95-AC97-8D6A-CEB3E19252BF}"/>
          </ac:spMkLst>
        </pc:spChg>
        <pc:spChg chg="add del mod ord">
          <ac:chgData name="Anila" userId="10aae156-914e-4992-9526-b81c2b99183c" providerId="ADAL" clId="{CC5D6039-6D68-4E04-99B7-91A1C621300C}" dt="2024-01-10T12:46:41.216" v="4470" actId="931"/>
          <ac:spMkLst>
            <pc:docMk/>
            <pc:sldMk cId="3878702887" sldId="273"/>
            <ac:spMk id="37" creationId="{736ABFF2-E7AF-6506-EA14-993CB56378C3}"/>
          </ac:spMkLst>
        </pc:spChg>
        <pc:spChg chg="add del mod ord">
          <ac:chgData name="Anila" userId="10aae156-914e-4992-9526-b81c2b99183c" providerId="ADAL" clId="{CC5D6039-6D68-4E04-99B7-91A1C621300C}" dt="2024-01-10T12:46:25.826" v="4464" actId="931"/>
          <ac:spMkLst>
            <pc:docMk/>
            <pc:sldMk cId="3878702887" sldId="273"/>
            <ac:spMk id="41" creationId="{1784406F-980A-2F79-6904-A841FDF84E16}"/>
          </ac:spMkLst>
        </pc:spChg>
        <pc:spChg chg="add del mod ord">
          <ac:chgData name="Anila" userId="10aae156-914e-4992-9526-b81c2b99183c" providerId="ADAL" clId="{CC5D6039-6D68-4E04-99B7-91A1C621300C}" dt="2024-01-10T12:46:33.895" v="4467" actId="931"/>
          <ac:spMkLst>
            <pc:docMk/>
            <pc:sldMk cId="3878702887" sldId="273"/>
            <ac:spMk id="42" creationId="{E7DA46D2-6810-C5F6-78B2-41E2572C38FE}"/>
          </ac:spMkLst>
        </pc:spChg>
        <pc:spChg chg="add del mod">
          <ac:chgData name="Anila" userId="10aae156-914e-4992-9526-b81c2b99183c" providerId="ADAL" clId="{CC5D6039-6D68-4E04-99B7-91A1C621300C}" dt="2024-01-10T12:46:18.794" v="4458" actId="931"/>
          <ac:spMkLst>
            <pc:docMk/>
            <pc:sldMk cId="3878702887" sldId="273"/>
            <ac:spMk id="48" creationId="{8884E803-E9C3-3279-F6BB-94316F6E943F}"/>
          </ac:spMkLst>
        </pc:spChg>
        <pc:grpChg chg="mod">
          <ac:chgData name="Anila" userId="10aae156-914e-4992-9526-b81c2b99183c" providerId="ADAL" clId="{CC5D6039-6D68-4E04-99B7-91A1C621300C}" dt="2024-01-10T12:08:31.405" v="4130" actId="1035"/>
          <ac:grpSpMkLst>
            <pc:docMk/>
            <pc:sldMk cId="3878702887" sldId="273"/>
            <ac:grpSpMk id="22" creationId="{FC9A9D9F-A1FD-333C-FA99-B0A937F0C114}"/>
          </ac:grpSpMkLst>
        </pc:grpChg>
        <pc:grpChg chg="del">
          <ac:chgData name="Anila" userId="10aae156-914e-4992-9526-b81c2b99183c" providerId="ADAL" clId="{CC5D6039-6D68-4E04-99B7-91A1C621300C}" dt="2024-01-10T11:44:57.421" v="3981" actId="478"/>
          <ac:grpSpMkLst>
            <pc:docMk/>
            <pc:sldMk cId="3878702887" sldId="273"/>
            <ac:grpSpMk id="38" creationId="{11AB212A-F49F-5F05-0B8C-D1F69E420C5D}"/>
          </ac:grpSpMkLst>
        </pc:grpChg>
        <pc:grpChg chg="del">
          <ac:chgData name="Anila" userId="10aae156-914e-4992-9526-b81c2b99183c" providerId="ADAL" clId="{CC5D6039-6D68-4E04-99B7-91A1C621300C}" dt="2024-01-10T11:44:57.421" v="3981" actId="478"/>
          <ac:grpSpMkLst>
            <pc:docMk/>
            <pc:sldMk cId="3878702887" sldId="273"/>
            <ac:grpSpMk id="39" creationId="{3EA5C038-AE58-1903-3442-8ADDA5150927}"/>
          </ac:grpSpMkLst>
        </pc:grpChg>
        <pc:grpChg chg="del">
          <ac:chgData name="Anila" userId="10aae156-914e-4992-9526-b81c2b99183c" providerId="ADAL" clId="{CC5D6039-6D68-4E04-99B7-91A1C621300C}" dt="2024-01-10T11:44:57.421" v="3981" actId="478"/>
          <ac:grpSpMkLst>
            <pc:docMk/>
            <pc:sldMk cId="3878702887" sldId="273"/>
            <ac:grpSpMk id="40" creationId="{629C33B1-2DEE-9B9F-9F21-6F3AC69F3C5D}"/>
          </ac:grpSpMkLst>
        </pc:grpChg>
        <pc:picChg chg="add del mod">
          <ac:chgData name="Anila" userId="10aae156-914e-4992-9526-b81c2b99183c" providerId="ADAL" clId="{CC5D6039-6D68-4E04-99B7-91A1C621300C}" dt="2024-01-10T12:46:06.575" v="4457" actId="478"/>
          <ac:picMkLst>
            <pc:docMk/>
            <pc:sldMk cId="3878702887" sldId="273"/>
            <ac:picMk id="44" creationId="{45CEEB9F-E5B4-6A07-CBBE-B3590C19E744}"/>
          </ac:picMkLst>
        </pc:picChg>
        <pc:picChg chg="add mod">
          <ac:chgData name="Anila" userId="10aae156-914e-4992-9526-b81c2b99183c" providerId="ADAL" clId="{CC5D6039-6D68-4E04-99B7-91A1C621300C}" dt="2024-01-10T12:46:06.026" v="4455" actId="27614"/>
          <ac:picMkLst>
            <pc:docMk/>
            <pc:sldMk cId="3878702887" sldId="273"/>
            <ac:picMk id="46" creationId="{354AAF32-2885-4A6A-DAD9-711E58D81097}"/>
          </ac:picMkLst>
        </pc:picChg>
        <pc:picChg chg="add mod">
          <ac:chgData name="Anila" userId="10aae156-914e-4992-9526-b81c2b99183c" providerId="ADAL" clId="{CC5D6039-6D68-4E04-99B7-91A1C621300C}" dt="2024-01-10T12:46:19.882" v="4460" actId="962"/>
          <ac:picMkLst>
            <pc:docMk/>
            <pc:sldMk cId="3878702887" sldId="273"/>
            <ac:picMk id="50" creationId="{ABCD9E51-2D21-C51E-5198-B70DBB3BBEBD}"/>
          </ac:picMkLst>
        </pc:picChg>
        <pc:picChg chg="add mod">
          <ac:chgData name="Anila" userId="10aae156-914e-4992-9526-b81c2b99183c" providerId="ADAL" clId="{CC5D6039-6D68-4E04-99B7-91A1C621300C}" dt="2024-01-11T06:46:32.709" v="4891" actId="554"/>
          <ac:picMkLst>
            <pc:docMk/>
            <pc:sldMk cId="3878702887" sldId="273"/>
            <ac:picMk id="52" creationId="{FB7FF0F3-D141-9246-DC90-1BA94F0419ED}"/>
          </ac:picMkLst>
        </pc:picChg>
        <pc:picChg chg="add mod">
          <ac:chgData name="Anila" userId="10aae156-914e-4992-9526-b81c2b99183c" providerId="ADAL" clId="{CC5D6039-6D68-4E04-99B7-91A1C621300C}" dt="2024-01-10T12:46:26.834" v="4466" actId="962"/>
          <ac:picMkLst>
            <pc:docMk/>
            <pc:sldMk cId="3878702887" sldId="273"/>
            <ac:picMk id="54" creationId="{07579644-1876-9B34-0ADF-744B1A4A9D9D}"/>
          </ac:picMkLst>
        </pc:picChg>
        <pc:picChg chg="add mod">
          <ac:chgData name="Anila" userId="10aae156-914e-4992-9526-b81c2b99183c" providerId="ADAL" clId="{CC5D6039-6D68-4E04-99B7-91A1C621300C}" dt="2024-01-11T06:46:32.709" v="4891" actId="554"/>
          <ac:picMkLst>
            <pc:docMk/>
            <pc:sldMk cId="3878702887" sldId="273"/>
            <ac:picMk id="56" creationId="{878A4911-A93F-C39D-9331-3F31B2A45FFB}"/>
          </ac:picMkLst>
        </pc:picChg>
        <pc:picChg chg="add mod">
          <ac:chgData name="Anila" userId="10aae156-914e-4992-9526-b81c2b99183c" providerId="ADAL" clId="{CC5D6039-6D68-4E04-99B7-91A1C621300C}" dt="2024-01-10T12:46:42.708" v="4472" actId="962"/>
          <ac:picMkLst>
            <pc:docMk/>
            <pc:sldMk cId="3878702887" sldId="273"/>
            <ac:picMk id="58" creationId="{60CA5684-3F0D-7B87-0DDC-E4783F1B1090}"/>
          </ac:picMkLst>
        </pc:picChg>
      </pc:sldChg>
      <pc:sldChg chg="addSp delSp modSp add mod ord setBg modClrScheme chgLayout">
        <pc:chgData name="Anila" userId="10aae156-914e-4992-9526-b81c2b99183c" providerId="ADAL" clId="{CC5D6039-6D68-4E04-99B7-91A1C621300C}" dt="2024-01-11T06:57:19.677" v="4952" actId="2711"/>
        <pc:sldMkLst>
          <pc:docMk/>
          <pc:sldMk cId="932968166" sldId="274"/>
        </pc:sldMkLst>
        <pc:spChg chg="add mod">
          <ac:chgData name="Anila" userId="10aae156-914e-4992-9526-b81c2b99183c" providerId="ADAL" clId="{CC5D6039-6D68-4E04-99B7-91A1C621300C}" dt="2024-01-11T06:57:12.671" v="4951" actId="2711"/>
          <ac:spMkLst>
            <pc:docMk/>
            <pc:sldMk cId="932968166" sldId="274"/>
            <ac:spMk id="2" creationId="{24AEA8F2-E812-A9FF-19E0-B44BDFAAEA10}"/>
          </ac:spMkLst>
        </pc:spChg>
        <pc:spChg chg="add mod">
          <ac:chgData name="Anila" userId="10aae156-914e-4992-9526-b81c2b99183c" providerId="ADAL" clId="{CC5D6039-6D68-4E04-99B7-91A1C621300C}" dt="2024-01-11T06:57:19.677" v="4952" actId="2711"/>
          <ac:spMkLst>
            <pc:docMk/>
            <pc:sldMk cId="932968166" sldId="274"/>
            <ac:spMk id="6" creationId="{6FA649DD-DB62-57A6-FE2D-8219A72281E6}"/>
          </ac:spMkLst>
        </pc:spChg>
        <pc:spChg chg="del">
          <ac:chgData name="Anila" userId="10aae156-914e-4992-9526-b81c2b99183c" providerId="ADAL" clId="{CC5D6039-6D68-4E04-99B7-91A1C621300C}" dt="2024-01-11T06:47:30.044" v="4897" actId="478"/>
          <ac:spMkLst>
            <pc:docMk/>
            <pc:sldMk cId="932968166" sldId="274"/>
            <ac:spMk id="10" creationId="{29DCAA4A-6184-78EC-EE8E-C2B4CC79DD3B}"/>
          </ac:spMkLst>
        </pc:spChg>
        <pc:spChg chg="mod">
          <ac:chgData name="Anila" userId="10aae156-914e-4992-9526-b81c2b99183c" providerId="ADAL" clId="{CC5D6039-6D68-4E04-99B7-91A1C621300C}" dt="2024-01-10T12:03:34.647" v="4090" actId="14100"/>
          <ac:spMkLst>
            <pc:docMk/>
            <pc:sldMk cId="932968166" sldId="274"/>
            <ac:spMk id="11" creationId="{CDC1E0EA-DB4E-E0D2-5ED3-3250383A4019}"/>
          </ac:spMkLst>
        </pc:spChg>
        <pc:spChg chg="del">
          <ac:chgData name="Anila" userId="10aae156-914e-4992-9526-b81c2b99183c" providerId="ADAL" clId="{CC5D6039-6D68-4E04-99B7-91A1C621300C}" dt="2024-01-10T12:02:51.042" v="4077" actId="478"/>
          <ac:spMkLst>
            <pc:docMk/>
            <pc:sldMk cId="932968166" sldId="274"/>
            <ac:spMk id="12" creationId="{00F46D07-4060-346B-6D28-E997385F9F72}"/>
          </ac:spMkLst>
        </pc:spChg>
        <pc:spChg chg="mod">
          <ac:chgData name="Anila" userId="10aae156-914e-4992-9526-b81c2b99183c" providerId="ADAL" clId="{CC5D6039-6D68-4E04-99B7-91A1C621300C}" dt="2024-01-10T12:03:25.606" v="4088" actId="164"/>
          <ac:spMkLst>
            <pc:docMk/>
            <pc:sldMk cId="932968166" sldId="274"/>
            <ac:spMk id="13" creationId="{09090D3F-C860-F484-FD32-D4B6CFDF647B}"/>
          </ac:spMkLst>
        </pc:spChg>
        <pc:grpChg chg="add mod">
          <ac:chgData name="Anila" userId="10aae156-914e-4992-9526-b81c2b99183c" providerId="ADAL" clId="{CC5D6039-6D68-4E04-99B7-91A1C621300C}" dt="2024-01-10T12:03:54.836" v="4093" actId="164"/>
          <ac:grpSpMkLst>
            <pc:docMk/>
            <pc:sldMk cId="932968166" sldId="274"/>
            <ac:grpSpMk id="7" creationId="{40C9173E-7FD5-10BC-26EE-2A3AAD774633}"/>
          </ac:grpSpMkLst>
        </pc:grpChg>
        <pc:grpChg chg="add mod">
          <ac:chgData name="Anila" userId="10aae156-914e-4992-9526-b81c2b99183c" providerId="ADAL" clId="{CC5D6039-6D68-4E04-99B7-91A1C621300C}" dt="2024-01-10T12:04:17.595" v="4116" actId="1035"/>
          <ac:grpSpMkLst>
            <pc:docMk/>
            <pc:sldMk cId="932968166" sldId="274"/>
            <ac:grpSpMk id="8" creationId="{018B7CB9-9E72-33B1-C4DA-7E3B5B8AC81C}"/>
          </ac:grpSpMkLst>
        </pc:grpChg>
        <pc:picChg chg="del">
          <ac:chgData name="Anila" userId="10aae156-914e-4992-9526-b81c2b99183c" providerId="ADAL" clId="{CC5D6039-6D68-4E04-99B7-91A1C621300C}" dt="2024-01-11T06:47:30.044" v="4897" actId="478"/>
          <ac:picMkLst>
            <pc:docMk/>
            <pc:sldMk cId="932968166" sldId="274"/>
            <ac:picMk id="3" creationId="{0EF062B6-F183-27DA-B0BE-9989BBE7DD00}"/>
          </ac:picMkLst>
        </pc:picChg>
        <pc:picChg chg="del">
          <ac:chgData name="Anila" userId="10aae156-914e-4992-9526-b81c2b99183c" providerId="ADAL" clId="{CC5D6039-6D68-4E04-99B7-91A1C621300C}" dt="2024-01-10T11:56:16.770" v="4051" actId="478"/>
          <ac:picMkLst>
            <pc:docMk/>
            <pc:sldMk cId="932968166" sldId="274"/>
            <ac:picMk id="5" creationId="{843681BE-0229-1362-B2AA-82FA5883BC1B}"/>
          </ac:picMkLst>
        </pc:picChg>
        <pc:picChg chg="mod">
          <ac:chgData name="Anila" userId="10aae156-914e-4992-9526-b81c2b99183c" providerId="ADAL" clId="{CC5D6039-6D68-4E04-99B7-91A1C621300C}" dt="2024-01-10T12:03:25.606" v="4088" actId="164"/>
          <ac:picMkLst>
            <pc:docMk/>
            <pc:sldMk cId="932968166" sldId="274"/>
            <ac:picMk id="16" creationId="{3DF09395-BCBA-ECC3-41D4-1AFC47E5F5C3}"/>
          </ac:picMkLst>
        </pc:picChg>
      </pc:sldChg>
      <pc:sldChg chg="add mod setBg modClrScheme chgLayout">
        <pc:chgData name="Anila" userId="10aae156-914e-4992-9526-b81c2b99183c" providerId="ADAL" clId="{CC5D6039-6D68-4E04-99B7-91A1C621300C}" dt="2024-01-11T07:00:51.891" v="4968" actId="700"/>
        <pc:sldMkLst>
          <pc:docMk/>
          <pc:sldMk cId="1943172546" sldId="275"/>
        </pc:sldMkLst>
      </pc:sldChg>
      <pc:sldChg chg="modSp add del setBg">
        <pc:chgData name="Anila" userId="10aae156-914e-4992-9526-b81c2b99183c" providerId="ADAL" clId="{CC5D6039-6D68-4E04-99B7-91A1C621300C}" dt="2024-01-10T12:11:18.205" v="4171" actId="47"/>
        <pc:sldMkLst>
          <pc:docMk/>
          <pc:sldMk cId="4203072852" sldId="275"/>
        </pc:sldMkLst>
        <pc:picChg chg="mod">
          <ac:chgData name="Anila" userId="10aae156-914e-4992-9526-b81c2b99183c" providerId="ADAL" clId="{CC5D6039-6D68-4E04-99B7-91A1C621300C}" dt="2024-01-10T12:10:48.472" v="4170"/>
          <ac:picMkLst>
            <pc:docMk/>
            <pc:sldMk cId="4203072852" sldId="275"/>
            <ac:picMk id="5" creationId="{843681BE-0229-1362-B2AA-82FA5883BC1B}"/>
          </ac:picMkLst>
        </pc:picChg>
      </pc:sldChg>
      <pc:sldChg chg="add mod setBg modClrScheme chgLayout">
        <pc:chgData name="Anila" userId="10aae156-914e-4992-9526-b81c2b99183c" providerId="ADAL" clId="{CC5D6039-6D68-4E04-99B7-91A1C621300C}" dt="2024-01-11T07:00:48.089" v="4967" actId="700"/>
        <pc:sldMkLst>
          <pc:docMk/>
          <pc:sldMk cId="110454565" sldId="276"/>
        </pc:sldMkLst>
      </pc:sldChg>
      <pc:sldMasterChg chg="addSp modSp mod setBg addSldLayout delSldLayout modSldLayout">
        <pc:chgData name="Anila" userId="10aae156-914e-4992-9526-b81c2b99183c" providerId="ADAL" clId="{CC5D6039-6D68-4E04-99B7-91A1C621300C}" dt="2024-01-11T07:00:33.958" v="4964" actId="14100"/>
        <pc:sldMasterMkLst>
          <pc:docMk/>
          <pc:sldMasterMk cId="4260680147" sldId="2147483648"/>
        </pc:sldMasterMkLst>
        <pc:picChg chg="add mod">
          <ac:chgData name="Anila" userId="10aae156-914e-4992-9526-b81c2b99183c" providerId="ADAL" clId="{CC5D6039-6D68-4E04-99B7-91A1C621300C}" dt="2024-01-10T12:54:43.748" v="4726" actId="29295"/>
          <ac:picMkLst>
            <pc:docMk/>
            <pc:sldMasterMk cId="4260680147" sldId="2147483648"/>
            <ac:picMk id="6" creationId="{5DC9E484-7424-B8ED-BDFF-774DDE7A3A65}"/>
          </ac:picMkLst>
        </pc:picChg>
        <pc:sldLayoutChg chg="addSp delSp modSp mod setBg">
          <pc:chgData name="Anila" userId="10aae156-914e-4992-9526-b81c2b99183c" providerId="ADAL" clId="{CC5D6039-6D68-4E04-99B7-91A1C621300C}" dt="2024-01-10T12:52:01.078" v="4659" actId="21"/>
          <pc:sldLayoutMkLst>
            <pc:docMk/>
            <pc:sldMasterMk cId="4260680147" sldId="2147483648"/>
            <pc:sldLayoutMk cId="948463567" sldId="2147483649"/>
          </pc:sldLayoutMkLst>
          <pc:spChg chg="add del">
            <ac:chgData name="Anila" userId="10aae156-914e-4992-9526-b81c2b99183c" providerId="ADAL" clId="{CC5D6039-6D68-4E04-99B7-91A1C621300C}" dt="2024-01-10T12:47:19.744" v="4476" actId="11529"/>
            <ac:spMkLst>
              <pc:docMk/>
              <pc:sldMasterMk cId="4260680147" sldId="2147483648"/>
              <pc:sldLayoutMk cId="948463567" sldId="2147483649"/>
              <ac:spMk id="2" creationId="{8D0E40B4-B68A-6319-A72B-5EC65012697A}"/>
            </ac:spMkLst>
          </pc:spChg>
          <pc:spChg chg="add del mod">
            <ac:chgData name="Anila" userId="10aae156-914e-4992-9526-b81c2b99183c" providerId="ADAL" clId="{CC5D6039-6D68-4E04-99B7-91A1C621300C}" dt="2024-01-10T12:52:01.078" v="4659" actId="21"/>
            <ac:spMkLst>
              <pc:docMk/>
              <pc:sldMasterMk cId="4260680147" sldId="2147483648"/>
              <pc:sldLayoutMk cId="948463567" sldId="2147483649"/>
              <ac:spMk id="3" creationId="{6F8BC49B-3E26-9E70-56CD-6B1E9A291E77}"/>
            </ac:spMkLst>
          </pc:spChg>
        </pc:sldLayoutChg>
        <pc:sldLayoutChg chg="addSp delSp modSp 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698949810" sldId="2147483650"/>
          </pc:sldLayoutMkLst>
          <pc:spChg chg="add del mod">
            <ac:chgData name="Anila" userId="10aae156-914e-4992-9526-b81c2b99183c" providerId="ADAL" clId="{CC5D6039-6D68-4E04-99B7-91A1C621300C}" dt="2024-01-10T12:17:59.594" v="4214"/>
            <ac:spMkLst>
              <pc:docMk/>
              <pc:sldMasterMk cId="4260680147" sldId="2147483648"/>
              <pc:sldLayoutMk cId="698949810" sldId="2147483650"/>
              <ac:spMk id="2" creationId="{54D7E075-D790-AEFF-B13D-3D9BE20D1A6D}"/>
            </ac:spMkLst>
          </pc:spChg>
          <pc:spChg chg="add del mod">
            <ac:chgData name="Anila" userId="10aae156-914e-4992-9526-b81c2b99183c" providerId="ADAL" clId="{CC5D6039-6D68-4E04-99B7-91A1C621300C}" dt="2024-01-10T12:18:08.766" v="4216"/>
            <ac:spMkLst>
              <pc:docMk/>
              <pc:sldMasterMk cId="4260680147" sldId="2147483648"/>
              <pc:sldLayoutMk cId="698949810" sldId="2147483650"/>
              <ac:spMk id="3" creationId="{D037D6A0-993A-E86C-0506-F5CAEF19CDB2}"/>
            </ac:spMkLst>
          </pc:spChg>
          <pc:spChg chg="add del mod">
            <ac:chgData name="Anila" userId="10aae156-914e-4992-9526-b81c2b99183c" providerId="ADAL" clId="{CC5D6039-6D68-4E04-99B7-91A1C621300C}" dt="2024-01-10T12:18:17.599" v="4218"/>
            <ac:spMkLst>
              <pc:docMk/>
              <pc:sldMasterMk cId="4260680147" sldId="2147483648"/>
              <pc:sldLayoutMk cId="698949810" sldId="2147483650"/>
              <ac:spMk id="4" creationId="{45729E18-75B0-FE3A-3E0C-B7F61FC6667C}"/>
            </ac:spMkLst>
          </pc:spChg>
          <pc:spChg chg="add del mod">
            <ac:chgData name="Anila" userId="10aae156-914e-4992-9526-b81c2b99183c" providerId="ADAL" clId="{CC5D6039-6D68-4E04-99B7-91A1C621300C}" dt="2024-01-10T12:18:26.419" v="4220"/>
            <ac:spMkLst>
              <pc:docMk/>
              <pc:sldMasterMk cId="4260680147" sldId="2147483648"/>
              <pc:sldLayoutMk cId="698949810" sldId="2147483650"/>
              <ac:spMk id="5" creationId="{DD836CA3-50ED-99B2-A851-40DE2892375D}"/>
            </ac:spMkLst>
          </pc:spChg>
          <pc:spChg chg="add del">
            <ac:chgData name="Anila" userId="10aae156-914e-4992-9526-b81c2b99183c" providerId="ADAL" clId="{CC5D6039-6D68-4E04-99B7-91A1C621300C}" dt="2024-01-10T12:16:57.959" v="4213" actId="11529"/>
            <ac:spMkLst>
              <pc:docMk/>
              <pc:sldMasterMk cId="4260680147" sldId="2147483648"/>
              <pc:sldLayoutMk cId="698949810" sldId="2147483650"/>
              <ac:spMk id="6" creationId="{3BFA19EB-08C8-3DDE-4FDC-9A1CE3BCCA4E}"/>
            </ac:spMkLst>
          </pc:spChg>
          <pc:spChg chg="add del mod">
            <ac:chgData name="Anila" userId="10aae156-914e-4992-9526-b81c2b99183c" providerId="ADAL" clId="{CC5D6039-6D68-4E04-99B7-91A1C621300C}" dt="2024-01-10T12:17:59.594" v="4214"/>
            <ac:spMkLst>
              <pc:docMk/>
              <pc:sldMasterMk cId="4260680147" sldId="2147483648"/>
              <pc:sldLayoutMk cId="698949810" sldId="2147483650"/>
              <ac:spMk id="7" creationId="{A31D5A04-BC36-C346-CF95-EF2E7B843EA5}"/>
            </ac:spMkLst>
          </pc:spChg>
          <pc:spChg chg="mod">
            <ac:chgData name="Anila" userId="10aae156-914e-4992-9526-b81c2b99183c" providerId="ADAL" clId="{CC5D6039-6D68-4E04-99B7-91A1C621300C}" dt="2024-01-10T12:17:59.594" v="4214"/>
            <ac:spMkLst>
              <pc:docMk/>
              <pc:sldMasterMk cId="4260680147" sldId="2147483648"/>
              <pc:sldLayoutMk cId="698949810" sldId="2147483650"/>
              <ac:spMk id="8" creationId="{29E95735-3BA7-8EE4-B195-AA30D8193F3E}"/>
            </ac:spMkLst>
          </pc:spChg>
          <pc:spChg chg="add del">
            <ac:chgData name="Anila" userId="10aae156-914e-4992-9526-b81c2b99183c" providerId="ADAL" clId="{CC5D6039-6D68-4E04-99B7-91A1C621300C}" dt="2024-01-10T12:18:04.827" v="4215" actId="11529"/>
            <ac:spMkLst>
              <pc:docMk/>
              <pc:sldMasterMk cId="4260680147" sldId="2147483648"/>
              <pc:sldLayoutMk cId="698949810" sldId="2147483650"/>
              <ac:spMk id="9" creationId="{E6F401E2-B609-A3C6-B9BC-BE63DF87BD1A}"/>
            </ac:spMkLst>
          </pc:spChg>
          <pc:spChg chg="add del mod">
            <ac:chgData name="Anila" userId="10aae156-914e-4992-9526-b81c2b99183c" providerId="ADAL" clId="{CC5D6039-6D68-4E04-99B7-91A1C621300C}" dt="2024-01-10T12:18:08.766" v="4216"/>
            <ac:spMkLst>
              <pc:docMk/>
              <pc:sldMasterMk cId="4260680147" sldId="2147483648"/>
              <pc:sldLayoutMk cId="698949810" sldId="2147483650"/>
              <ac:spMk id="10" creationId="{B96286CB-0DFF-D067-6C83-6CDF92A12B53}"/>
            </ac:spMkLst>
          </pc:spChg>
          <pc:spChg chg="mod">
            <ac:chgData name="Anila" userId="10aae156-914e-4992-9526-b81c2b99183c" providerId="ADAL" clId="{CC5D6039-6D68-4E04-99B7-91A1C621300C}" dt="2024-01-10T12:18:08.766" v="4216"/>
            <ac:spMkLst>
              <pc:docMk/>
              <pc:sldMasterMk cId="4260680147" sldId="2147483648"/>
              <pc:sldLayoutMk cId="698949810" sldId="2147483650"/>
              <ac:spMk id="11" creationId="{19A11C9E-8EA2-A0D4-1498-FE851A29FC2D}"/>
            </ac:spMkLst>
          </pc:spChg>
          <pc:spChg chg="add del">
            <ac:chgData name="Anila" userId="10aae156-914e-4992-9526-b81c2b99183c" providerId="ADAL" clId="{CC5D6039-6D68-4E04-99B7-91A1C621300C}" dt="2024-01-10T12:18:13.877" v="4217" actId="11529"/>
            <ac:spMkLst>
              <pc:docMk/>
              <pc:sldMasterMk cId="4260680147" sldId="2147483648"/>
              <pc:sldLayoutMk cId="698949810" sldId="2147483650"/>
              <ac:spMk id="12" creationId="{2DF1D1D4-2D21-5910-3936-5AE50884CCA6}"/>
            </ac:spMkLst>
          </pc:spChg>
          <pc:spChg chg="add del mod">
            <ac:chgData name="Anila" userId="10aae156-914e-4992-9526-b81c2b99183c" providerId="ADAL" clId="{CC5D6039-6D68-4E04-99B7-91A1C621300C}" dt="2024-01-10T12:18:17.599" v="4218"/>
            <ac:spMkLst>
              <pc:docMk/>
              <pc:sldMasterMk cId="4260680147" sldId="2147483648"/>
              <pc:sldLayoutMk cId="698949810" sldId="2147483650"/>
              <ac:spMk id="13" creationId="{184841E4-65CA-B92C-AE89-5A9015C4BEA4}"/>
            </ac:spMkLst>
          </pc:spChg>
          <pc:spChg chg="mod">
            <ac:chgData name="Anila" userId="10aae156-914e-4992-9526-b81c2b99183c" providerId="ADAL" clId="{CC5D6039-6D68-4E04-99B7-91A1C621300C}" dt="2024-01-10T12:18:17.599" v="4218"/>
            <ac:spMkLst>
              <pc:docMk/>
              <pc:sldMasterMk cId="4260680147" sldId="2147483648"/>
              <pc:sldLayoutMk cId="698949810" sldId="2147483650"/>
              <ac:spMk id="14" creationId="{8D0A81E6-6DDA-B0F7-666B-F46C7A242D19}"/>
            </ac:spMkLst>
          </pc:spChg>
          <pc:spChg chg="add del">
            <ac:chgData name="Anila" userId="10aae156-914e-4992-9526-b81c2b99183c" providerId="ADAL" clId="{CC5D6039-6D68-4E04-99B7-91A1C621300C}" dt="2024-01-10T12:18:22.843" v="4219" actId="11529"/>
            <ac:spMkLst>
              <pc:docMk/>
              <pc:sldMasterMk cId="4260680147" sldId="2147483648"/>
              <pc:sldLayoutMk cId="698949810" sldId="2147483650"/>
              <ac:spMk id="15" creationId="{424055A1-D106-6285-DBA8-5FF3AA265D10}"/>
            </ac:spMkLst>
          </pc:spChg>
          <pc:spChg chg="add del mod">
            <ac:chgData name="Anila" userId="10aae156-914e-4992-9526-b81c2b99183c" providerId="ADAL" clId="{CC5D6039-6D68-4E04-99B7-91A1C621300C}" dt="2024-01-10T12:18:26.419" v="4220"/>
            <ac:spMkLst>
              <pc:docMk/>
              <pc:sldMasterMk cId="4260680147" sldId="2147483648"/>
              <pc:sldLayoutMk cId="698949810" sldId="2147483650"/>
              <ac:spMk id="16" creationId="{1FBF6AC2-DE32-01A1-905B-46D9BBA2195C}"/>
            </ac:spMkLst>
          </pc:spChg>
          <pc:spChg chg="mod">
            <ac:chgData name="Anila" userId="10aae156-914e-4992-9526-b81c2b99183c" providerId="ADAL" clId="{CC5D6039-6D68-4E04-99B7-91A1C621300C}" dt="2024-01-10T12:18:26.419" v="4220"/>
            <ac:spMkLst>
              <pc:docMk/>
              <pc:sldMasterMk cId="4260680147" sldId="2147483648"/>
              <pc:sldLayoutMk cId="698949810" sldId="2147483650"/>
              <ac:spMk id="17" creationId="{F63D1538-80FE-35B9-7B2E-E8FC164E103A}"/>
            </ac:spMkLst>
          </pc:spChg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87719405" sldId="2147483651"/>
          </pc:sldLayoutMkLst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619284813" sldId="2147483652"/>
          </pc:sldLayoutMkLst>
        </pc:sldLayoutChg>
        <pc:sldLayoutChg chg="addSp delSp modSp mod 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631535544" sldId="2147483653"/>
          </pc:sldLayoutMkLst>
          <pc:spChg chg="add del mod">
            <ac:chgData name="Anila" userId="10aae156-914e-4992-9526-b81c2b99183c" providerId="ADAL" clId="{CC5D6039-6D68-4E04-99B7-91A1C621300C}" dt="2024-01-10T12:19:03.624" v="4225"/>
            <ac:spMkLst>
              <pc:docMk/>
              <pc:sldMasterMk cId="4260680147" sldId="2147483648"/>
              <pc:sldLayoutMk cId="631535544" sldId="2147483653"/>
              <ac:spMk id="2" creationId="{156CE0C8-8F18-12CC-09EE-6B7316127138}"/>
            </ac:spMkLst>
          </pc:spChg>
          <pc:spChg chg="add del mod">
            <ac:chgData name="Anila" userId="10aae156-914e-4992-9526-b81c2b99183c" providerId="ADAL" clId="{CC5D6039-6D68-4E04-99B7-91A1C621300C}" dt="2024-01-10T12:19:18.368" v="4229"/>
            <ac:spMkLst>
              <pc:docMk/>
              <pc:sldMasterMk cId="4260680147" sldId="2147483648"/>
              <pc:sldLayoutMk cId="631535544" sldId="2147483653"/>
              <ac:spMk id="3" creationId="{1F762744-E907-5157-9AD8-8B817A0A8EEA}"/>
            </ac:spMkLst>
          </pc:spChg>
          <pc:spChg chg="add del mod">
            <ac:chgData name="Anila" userId="10aae156-914e-4992-9526-b81c2b99183c" providerId="ADAL" clId="{CC5D6039-6D68-4E04-99B7-91A1C621300C}" dt="2024-01-10T12:19:35.813" v="4232"/>
            <ac:spMkLst>
              <pc:docMk/>
              <pc:sldMasterMk cId="4260680147" sldId="2147483648"/>
              <pc:sldLayoutMk cId="631535544" sldId="2147483653"/>
              <ac:spMk id="4" creationId="{13B32AF0-106F-ED34-053B-0A0668E19BDF}"/>
            </ac:spMkLst>
          </pc:spChg>
          <pc:spChg chg="add del mod">
            <ac:chgData name="Anila" userId="10aae156-914e-4992-9526-b81c2b99183c" providerId="ADAL" clId="{CC5D6039-6D68-4E04-99B7-91A1C621300C}" dt="2024-01-10T12:19:44.611" v="4234"/>
            <ac:spMkLst>
              <pc:docMk/>
              <pc:sldMasterMk cId="4260680147" sldId="2147483648"/>
              <pc:sldLayoutMk cId="631535544" sldId="2147483653"/>
              <ac:spMk id="5" creationId="{9719AE82-960B-4F20-FE19-680EDDAF38DF}"/>
            </ac:spMkLst>
          </pc:spChg>
          <pc:spChg chg="add del">
            <ac:chgData name="Anila" userId="10aae156-914e-4992-9526-b81c2b99183c" providerId="ADAL" clId="{CC5D6039-6D68-4E04-99B7-91A1C621300C}" dt="2024-01-10T12:18:56.711" v="4223" actId="11529"/>
            <ac:spMkLst>
              <pc:docMk/>
              <pc:sldMasterMk cId="4260680147" sldId="2147483648"/>
              <pc:sldLayoutMk cId="631535544" sldId="2147483653"/>
              <ac:spMk id="6" creationId="{72DF6CD8-EDA2-7A31-96BA-1ECEEDD4835B}"/>
            </ac:spMkLst>
          </pc:spChg>
          <pc:spChg chg="add del mod">
            <ac:chgData name="Anila" userId="10aae156-914e-4992-9526-b81c2b99183c" providerId="ADAL" clId="{CC5D6039-6D68-4E04-99B7-91A1C621300C}" dt="2024-01-10T12:19:03.624" v="4225"/>
            <ac:spMkLst>
              <pc:docMk/>
              <pc:sldMasterMk cId="4260680147" sldId="2147483648"/>
              <pc:sldLayoutMk cId="631535544" sldId="2147483653"/>
              <ac:spMk id="7" creationId="{740C58F2-8491-AC49-344A-ED0779D6500E}"/>
            </ac:spMkLst>
          </pc:spChg>
          <pc:spChg chg="mod">
            <ac:chgData name="Anila" userId="10aae156-914e-4992-9526-b81c2b99183c" providerId="ADAL" clId="{CC5D6039-6D68-4E04-99B7-91A1C621300C}" dt="2024-01-10T12:19:03.624" v="4225"/>
            <ac:spMkLst>
              <pc:docMk/>
              <pc:sldMasterMk cId="4260680147" sldId="2147483648"/>
              <pc:sldLayoutMk cId="631535544" sldId="2147483653"/>
              <ac:spMk id="8" creationId="{144CA004-B1AA-F0AE-F19E-756725758F6D}"/>
            </ac:spMkLst>
          </pc:spChg>
          <pc:spChg chg="add del">
            <ac:chgData name="Anila" userId="10aae156-914e-4992-9526-b81c2b99183c" providerId="ADAL" clId="{CC5D6039-6D68-4E04-99B7-91A1C621300C}" dt="2024-01-10T12:19:10.806" v="4226" actId="11529"/>
            <ac:spMkLst>
              <pc:docMk/>
              <pc:sldMasterMk cId="4260680147" sldId="2147483648"/>
              <pc:sldLayoutMk cId="631535544" sldId="2147483653"/>
              <ac:spMk id="9" creationId="{DC3F16D1-68F4-0694-1A9B-E32AE713B500}"/>
            </ac:spMkLst>
          </pc:spChg>
          <pc:spChg chg="add del mod">
            <ac:chgData name="Anila" userId="10aae156-914e-4992-9526-b81c2b99183c" providerId="ADAL" clId="{CC5D6039-6D68-4E04-99B7-91A1C621300C}" dt="2024-01-10T12:19:18.368" v="4229"/>
            <ac:spMkLst>
              <pc:docMk/>
              <pc:sldMasterMk cId="4260680147" sldId="2147483648"/>
              <pc:sldLayoutMk cId="631535544" sldId="2147483653"/>
              <ac:spMk id="10" creationId="{9C638219-3F95-45DF-924E-757603AD6ED4}"/>
            </ac:spMkLst>
          </pc:spChg>
          <pc:spChg chg="mod">
            <ac:chgData name="Anila" userId="10aae156-914e-4992-9526-b81c2b99183c" providerId="ADAL" clId="{CC5D6039-6D68-4E04-99B7-91A1C621300C}" dt="2024-01-10T12:19:18.368" v="4229"/>
            <ac:spMkLst>
              <pc:docMk/>
              <pc:sldMasterMk cId="4260680147" sldId="2147483648"/>
              <pc:sldLayoutMk cId="631535544" sldId="2147483653"/>
              <ac:spMk id="11" creationId="{289AE022-733B-6F7C-D742-4EB956ED6E45}"/>
            </ac:spMkLst>
          </pc:spChg>
          <pc:spChg chg="add del">
            <ac:chgData name="Anila" userId="10aae156-914e-4992-9526-b81c2b99183c" providerId="ADAL" clId="{CC5D6039-6D68-4E04-99B7-91A1C621300C}" dt="2024-01-10T12:19:29.156" v="4230" actId="11529"/>
            <ac:spMkLst>
              <pc:docMk/>
              <pc:sldMasterMk cId="4260680147" sldId="2147483648"/>
              <pc:sldLayoutMk cId="631535544" sldId="2147483653"/>
              <ac:spMk id="12" creationId="{69CD8E00-4112-D2E0-8BF6-7129D9845A42}"/>
            </ac:spMkLst>
          </pc:spChg>
          <pc:spChg chg="add del mod">
            <ac:chgData name="Anila" userId="10aae156-914e-4992-9526-b81c2b99183c" providerId="ADAL" clId="{CC5D6039-6D68-4E04-99B7-91A1C621300C}" dt="2024-01-10T12:19:35.813" v="4232"/>
            <ac:spMkLst>
              <pc:docMk/>
              <pc:sldMasterMk cId="4260680147" sldId="2147483648"/>
              <pc:sldLayoutMk cId="631535544" sldId="2147483653"/>
              <ac:spMk id="13" creationId="{848702B3-D9DF-8850-9C1A-872690604892}"/>
            </ac:spMkLst>
          </pc:spChg>
          <pc:spChg chg="mod">
            <ac:chgData name="Anila" userId="10aae156-914e-4992-9526-b81c2b99183c" providerId="ADAL" clId="{CC5D6039-6D68-4E04-99B7-91A1C621300C}" dt="2024-01-10T12:19:35.813" v="4232"/>
            <ac:spMkLst>
              <pc:docMk/>
              <pc:sldMasterMk cId="4260680147" sldId="2147483648"/>
              <pc:sldLayoutMk cId="631535544" sldId="2147483653"/>
              <ac:spMk id="14" creationId="{232B8061-E09C-38EA-5A30-5687452EF198}"/>
            </ac:spMkLst>
          </pc:spChg>
          <pc:spChg chg="add del">
            <ac:chgData name="Anila" userId="10aae156-914e-4992-9526-b81c2b99183c" providerId="ADAL" clId="{CC5D6039-6D68-4E04-99B7-91A1C621300C}" dt="2024-01-10T12:19:40.875" v="4233" actId="11529"/>
            <ac:spMkLst>
              <pc:docMk/>
              <pc:sldMasterMk cId="4260680147" sldId="2147483648"/>
              <pc:sldLayoutMk cId="631535544" sldId="2147483653"/>
              <ac:spMk id="15" creationId="{C54AD7E9-C015-BD8D-2285-E7D4D8570C18}"/>
            </ac:spMkLst>
          </pc:spChg>
          <pc:spChg chg="add del mod">
            <ac:chgData name="Anila" userId="10aae156-914e-4992-9526-b81c2b99183c" providerId="ADAL" clId="{CC5D6039-6D68-4E04-99B7-91A1C621300C}" dt="2024-01-10T12:19:44.611" v="4234"/>
            <ac:spMkLst>
              <pc:docMk/>
              <pc:sldMasterMk cId="4260680147" sldId="2147483648"/>
              <pc:sldLayoutMk cId="631535544" sldId="2147483653"/>
              <ac:spMk id="16" creationId="{956DA006-C6A3-910B-0987-EA493A1DCAD5}"/>
            </ac:spMkLst>
          </pc:spChg>
          <pc:spChg chg="mod">
            <ac:chgData name="Anila" userId="10aae156-914e-4992-9526-b81c2b99183c" providerId="ADAL" clId="{CC5D6039-6D68-4E04-99B7-91A1C621300C}" dt="2024-01-10T12:19:44.611" v="4234"/>
            <ac:spMkLst>
              <pc:docMk/>
              <pc:sldMasterMk cId="4260680147" sldId="2147483648"/>
              <pc:sldLayoutMk cId="631535544" sldId="2147483653"/>
              <ac:spMk id="17" creationId="{EC142B4E-8D5E-CFD8-DFE4-C9293C33024F}"/>
            </ac:spMkLst>
          </pc:spChg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382787815" sldId="2147483654"/>
          </pc:sldLayoutMkLst>
        </pc:sldLayoutChg>
        <pc:sldLayoutChg chg="addSp delSp modSp mod 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1498085280" sldId="2147483655"/>
          </pc:sldLayoutMkLst>
          <pc:spChg chg="add del mod">
            <ac:chgData name="Anila" userId="10aae156-914e-4992-9526-b81c2b99183c" providerId="ADAL" clId="{CC5D6039-6D68-4E04-99B7-91A1C621300C}" dt="2024-01-10T12:21:27.905" v="4255"/>
            <ac:spMkLst>
              <pc:docMk/>
              <pc:sldMasterMk cId="4260680147" sldId="2147483648"/>
              <pc:sldLayoutMk cId="1498085280" sldId="2147483655"/>
              <ac:spMk id="2" creationId="{42E55ABA-420D-249C-02E9-48A96CB20C11}"/>
            </ac:spMkLst>
          </pc:spChg>
          <pc:spChg chg="add del mod">
            <ac:chgData name="Anila" userId="10aae156-914e-4992-9526-b81c2b99183c" providerId="ADAL" clId="{CC5D6039-6D68-4E04-99B7-91A1C621300C}" dt="2024-01-10T12:21:39.576" v="4257"/>
            <ac:spMkLst>
              <pc:docMk/>
              <pc:sldMasterMk cId="4260680147" sldId="2147483648"/>
              <pc:sldLayoutMk cId="1498085280" sldId="2147483655"/>
              <ac:spMk id="3" creationId="{893E3856-67F8-2796-1402-F2FC699397A7}"/>
            </ac:spMkLst>
          </pc:spChg>
          <pc:spChg chg="add del mod">
            <ac:chgData name="Anila" userId="10aae156-914e-4992-9526-b81c2b99183c" providerId="ADAL" clId="{CC5D6039-6D68-4E04-99B7-91A1C621300C}" dt="2024-01-10T12:21:51.582" v="4259"/>
            <ac:spMkLst>
              <pc:docMk/>
              <pc:sldMasterMk cId="4260680147" sldId="2147483648"/>
              <pc:sldLayoutMk cId="1498085280" sldId="2147483655"/>
              <ac:spMk id="4" creationId="{121A84F4-7B35-A6D7-EE6B-3F4393286616}"/>
            </ac:spMkLst>
          </pc:spChg>
          <pc:spChg chg="add del">
            <ac:chgData name="Anila" userId="10aae156-914e-4992-9526-b81c2b99183c" providerId="ADAL" clId="{CC5D6039-6D68-4E04-99B7-91A1C621300C}" dt="2024-01-10T12:21:23.172" v="4254" actId="11529"/>
            <ac:spMkLst>
              <pc:docMk/>
              <pc:sldMasterMk cId="4260680147" sldId="2147483648"/>
              <pc:sldLayoutMk cId="1498085280" sldId="2147483655"/>
              <ac:spMk id="5" creationId="{FB369E3C-45BD-6A21-DEBD-BD948AEC46B8}"/>
            </ac:spMkLst>
          </pc:spChg>
          <pc:spChg chg="add del mod">
            <ac:chgData name="Anila" userId="10aae156-914e-4992-9526-b81c2b99183c" providerId="ADAL" clId="{CC5D6039-6D68-4E04-99B7-91A1C621300C}" dt="2024-01-10T12:21:27.905" v="4255"/>
            <ac:spMkLst>
              <pc:docMk/>
              <pc:sldMasterMk cId="4260680147" sldId="2147483648"/>
              <pc:sldLayoutMk cId="1498085280" sldId="2147483655"/>
              <ac:spMk id="6" creationId="{00ABB509-242A-B58C-E527-755912CABC09}"/>
            </ac:spMkLst>
          </pc:spChg>
          <pc:spChg chg="mod">
            <ac:chgData name="Anila" userId="10aae156-914e-4992-9526-b81c2b99183c" providerId="ADAL" clId="{CC5D6039-6D68-4E04-99B7-91A1C621300C}" dt="2024-01-10T12:21:27.905" v="4255"/>
            <ac:spMkLst>
              <pc:docMk/>
              <pc:sldMasterMk cId="4260680147" sldId="2147483648"/>
              <pc:sldLayoutMk cId="1498085280" sldId="2147483655"/>
              <ac:spMk id="7" creationId="{9F30451A-A827-AD97-9A3B-7745E66BFF37}"/>
            </ac:spMkLst>
          </pc:spChg>
          <pc:spChg chg="add del">
            <ac:chgData name="Anila" userId="10aae156-914e-4992-9526-b81c2b99183c" providerId="ADAL" clId="{CC5D6039-6D68-4E04-99B7-91A1C621300C}" dt="2024-01-10T12:21:33.494" v="4256" actId="11529"/>
            <ac:spMkLst>
              <pc:docMk/>
              <pc:sldMasterMk cId="4260680147" sldId="2147483648"/>
              <pc:sldLayoutMk cId="1498085280" sldId="2147483655"/>
              <ac:spMk id="8" creationId="{8A50118E-6B68-A5B1-BB4E-8B658DAD2C71}"/>
            </ac:spMkLst>
          </pc:spChg>
          <pc:spChg chg="add del mod">
            <ac:chgData name="Anila" userId="10aae156-914e-4992-9526-b81c2b99183c" providerId="ADAL" clId="{CC5D6039-6D68-4E04-99B7-91A1C621300C}" dt="2024-01-10T12:21:39.576" v="4257"/>
            <ac:spMkLst>
              <pc:docMk/>
              <pc:sldMasterMk cId="4260680147" sldId="2147483648"/>
              <pc:sldLayoutMk cId="1498085280" sldId="2147483655"/>
              <ac:spMk id="9" creationId="{A387A12A-15B1-C502-0FA8-103379352C9D}"/>
            </ac:spMkLst>
          </pc:spChg>
          <pc:spChg chg="mod">
            <ac:chgData name="Anila" userId="10aae156-914e-4992-9526-b81c2b99183c" providerId="ADAL" clId="{CC5D6039-6D68-4E04-99B7-91A1C621300C}" dt="2024-01-10T12:21:39.576" v="4257"/>
            <ac:spMkLst>
              <pc:docMk/>
              <pc:sldMasterMk cId="4260680147" sldId="2147483648"/>
              <pc:sldLayoutMk cId="1498085280" sldId="2147483655"/>
              <ac:spMk id="10" creationId="{D91F2A65-1815-2F76-CF25-51D657B5C88E}"/>
            </ac:spMkLst>
          </pc:spChg>
          <pc:spChg chg="add del">
            <ac:chgData name="Anila" userId="10aae156-914e-4992-9526-b81c2b99183c" providerId="ADAL" clId="{CC5D6039-6D68-4E04-99B7-91A1C621300C}" dt="2024-01-10T12:21:45.654" v="4258" actId="11529"/>
            <ac:spMkLst>
              <pc:docMk/>
              <pc:sldMasterMk cId="4260680147" sldId="2147483648"/>
              <pc:sldLayoutMk cId="1498085280" sldId="2147483655"/>
              <ac:spMk id="11" creationId="{B16F7B0B-3583-68B2-D540-D20824A940A0}"/>
            </ac:spMkLst>
          </pc:spChg>
          <pc:spChg chg="add del mod">
            <ac:chgData name="Anila" userId="10aae156-914e-4992-9526-b81c2b99183c" providerId="ADAL" clId="{CC5D6039-6D68-4E04-99B7-91A1C621300C}" dt="2024-01-10T12:21:51.582" v="4259"/>
            <ac:spMkLst>
              <pc:docMk/>
              <pc:sldMasterMk cId="4260680147" sldId="2147483648"/>
              <pc:sldLayoutMk cId="1498085280" sldId="2147483655"/>
              <ac:spMk id="12" creationId="{828D576F-F5A9-A05B-4C92-BE739DB9802D}"/>
            </ac:spMkLst>
          </pc:spChg>
          <pc:spChg chg="mod">
            <ac:chgData name="Anila" userId="10aae156-914e-4992-9526-b81c2b99183c" providerId="ADAL" clId="{CC5D6039-6D68-4E04-99B7-91A1C621300C}" dt="2024-01-10T12:21:51.582" v="4259"/>
            <ac:spMkLst>
              <pc:docMk/>
              <pc:sldMasterMk cId="4260680147" sldId="2147483648"/>
              <pc:sldLayoutMk cId="1498085280" sldId="2147483655"/>
              <ac:spMk id="13" creationId="{C9075098-1B54-88EF-CDC9-648EA16A2818}"/>
            </ac:spMkLst>
          </pc:spChg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2136427465" sldId="2147483656"/>
          </pc:sldLayoutMkLst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3597744777" sldId="2147483657"/>
          </pc:sldLayoutMkLst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643171391" sldId="2147483658"/>
          </pc:sldLayoutMkLst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1460700022" sldId="2147483659"/>
          </pc:sldLayoutMkLst>
        </pc:sldLayoutChg>
        <pc:sldLayoutChg chg="addSp delSp modSp 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2697073635" sldId="2147483660"/>
          </pc:sldLayoutMkLst>
          <pc:spChg chg="add del mod">
            <ac:chgData name="Anila" userId="10aae156-914e-4992-9526-b81c2b99183c" providerId="ADAL" clId="{CC5D6039-6D68-4E04-99B7-91A1C621300C}" dt="2024-01-10T12:23:06.822" v="4263"/>
            <ac:spMkLst>
              <pc:docMk/>
              <pc:sldMasterMk cId="4260680147" sldId="2147483648"/>
              <pc:sldLayoutMk cId="2697073635" sldId="2147483660"/>
              <ac:spMk id="2" creationId="{3D9F59A2-86DC-3987-8691-EAF4AECF1AD8}"/>
            </ac:spMkLst>
          </pc:spChg>
          <pc:spChg chg="add del mod">
            <ac:chgData name="Anila" userId="10aae156-914e-4992-9526-b81c2b99183c" providerId="ADAL" clId="{CC5D6039-6D68-4E04-99B7-91A1C621300C}" dt="2024-01-10T12:23:19.337" v="4265"/>
            <ac:spMkLst>
              <pc:docMk/>
              <pc:sldMasterMk cId="4260680147" sldId="2147483648"/>
              <pc:sldLayoutMk cId="2697073635" sldId="2147483660"/>
              <ac:spMk id="3" creationId="{9E557F89-3BD0-5BAA-1F70-A52CF9A57F1F}"/>
            </ac:spMkLst>
          </pc:spChg>
          <pc:spChg chg="add del mod">
            <ac:chgData name="Anila" userId="10aae156-914e-4992-9526-b81c2b99183c" providerId="ADAL" clId="{CC5D6039-6D68-4E04-99B7-91A1C621300C}" dt="2024-01-10T12:23:33.666" v="4267"/>
            <ac:spMkLst>
              <pc:docMk/>
              <pc:sldMasterMk cId="4260680147" sldId="2147483648"/>
              <pc:sldLayoutMk cId="2697073635" sldId="2147483660"/>
              <ac:spMk id="4" creationId="{D0AC6CF0-2C4E-D458-E478-0D244D407B01}"/>
            </ac:spMkLst>
          </pc:spChg>
          <pc:spChg chg="add del">
            <ac:chgData name="Anila" userId="10aae156-914e-4992-9526-b81c2b99183c" providerId="ADAL" clId="{CC5D6039-6D68-4E04-99B7-91A1C621300C}" dt="2024-01-10T12:23:02.693" v="4262" actId="11529"/>
            <ac:spMkLst>
              <pc:docMk/>
              <pc:sldMasterMk cId="4260680147" sldId="2147483648"/>
              <pc:sldLayoutMk cId="2697073635" sldId="2147483660"/>
              <ac:spMk id="5" creationId="{B46FF8EF-EF76-648B-BE3E-01C2AA0EED34}"/>
            </ac:spMkLst>
          </pc:spChg>
          <pc:spChg chg="add del mod">
            <ac:chgData name="Anila" userId="10aae156-914e-4992-9526-b81c2b99183c" providerId="ADAL" clId="{CC5D6039-6D68-4E04-99B7-91A1C621300C}" dt="2024-01-10T12:23:06.822" v="4263"/>
            <ac:spMkLst>
              <pc:docMk/>
              <pc:sldMasterMk cId="4260680147" sldId="2147483648"/>
              <pc:sldLayoutMk cId="2697073635" sldId="2147483660"/>
              <ac:spMk id="6" creationId="{F1833858-077A-BF54-7570-A1105925A38B}"/>
            </ac:spMkLst>
          </pc:spChg>
          <pc:spChg chg="mod">
            <ac:chgData name="Anila" userId="10aae156-914e-4992-9526-b81c2b99183c" providerId="ADAL" clId="{CC5D6039-6D68-4E04-99B7-91A1C621300C}" dt="2024-01-10T12:23:06.822" v="4263"/>
            <ac:spMkLst>
              <pc:docMk/>
              <pc:sldMasterMk cId="4260680147" sldId="2147483648"/>
              <pc:sldLayoutMk cId="2697073635" sldId="2147483660"/>
              <ac:spMk id="7" creationId="{718E0EAE-CFFE-A18C-4CB3-5CEEDF32AFC7}"/>
            </ac:spMkLst>
          </pc:spChg>
          <pc:spChg chg="add del">
            <ac:chgData name="Anila" userId="10aae156-914e-4992-9526-b81c2b99183c" providerId="ADAL" clId="{CC5D6039-6D68-4E04-99B7-91A1C621300C}" dt="2024-01-10T12:23:12.145" v="4264" actId="11529"/>
            <ac:spMkLst>
              <pc:docMk/>
              <pc:sldMasterMk cId="4260680147" sldId="2147483648"/>
              <pc:sldLayoutMk cId="2697073635" sldId="2147483660"/>
              <ac:spMk id="8" creationId="{0A4E48BB-11EE-9346-5CFB-1278E8A6A8CC}"/>
            </ac:spMkLst>
          </pc:spChg>
          <pc:spChg chg="add del mod">
            <ac:chgData name="Anila" userId="10aae156-914e-4992-9526-b81c2b99183c" providerId="ADAL" clId="{CC5D6039-6D68-4E04-99B7-91A1C621300C}" dt="2024-01-10T12:23:19.337" v="4265"/>
            <ac:spMkLst>
              <pc:docMk/>
              <pc:sldMasterMk cId="4260680147" sldId="2147483648"/>
              <pc:sldLayoutMk cId="2697073635" sldId="2147483660"/>
              <ac:spMk id="9" creationId="{D6DE252D-D9B5-4242-5B79-07E1A8D26012}"/>
            </ac:spMkLst>
          </pc:spChg>
          <pc:spChg chg="mod">
            <ac:chgData name="Anila" userId="10aae156-914e-4992-9526-b81c2b99183c" providerId="ADAL" clId="{CC5D6039-6D68-4E04-99B7-91A1C621300C}" dt="2024-01-10T12:23:19.337" v="4265"/>
            <ac:spMkLst>
              <pc:docMk/>
              <pc:sldMasterMk cId="4260680147" sldId="2147483648"/>
              <pc:sldLayoutMk cId="2697073635" sldId="2147483660"/>
              <ac:spMk id="10" creationId="{EE66B23B-6E15-5AA9-AAD2-3DEEC78CC85D}"/>
            </ac:spMkLst>
          </pc:spChg>
          <pc:spChg chg="add del">
            <ac:chgData name="Anila" userId="10aae156-914e-4992-9526-b81c2b99183c" providerId="ADAL" clId="{CC5D6039-6D68-4E04-99B7-91A1C621300C}" dt="2024-01-10T12:23:24.249" v="4266" actId="11529"/>
            <ac:spMkLst>
              <pc:docMk/>
              <pc:sldMasterMk cId="4260680147" sldId="2147483648"/>
              <pc:sldLayoutMk cId="2697073635" sldId="2147483660"/>
              <ac:spMk id="11" creationId="{72F25B15-85D3-579D-9648-A6734CEECA86}"/>
            </ac:spMkLst>
          </pc:spChg>
          <pc:spChg chg="add del mod">
            <ac:chgData name="Anila" userId="10aae156-914e-4992-9526-b81c2b99183c" providerId="ADAL" clId="{CC5D6039-6D68-4E04-99B7-91A1C621300C}" dt="2024-01-10T12:23:33.666" v="4267"/>
            <ac:spMkLst>
              <pc:docMk/>
              <pc:sldMasterMk cId="4260680147" sldId="2147483648"/>
              <pc:sldLayoutMk cId="2697073635" sldId="2147483660"/>
              <ac:spMk id="12" creationId="{99113A94-4BE0-CC53-835F-4DA02BCDA1B6}"/>
            </ac:spMkLst>
          </pc:spChg>
          <pc:spChg chg="mod">
            <ac:chgData name="Anila" userId="10aae156-914e-4992-9526-b81c2b99183c" providerId="ADAL" clId="{CC5D6039-6D68-4E04-99B7-91A1C621300C}" dt="2024-01-10T12:23:33.666" v="4267"/>
            <ac:spMkLst>
              <pc:docMk/>
              <pc:sldMasterMk cId="4260680147" sldId="2147483648"/>
              <pc:sldLayoutMk cId="2697073635" sldId="2147483660"/>
              <ac:spMk id="13" creationId="{B53961C1-E39D-4731-3B53-1D7FCEC9C5D1}"/>
            </ac:spMkLst>
          </pc:spChg>
        </pc:sldLayoutChg>
        <pc:sldLayoutChg chg="addSp delSp modSp mod setBg">
          <pc:chgData name="Anila" userId="10aae156-914e-4992-9526-b81c2b99183c" providerId="ADAL" clId="{CC5D6039-6D68-4E04-99B7-91A1C621300C}" dt="2024-01-11T06:46:23.396" v="4890" actId="14100"/>
          <pc:sldLayoutMkLst>
            <pc:docMk/>
            <pc:sldMasterMk cId="4260680147" sldId="2147483648"/>
            <pc:sldLayoutMk cId="1933899486" sldId="2147483661"/>
          </pc:sldLayoutMkLst>
          <pc:spChg chg="add del mod">
            <ac:chgData name="Anila" userId="10aae156-914e-4992-9526-b81c2b99183c" providerId="ADAL" clId="{CC5D6039-6D68-4E04-99B7-91A1C621300C}" dt="2024-01-10T12:24:35.750" v="4273"/>
            <ac:spMkLst>
              <pc:docMk/>
              <pc:sldMasterMk cId="4260680147" sldId="2147483648"/>
              <pc:sldLayoutMk cId="1933899486" sldId="2147483661"/>
              <ac:spMk id="2" creationId="{8302C211-0C19-948E-FD57-D87C063CEC22}"/>
            </ac:spMkLst>
          </pc:spChg>
          <pc:spChg chg="add del mod">
            <ac:chgData name="Anila" userId="10aae156-914e-4992-9526-b81c2b99183c" providerId="ADAL" clId="{CC5D6039-6D68-4E04-99B7-91A1C621300C}" dt="2024-01-10T12:24:52.165" v="4276"/>
            <ac:spMkLst>
              <pc:docMk/>
              <pc:sldMasterMk cId="4260680147" sldId="2147483648"/>
              <pc:sldLayoutMk cId="1933899486" sldId="2147483661"/>
              <ac:spMk id="3" creationId="{98A12C7B-4B90-6394-F074-D27B2CDAACC8}"/>
            </ac:spMkLst>
          </pc:spChg>
          <pc:spChg chg="add del mod">
            <ac:chgData name="Anila" userId="10aae156-914e-4992-9526-b81c2b99183c" providerId="ADAL" clId="{CC5D6039-6D68-4E04-99B7-91A1C621300C}" dt="2024-01-10T12:25:24.658" v="4280"/>
            <ac:spMkLst>
              <pc:docMk/>
              <pc:sldMasterMk cId="4260680147" sldId="2147483648"/>
              <pc:sldLayoutMk cId="1933899486" sldId="2147483661"/>
              <ac:spMk id="4" creationId="{7D7322BE-BBD5-42D4-01B3-B61F875EB3F1}"/>
            </ac:spMkLst>
          </pc:spChg>
          <pc:spChg chg="add del mod">
            <ac:chgData name="Anila" userId="10aae156-914e-4992-9526-b81c2b99183c" providerId="ADAL" clId="{CC5D6039-6D68-4E04-99B7-91A1C621300C}" dt="2024-01-10T12:25:04.975" v="4278"/>
            <ac:spMkLst>
              <pc:docMk/>
              <pc:sldMasterMk cId="4260680147" sldId="2147483648"/>
              <pc:sldLayoutMk cId="1933899486" sldId="2147483661"/>
              <ac:spMk id="5" creationId="{6D91A1E5-8707-7C16-18CB-E31A59554BF9}"/>
            </ac:spMkLst>
          </pc:spChg>
          <pc:spChg chg="add del mod">
            <ac:chgData name="Anila" userId="10aae156-914e-4992-9526-b81c2b99183c" providerId="ADAL" clId="{CC5D6039-6D68-4E04-99B7-91A1C621300C}" dt="2024-01-10T12:25:41.942" v="4282"/>
            <ac:spMkLst>
              <pc:docMk/>
              <pc:sldMasterMk cId="4260680147" sldId="2147483648"/>
              <pc:sldLayoutMk cId="1933899486" sldId="2147483661"/>
              <ac:spMk id="6" creationId="{1DE3E32A-5F80-9C61-DE04-5EC1F55F403D}"/>
            </ac:spMkLst>
          </pc:spChg>
          <pc:spChg chg="add del mod">
            <ac:chgData name="Anila" userId="10aae156-914e-4992-9526-b81c2b99183c" providerId="ADAL" clId="{CC5D6039-6D68-4E04-99B7-91A1C621300C}" dt="2024-01-10T12:24:25.519" v="4271"/>
            <ac:spMkLst>
              <pc:docMk/>
              <pc:sldMasterMk cId="4260680147" sldId="2147483648"/>
              <pc:sldLayoutMk cId="1933899486" sldId="2147483661"/>
              <ac:spMk id="7" creationId="{1AF35E3D-F515-8A30-F997-0F3B2793C7CE}"/>
            </ac:spMkLst>
          </pc:spChg>
          <pc:spChg chg="add del">
            <ac:chgData name="Anila" userId="10aae156-914e-4992-9526-b81c2b99183c" providerId="ADAL" clId="{CC5D6039-6D68-4E04-99B7-91A1C621300C}" dt="2024-01-10T12:24:20.022" v="4270" actId="11529"/>
            <ac:spMkLst>
              <pc:docMk/>
              <pc:sldMasterMk cId="4260680147" sldId="2147483648"/>
              <pc:sldLayoutMk cId="1933899486" sldId="2147483661"/>
              <ac:spMk id="8" creationId="{85AE3D92-9219-2A30-D29B-992D5311E7FF}"/>
            </ac:spMkLst>
          </pc:spChg>
          <pc:spChg chg="add del mod">
            <ac:chgData name="Anila" userId="10aae156-914e-4992-9526-b81c2b99183c" providerId="ADAL" clId="{CC5D6039-6D68-4E04-99B7-91A1C621300C}" dt="2024-01-10T12:24:25.519" v="4271"/>
            <ac:spMkLst>
              <pc:docMk/>
              <pc:sldMasterMk cId="4260680147" sldId="2147483648"/>
              <pc:sldLayoutMk cId="1933899486" sldId="2147483661"/>
              <ac:spMk id="9" creationId="{6025A000-B7AB-8076-2859-05EE38FF9BB7}"/>
            </ac:spMkLst>
          </pc:spChg>
          <pc:spChg chg="mod">
            <ac:chgData name="Anila" userId="10aae156-914e-4992-9526-b81c2b99183c" providerId="ADAL" clId="{CC5D6039-6D68-4E04-99B7-91A1C621300C}" dt="2024-01-10T12:24:25.519" v="4271"/>
            <ac:spMkLst>
              <pc:docMk/>
              <pc:sldMasterMk cId="4260680147" sldId="2147483648"/>
              <pc:sldLayoutMk cId="1933899486" sldId="2147483661"/>
              <ac:spMk id="10" creationId="{94CE7CF7-6BC2-9BA7-3526-5ED44F9C50C4}"/>
            </ac:spMkLst>
          </pc:spChg>
          <pc:spChg chg="add del">
            <ac:chgData name="Anila" userId="10aae156-914e-4992-9526-b81c2b99183c" providerId="ADAL" clId="{CC5D6039-6D68-4E04-99B7-91A1C621300C}" dt="2024-01-10T12:24:31.658" v="4272" actId="11529"/>
            <ac:spMkLst>
              <pc:docMk/>
              <pc:sldMasterMk cId="4260680147" sldId="2147483648"/>
              <pc:sldLayoutMk cId="1933899486" sldId="2147483661"/>
              <ac:spMk id="11" creationId="{58632703-0B05-E709-8CAD-11A8E85CC77B}"/>
            </ac:spMkLst>
          </pc:spChg>
          <pc:spChg chg="add del mod">
            <ac:chgData name="Anila" userId="10aae156-914e-4992-9526-b81c2b99183c" providerId="ADAL" clId="{CC5D6039-6D68-4E04-99B7-91A1C621300C}" dt="2024-01-10T12:24:35.750" v="4273"/>
            <ac:spMkLst>
              <pc:docMk/>
              <pc:sldMasterMk cId="4260680147" sldId="2147483648"/>
              <pc:sldLayoutMk cId="1933899486" sldId="2147483661"/>
              <ac:spMk id="12" creationId="{90ECA508-C667-C0A2-9233-775F8B393BFA}"/>
            </ac:spMkLst>
          </pc:spChg>
          <pc:spChg chg="mod">
            <ac:chgData name="Anila" userId="10aae156-914e-4992-9526-b81c2b99183c" providerId="ADAL" clId="{CC5D6039-6D68-4E04-99B7-91A1C621300C}" dt="2024-01-10T12:24:35.750" v="4273"/>
            <ac:spMkLst>
              <pc:docMk/>
              <pc:sldMasterMk cId="4260680147" sldId="2147483648"/>
              <pc:sldLayoutMk cId="1933899486" sldId="2147483661"/>
              <ac:spMk id="13" creationId="{B8FB67A8-E5EC-3238-3481-A5B0A913AA8C}"/>
            </ac:spMkLst>
          </pc:spChg>
          <pc:spChg chg="add del">
            <ac:chgData name="Anila" userId="10aae156-914e-4992-9526-b81c2b99183c" providerId="ADAL" clId="{CC5D6039-6D68-4E04-99B7-91A1C621300C}" dt="2024-01-10T12:24:42.443" v="4274" actId="11529"/>
            <ac:spMkLst>
              <pc:docMk/>
              <pc:sldMasterMk cId="4260680147" sldId="2147483648"/>
              <pc:sldLayoutMk cId="1933899486" sldId="2147483661"/>
              <ac:spMk id="14" creationId="{942EFD8B-5F23-1422-D7B5-40B03BBF35FC}"/>
            </ac:spMkLst>
          </pc:spChg>
          <pc:spChg chg="add del mod">
            <ac:chgData name="Anila" userId="10aae156-914e-4992-9526-b81c2b99183c" providerId="ADAL" clId="{CC5D6039-6D68-4E04-99B7-91A1C621300C}" dt="2024-01-10T12:24:52.165" v="4276"/>
            <ac:spMkLst>
              <pc:docMk/>
              <pc:sldMasterMk cId="4260680147" sldId="2147483648"/>
              <pc:sldLayoutMk cId="1933899486" sldId="2147483661"/>
              <ac:spMk id="15" creationId="{0876743B-D6AF-4CFA-9C28-692055D9FF0A}"/>
            </ac:spMkLst>
          </pc:spChg>
          <pc:spChg chg="mod">
            <ac:chgData name="Anila" userId="10aae156-914e-4992-9526-b81c2b99183c" providerId="ADAL" clId="{CC5D6039-6D68-4E04-99B7-91A1C621300C}" dt="2024-01-10T12:24:52.165" v="4276"/>
            <ac:spMkLst>
              <pc:docMk/>
              <pc:sldMasterMk cId="4260680147" sldId="2147483648"/>
              <pc:sldLayoutMk cId="1933899486" sldId="2147483661"/>
              <ac:spMk id="16" creationId="{208CE4F9-11DE-636C-8FDC-1BDD6EAF57D6}"/>
            </ac:spMkLst>
          </pc:spChg>
          <pc:spChg chg="add del">
            <ac:chgData name="Anila" userId="10aae156-914e-4992-9526-b81c2b99183c" providerId="ADAL" clId="{CC5D6039-6D68-4E04-99B7-91A1C621300C}" dt="2024-01-10T12:25:00.531" v="4277" actId="11529"/>
            <ac:spMkLst>
              <pc:docMk/>
              <pc:sldMasterMk cId="4260680147" sldId="2147483648"/>
              <pc:sldLayoutMk cId="1933899486" sldId="2147483661"/>
              <ac:spMk id="17" creationId="{DF5700EC-11DC-C185-4EF2-BD3E27A41217}"/>
            </ac:spMkLst>
          </pc:spChg>
          <pc:spChg chg="add del mod">
            <ac:chgData name="Anila" userId="10aae156-914e-4992-9526-b81c2b99183c" providerId="ADAL" clId="{CC5D6039-6D68-4E04-99B7-91A1C621300C}" dt="2024-01-10T12:25:04.975" v="4278"/>
            <ac:spMkLst>
              <pc:docMk/>
              <pc:sldMasterMk cId="4260680147" sldId="2147483648"/>
              <pc:sldLayoutMk cId="1933899486" sldId="2147483661"/>
              <ac:spMk id="18" creationId="{BFA9E805-D988-69E2-A3DD-A27CE0E58C18}"/>
            </ac:spMkLst>
          </pc:spChg>
          <pc:spChg chg="mod">
            <ac:chgData name="Anila" userId="10aae156-914e-4992-9526-b81c2b99183c" providerId="ADAL" clId="{CC5D6039-6D68-4E04-99B7-91A1C621300C}" dt="2024-01-10T12:25:04.975" v="4278"/>
            <ac:spMkLst>
              <pc:docMk/>
              <pc:sldMasterMk cId="4260680147" sldId="2147483648"/>
              <pc:sldLayoutMk cId="1933899486" sldId="2147483661"/>
              <ac:spMk id="19" creationId="{1D98CA0E-3E56-E68F-C7D8-00382BCEC9ED}"/>
            </ac:spMkLst>
          </pc:spChg>
          <pc:spChg chg="add del">
            <ac:chgData name="Anila" userId="10aae156-914e-4992-9526-b81c2b99183c" providerId="ADAL" clId="{CC5D6039-6D68-4E04-99B7-91A1C621300C}" dt="2024-01-10T12:25:18.633" v="4279" actId="11529"/>
            <ac:spMkLst>
              <pc:docMk/>
              <pc:sldMasterMk cId="4260680147" sldId="2147483648"/>
              <pc:sldLayoutMk cId="1933899486" sldId="2147483661"/>
              <ac:spMk id="20" creationId="{E3F5D7CC-EB6E-10C7-6D07-48F52546B18C}"/>
            </ac:spMkLst>
          </pc:spChg>
          <pc:spChg chg="add del mod">
            <ac:chgData name="Anila" userId="10aae156-914e-4992-9526-b81c2b99183c" providerId="ADAL" clId="{CC5D6039-6D68-4E04-99B7-91A1C621300C}" dt="2024-01-10T12:25:24.658" v="4280"/>
            <ac:spMkLst>
              <pc:docMk/>
              <pc:sldMasterMk cId="4260680147" sldId="2147483648"/>
              <pc:sldLayoutMk cId="1933899486" sldId="2147483661"/>
              <ac:spMk id="21" creationId="{4EF788AE-809B-B957-58B5-FA62D4F01AE4}"/>
            </ac:spMkLst>
          </pc:spChg>
          <pc:spChg chg="mod">
            <ac:chgData name="Anila" userId="10aae156-914e-4992-9526-b81c2b99183c" providerId="ADAL" clId="{CC5D6039-6D68-4E04-99B7-91A1C621300C}" dt="2024-01-10T12:25:24.658" v="4280"/>
            <ac:spMkLst>
              <pc:docMk/>
              <pc:sldMasterMk cId="4260680147" sldId="2147483648"/>
              <pc:sldLayoutMk cId="1933899486" sldId="2147483661"/>
              <ac:spMk id="22" creationId="{D07ED7C0-6140-B889-EADF-9D046DE11398}"/>
            </ac:spMkLst>
          </pc:spChg>
          <pc:spChg chg="add del">
            <ac:chgData name="Anila" userId="10aae156-914e-4992-9526-b81c2b99183c" providerId="ADAL" clId="{CC5D6039-6D68-4E04-99B7-91A1C621300C}" dt="2024-01-10T12:25:32.139" v="4281" actId="11529"/>
            <ac:spMkLst>
              <pc:docMk/>
              <pc:sldMasterMk cId="4260680147" sldId="2147483648"/>
              <pc:sldLayoutMk cId="1933899486" sldId="2147483661"/>
              <ac:spMk id="23" creationId="{D0E80258-9BE4-C036-ED80-F63E777BE533}"/>
            </ac:spMkLst>
          </pc:spChg>
          <pc:spChg chg="add del mod">
            <ac:chgData name="Anila" userId="10aae156-914e-4992-9526-b81c2b99183c" providerId="ADAL" clId="{CC5D6039-6D68-4E04-99B7-91A1C621300C}" dt="2024-01-10T12:25:41.942" v="4282"/>
            <ac:spMkLst>
              <pc:docMk/>
              <pc:sldMasterMk cId="4260680147" sldId="2147483648"/>
              <pc:sldLayoutMk cId="1933899486" sldId="2147483661"/>
              <ac:spMk id="24" creationId="{8075DAAB-5778-59B4-1711-A63EC34DB3F0}"/>
            </ac:spMkLst>
          </pc:spChg>
          <pc:spChg chg="mod">
            <ac:chgData name="Anila" userId="10aae156-914e-4992-9526-b81c2b99183c" providerId="ADAL" clId="{CC5D6039-6D68-4E04-99B7-91A1C621300C}" dt="2024-01-11T06:46:23.396" v="4890" actId="14100"/>
            <ac:spMkLst>
              <pc:docMk/>
              <pc:sldMasterMk cId="4260680147" sldId="2147483648"/>
              <pc:sldLayoutMk cId="1933899486" sldId="2147483661"/>
              <ac:spMk id="25" creationId="{869AD42B-95AD-E387-4E6E-26ACB1B739C4}"/>
            </ac:spMkLst>
          </pc:spChg>
        </pc:sldLayoutChg>
        <pc:sldLayoutChg chg="addSp delSp modSp 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946157983" sldId="2147483662"/>
          </pc:sldLayoutMkLst>
          <pc:spChg chg="add del mod">
            <ac:chgData name="Anila" userId="10aae156-914e-4992-9526-b81c2b99183c" providerId="ADAL" clId="{CC5D6039-6D68-4E04-99B7-91A1C621300C}" dt="2024-01-10T12:26:12.281" v="4286"/>
            <ac:spMkLst>
              <pc:docMk/>
              <pc:sldMasterMk cId="4260680147" sldId="2147483648"/>
              <pc:sldLayoutMk cId="946157983" sldId="2147483662"/>
              <ac:spMk id="2" creationId="{2DB3C724-FD57-9064-3176-BDB22462E8E2}"/>
            </ac:spMkLst>
          </pc:spChg>
          <pc:spChg chg="add del">
            <ac:chgData name="Anila" userId="10aae156-914e-4992-9526-b81c2b99183c" providerId="ADAL" clId="{CC5D6039-6D68-4E04-99B7-91A1C621300C}" dt="2024-01-10T12:26:06.154" v="4285" actId="11529"/>
            <ac:spMkLst>
              <pc:docMk/>
              <pc:sldMasterMk cId="4260680147" sldId="2147483648"/>
              <pc:sldLayoutMk cId="946157983" sldId="2147483662"/>
              <ac:spMk id="3" creationId="{C17CAE86-914A-132A-35F4-C00E087F2EF6}"/>
            </ac:spMkLst>
          </pc:spChg>
          <pc:spChg chg="add del mod">
            <ac:chgData name="Anila" userId="10aae156-914e-4992-9526-b81c2b99183c" providerId="ADAL" clId="{CC5D6039-6D68-4E04-99B7-91A1C621300C}" dt="2024-01-10T12:26:12.281" v="4286"/>
            <ac:spMkLst>
              <pc:docMk/>
              <pc:sldMasterMk cId="4260680147" sldId="2147483648"/>
              <pc:sldLayoutMk cId="946157983" sldId="2147483662"/>
              <ac:spMk id="4" creationId="{B56D08CA-CC66-AEDD-56F5-17CFBF9D5C09}"/>
            </ac:spMkLst>
          </pc:spChg>
          <pc:spChg chg="mod">
            <ac:chgData name="Anila" userId="10aae156-914e-4992-9526-b81c2b99183c" providerId="ADAL" clId="{CC5D6039-6D68-4E04-99B7-91A1C621300C}" dt="2024-01-10T12:26:12.281" v="4286"/>
            <ac:spMkLst>
              <pc:docMk/>
              <pc:sldMasterMk cId="4260680147" sldId="2147483648"/>
              <pc:sldLayoutMk cId="946157983" sldId="2147483662"/>
              <ac:spMk id="5" creationId="{CF150A8F-FBFA-4653-1797-1C9816C6C017}"/>
            </ac:spMkLst>
          </pc:spChg>
        </pc:sldLayoutChg>
        <pc:sldLayoutChg chg="setBg">
          <pc:chgData name="Anila" userId="10aae156-914e-4992-9526-b81c2b99183c" providerId="ADAL" clId="{CC5D6039-6D68-4E04-99B7-91A1C621300C}" dt="2024-01-10T12:49:00.333" v="4536"/>
          <pc:sldLayoutMkLst>
            <pc:docMk/>
            <pc:sldMasterMk cId="4260680147" sldId="2147483648"/>
            <pc:sldLayoutMk cId="313166576" sldId="2147483663"/>
          </pc:sldLayoutMkLst>
        </pc:sldLayoutChg>
        <pc:sldLayoutChg chg="addSp modSp add mod modTransition setBg">
          <pc:chgData name="Anila" userId="10aae156-914e-4992-9526-b81c2b99183c" providerId="ADAL" clId="{CC5D6039-6D68-4E04-99B7-91A1C621300C}" dt="2024-01-11T07:00:33.958" v="4964" actId="14100"/>
          <pc:sldLayoutMkLst>
            <pc:docMk/>
            <pc:sldMasterMk cId="4260680147" sldId="2147483648"/>
            <pc:sldLayoutMk cId="3469386013" sldId="2147483665"/>
          </pc:sldLayoutMkLst>
          <pc:spChg chg="add mod">
            <ac:chgData name="Anila" userId="10aae156-914e-4992-9526-b81c2b99183c" providerId="ADAL" clId="{CC5D6039-6D68-4E04-99B7-91A1C621300C}" dt="2024-01-11T07:00:33.958" v="4964" actId="14100"/>
            <ac:spMkLst>
              <pc:docMk/>
              <pc:sldMasterMk cId="4260680147" sldId="2147483648"/>
              <pc:sldLayoutMk cId="3469386013" sldId="2147483665"/>
              <ac:spMk id="2" creationId="{4E83DCFB-E8EC-208C-E0CE-058350F727B1}"/>
            </ac:spMkLst>
          </pc:spChg>
        </pc:sldLayoutChg>
        <pc:sldLayoutChg chg="add del mod modTransition">
          <pc:chgData name="Anila" userId="10aae156-914e-4992-9526-b81c2b99183c" providerId="ADAL" clId="{CC5D6039-6D68-4E04-99B7-91A1C621300C}" dt="2024-01-11T06:59:54.552" v="4958" actId="2696"/>
          <pc:sldLayoutMkLst>
            <pc:docMk/>
            <pc:sldMasterMk cId="4260680147" sldId="2147483648"/>
            <pc:sldLayoutMk cId="3759345417" sldId="214748366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nights_booked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Sheet1!$A$2:$A$23652</c:f>
              <c:numCache>
                <c:formatCode>General</c:formatCode>
                <c:ptCount val="23651"/>
                <c:pt idx="0">
                  <c:v>27934</c:v>
                </c:pt>
                <c:pt idx="1">
                  <c:v>27979</c:v>
                </c:pt>
                <c:pt idx="2">
                  <c:v>28745</c:v>
                </c:pt>
                <c:pt idx="3">
                  <c:v>35780</c:v>
                </c:pt>
                <c:pt idx="4">
                  <c:v>48736</c:v>
                </c:pt>
                <c:pt idx="5">
                  <c:v>55681</c:v>
                </c:pt>
                <c:pt idx="6">
                  <c:v>55686</c:v>
                </c:pt>
                <c:pt idx="7">
                  <c:v>61000</c:v>
                </c:pt>
                <c:pt idx="8">
                  <c:v>62217</c:v>
                </c:pt>
                <c:pt idx="9">
                  <c:v>69046</c:v>
                </c:pt>
                <c:pt idx="10">
                  <c:v>105042</c:v>
                </c:pt>
                <c:pt idx="11">
                  <c:v>113744</c:v>
                </c:pt>
                <c:pt idx="12">
                  <c:v>121410</c:v>
                </c:pt>
                <c:pt idx="13">
                  <c:v>145343</c:v>
                </c:pt>
                <c:pt idx="14">
                  <c:v>156583</c:v>
                </c:pt>
                <c:pt idx="15">
                  <c:v>159355</c:v>
                </c:pt>
                <c:pt idx="16">
                  <c:v>166267</c:v>
                </c:pt>
                <c:pt idx="17">
                  <c:v>169285</c:v>
                </c:pt>
                <c:pt idx="18">
                  <c:v>169514</c:v>
                </c:pt>
                <c:pt idx="19">
                  <c:v>172332</c:v>
                </c:pt>
                <c:pt idx="20">
                  <c:v>241416</c:v>
                </c:pt>
                <c:pt idx="21">
                  <c:v>296960</c:v>
                </c:pt>
                <c:pt idx="22">
                  <c:v>313459</c:v>
                </c:pt>
                <c:pt idx="23">
                  <c:v>320014</c:v>
                </c:pt>
                <c:pt idx="24">
                  <c:v>384924</c:v>
                </c:pt>
                <c:pt idx="25">
                  <c:v>385130</c:v>
                </c:pt>
                <c:pt idx="26">
                  <c:v>385278</c:v>
                </c:pt>
                <c:pt idx="27">
                  <c:v>385979</c:v>
                </c:pt>
                <c:pt idx="28">
                  <c:v>390611</c:v>
                </c:pt>
                <c:pt idx="29">
                  <c:v>393066</c:v>
                </c:pt>
                <c:pt idx="30">
                  <c:v>397449</c:v>
                </c:pt>
                <c:pt idx="31">
                  <c:v>405662</c:v>
                </c:pt>
                <c:pt idx="32">
                  <c:v>407381</c:v>
                </c:pt>
                <c:pt idx="33">
                  <c:v>413824</c:v>
                </c:pt>
                <c:pt idx="34">
                  <c:v>428360</c:v>
                </c:pt>
                <c:pt idx="35">
                  <c:v>428421</c:v>
                </c:pt>
                <c:pt idx="36">
                  <c:v>428907</c:v>
                </c:pt>
                <c:pt idx="37">
                  <c:v>428950</c:v>
                </c:pt>
                <c:pt idx="38">
                  <c:v>430691</c:v>
                </c:pt>
                <c:pt idx="39">
                  <c:v>430703</c:v>
                </c:pt>
                <c:pt idx="40">
                  <c:v>430706</c:v>
                </c:pt>
                <c:pt idx="41">
                  <c:v>432004</c:v>
                </c:pt>
                <c:pt idx="42">
                  <c:v>439051</c:v>
                </c:pt>
                <c:pt idx="43">
                  <c:v>441869</c:v>
                </c:pt>
                <c:pt idx="44">
                  <c:v>441870</c:v>
                </c:pt>
                <c:pt idx="45">
                  <c:v>449793</c:v>
                </c:pt>
                <c:pt idx="46">
                  <c:v>449826</c:v>
                </c:pt>
                <c:pt idx="47">
                  <c:v>450464</c:v>
                </c:pt>
                <c:pt idx="48">
                  <c:v>527553</c:v>
                </c:pt>
                <c:pt idx="49">
                  <c:v>534241</c:v>
                </c:pt>
                <c:pt idx="50">
                  <c:v>580270</c:v>
                </c:pt>
                <c:pt idx="51">
                  <c:v>581755</c:v>
                </c:pt>
                <c:pt idx="52">
                  <c:v>605314</c:v>
                </c:pt>
                <c:pt idx="53">
                  <c:v>605343</c:v>
                </c:pt>
                <c:pt idx="54">
                  <c:v>608624</c:v>
                </c:pt>
                <c:pt idx="55">
                  <c:v>688013</c:v>
                </c:pt>
                <c:pt idx="56">
                  <c:v>691478</c:v>
                </c:pt>
                <c:pt idx="57">
                  <c:v>691526</c:v>
                </c:pt>
                <c:pt idx="58">
                  <c:v>691540</c:v>
                </c:pt>
                <c:pt idx="59">
                  <c:v>715652</c:v>
                </c:pt>
                <c:pt idx="60">
                  <c:v>722291</c:v>
                </c:pt>
                <c:pt idx="61">
                  <c:v>722660</c:v>
                </c:pt>
                <c:pt idx="62">
                  <c:v>723070</c:v>
                </c:pt>
                <c:pt idx="63">
                  <c:v>729015</c:v>
                </c:pt>
                <c:pt idx="64">
                  <c:v>736372</c:v>
                </c:pt>
                <c:pt idx="65">
                  <c:v>742693</c:v>
                </c:pt>
                <c:pt idx="66">
                  <c:v>758483</c:v>
                </c:pt>
                <c:pt idx="67">
                  <c:v>768019</c:v>
                </c:pt>
                <c:pt idx="68">
                  <c:v>788043</c:v>
                </c:pt>
                <c:pt idx="69">
                  <c:v>808870</c:v>
                </c:pt>
                <c:pt idx="70">
                  <c:v>811670</c:v>
                </c:pt>
                <c:pt idx="71">
                  <c:v>818612</c:v>
                </c:pt>
                <c:pt idx="72">
                  <c:v>820395</c:v>
                </c:pt>
                <c:pt idx="73">
                  <c:v>822214</c:v>
                </c:pt>
                <c:pt idx="74">
                  <c:v>837342</c:v>
                </c:pt>
                <c:pt idx="75">
                  <c:v>851956</c:v>
                </c:pt>
                <c:pt idx="76">
                  <c:v>852063</c:v>
                </c:pt>
                <c:pt idx="77">
                  <c:v>852308</c:v>
                </c:pt>
                <c:pt idx="78">
                  <c:v>854660</c:v>
                </c:pt>
                <c:pt idx="79">
                  <c:v>858311</c:v>
                </c:pt>
                <c:pt idx="80">
                  <c:v>858338</c:v>
                </c:pt>
                <c:pt idx="81">
                  <c:v>861105</c:v>
                </c:pt>
                <c:pt idx="82">
                  <c:v>863341</c:v>
                </c:pt>
                <c:pt idx="83">
                  <c:v>863669</c:v>
                </c:pt>
                <c:pt idx="84">
                  <c:v>866152</c:v>
                </c:pt>
                <c:pt idx="85">
                  <c:v>866329</c:v>
                </c:pt>
                <c:pt idx="86">
                  <c:v>869715</c:v>
                </c:pt>
                <c:pt idx="87">
                  <c:v>873841</c:v>
                </c:pt>
                <c:pt idx="88">
                  <c:v>881208</c:v>
                </c:pt>
                <c:pt idx="89">
                  <c:v>888304</c:v>
                </c:pt>
                <c:pt idx="90">
                  <c:v>889909</c:v>
                </c:pt>
                <c:pt idx="91">
                  <c:v>906203</c:v>
                </c:pt>
                <c:pt idx="92">
                  <c:v>923795</c:v>
                </c:pt>
                <c:pt idx="93">
                  <c:v>931149</c:v>
                </c:pt>
                <c:pt idx="94">
                  <c:v>933070</c:v>
                </c:pt>
                <c:pt idx="95">
                  <c:v>933092</c:v>
                </c:pt>
                <c:pt idx="96">
                  <c:v>941803</c:v>
                </c:pt>
                <c:pt idx="97">
                  <c:v>941865</c:v>
                </c:pt>
                <c:pt idx="98">
                  <c:v>952677</c:v>
                </c:pt>
                <c:pt idx="99">
                  <c:v>959254</c:v>
                </c:pt>
                <c:pt idx="100">
                  <c:v>960858</c:v>
                </c:pt>
                <c:pt idx="101">
                  <c:v>969792</c:v>
                </c:pt>
                <c:pt idx="102">
                  <c:v>973830</c:v>
                </c:pt>
                <c:pt idx="103">
                  <c:v>976690</c:v>
                </c:pt>
                <c:pt idx="104">
                  <c:v>978969</c:v>
                </c:pt>
                <c:pt idx="105">
                  <c:v>988373</c:v>
                </c:pt>
                <c:pt idx="106">
                  <c:v>1016487</c:v>
                </c:pt>
                <c:pt idx="107">
                  <c:v>1019241</c:v>
                </c:pt>
                <c:pt idx="108">
                  <c:v>1026451</c:v>
                </c:pt>
                <c:pt idx="109">
                  <c:v>1028469</c:v>
                </c:pt>
                <c:pt idx="110">
                  <c:v>1028486</c:v>
                </c:pt>
                <c:pt idx="111">
                  <c:v>1035351</c:v>
                </c:pt>
                <c:pt idx="112">
                  <c:v>1035589</c:v>
                </c:pt>
                <c:pt idx="113">
                  <c:v>1035640</c:v>
                </c:pt>
                <c:pt idx="114">
                  <c:v>1041976</c:v>
                </c:pt>
                <c:pt idx="115">
                  <c:v>1052180</c:v>
                </c:pt>
                <c:pt idx="116">
                  <c:v>1057173</c:v>
                </c:pt>
                <c:pt idx="117">
                  <c:v>1067748</c:v>
                </c:pt>
                <c:pt idx="118">
                  <c:v>1079039</c:v>
                </c:pt>
                <c:pt idx="119">
                  <c:v>1086843</c:v>
                </c:pt>
                <c:pt idx="120">
                  <c:v>1088343</c:v>
                </c:pt>
                <c:pt idx="121">
                  <c:v>1094136</c:v>
                </c:pt>
                <c:pt idx="122">
                  <c:v>1103074</c:v>
                </c:pt>
                <c:pt idx="123">
                  <c:v>1133843</c:v>
                </c:pt>
                <c:pt idx="124">
                  <c:v>1138679</c:v>
                </c:pt>
                <c:pt idx="125">
                  <c:v>1141969</c:v>
                </c:pt>
                <c:pt idx="126">
                  <c:v>1151862</c:v>
                </c:pt>
                <c:pt idx="127">
                  <c:v>1155399</c:v>
                </c:pt>
                <c:pt idx="128">
                  <c:v>1160838</c:v>
                </c:pt>
                <c:pt idx="129">
                  <c:v>1187726</c:v>
                </c:pt>
                <c:pt idx="130">
                  <c:v>1206077</c:v>
                </c:pt>
                <c:pt idx="131">
                  <c:v>1218098</c:v>
                </c:pt>
                <c:pt idx="132">
                  <c:v>1218842</c:v>
                </c:pt>
                <c:pt idx="133">
                  <c:v>1227663</c:v>
                </c:pt>
                <c:pt idx="134">
                  <c:v>1235695</c:v>
                </c:pt>
                <c:pt idx="135">
                  <c:v>1244333</c:v>
                </c:pt>
                <c:pt idx="136">
                  <c:v>1255386</c:v>
                </c:pt>
                <c:pt idx="137">
                  <c:v>1296322</c:v>
                </c:pt>
                <c:pt idx="138">
                  <c:v>1302302</c:v>
                </c:pt>
                <c:pt idx="139">
                  <c:v>1316688</c:v>
                </c:pt>
                <c:pt idx="140">
                  <c:v>1338281</c:v>
                </c:pt>
                <c:pt idx="141">
                  <c:v>1338489</c:v>
                </c:pt>
                <c:pt idx="142">
                  <c:v>1341114</c:v>
                </c:pt>
                <c:pt idx="143">
                  <c:v>1341890</c:v>
                </c:pt>
                <c:pt idx="144">
                  <c:v>1344388</c:v>
                </c:pt>
                <c:pt idx="145">
                  <c:v>1350390</c:v>
                </c:pt>
                <c:pt idx="146">
                  <c:v>1353517</c:v>
                </c:pt>
                <c:pt idx="147">
                  <c:v>1394285</c:v>
                </c:pt>
                <c:pt idx="148">
                  <c:v>1395513</c:v>
                </c:pt>
                <c:pt idx="149">
                  <c:v>1400351</c:v>
                </c:pt>
                <c:pt idx="150">
                  <c:v>1404697</c:v>
                </c:pt>
                <c:pt idx="151">
                  <c:v>1405479</c:v>
                </c:pt>
                <c:pt idx="152">
                  <c:v>1405480</c:v>
                </c:pt>
                <c:pt idx="153">
                  <c:v>1406065</c:v>
                </c:pt>
                <c:pt idx="154">
                  <c:v>1412787</c:v>
                </c:pt>
                <c:pt idx="155">
                  <c:v>1419797</c:v>
                </c:pt>
                <c:pt idx="156">
                  <c:v>1420577</c:v>
                </c:pt>
                <c:pt idx="157">
                  <c:v>1421233</c:v>
                </c:pt>
                <c:pt idx="158">
                  <c:v>1440474</c:v>
                </c:pt>
                <c:pt idx="159">
                  <c:v>1444053</c:v>
                </c:pt>
                <c:pt idx="160">
                  <c:v>1452584</c:v>
                </c:pt>
                <c:pt idx="161">
                  <c:v>1453230</c:v>
                </c:pt>
                <c:pt idx="162">
                  <c:v>1457235</c:v>
                </c:pt>
                <c:pt idx="163">
                  <c:v>1463101</c:v>
                </c:pt>
                <c:pt idx="164">
                  <c:v>1485092</c:v>
                </c:pt>
                <c:pt idx="165">
                  <c:v>1485265</c:v>
                </c:pt>
                <c:pt idx="166">
                  <c:v>1504766</c:v>
                </c:pt>
                <c:pt idx="167">
                  <c:v>1507375</c:v>
                </c:pt>
                <c:pt idx="168">
                  <c:v>1522068</c:v>
                </c:pt>
                <c:pt idx="169">
                  <c:v>1526123</c:v>
                </c:pt>
                <c:pt idx="170">
                  <c:v>1547429</c:v>
                </c:pt>
                <c:pt idx="171">
                  <c:v>1560067</c:v>
                </c:pt>
                <c:pt idx="172">
                  <c:v>1571204</c:v>
                </c:pt>
                <c:pt idx="173">
                  <c:v>1585084</c:v>
                </c:pt>
                <c:pt idx="174">
                  <c:v>1589614</c:v>
                </c:pt>
                <c:pt idx="175">
                  <c:v>1621954</c:v>
                </c:pt>
                <c:pt idx="176">
                  <c:v>1629978</c:v>
                </c:pt>
                <c:pt idx="177">
                  <c:v>1630348</c:v>
                </c:pt>
                <c:pt idx="178">
                  <c:v>1630813</c:v>
                </c:pt>
                <c:pt idx="179">
                  <c:v>1630920</c:v>
                </c:pt>
                <c:pt idx="180">
                  <c:v>1631106</c:v>
                </c:pt>
                <c:pt idx="181">
                  <c:v>1638413</c:v>
                </c:pt>
                <c:pt idx="182">
                  <c:v>1645379</c:v>
                </c:pt>
                <c:pt idx="183">
                  <c:v>1645397</c:v>
                </c:pt>
                <c:pt idx="184">
                  <c:v>1647608</c:v>
                </c:pt>
                <c:pt idx="185">
                  <c:v>1657411</c:v>
                </c:pt>
                <c:pt idx="186">
                  <c:v>1661636</c:v>
                </c:pt>
                <c:pt idx="187">
                  <c:v>1662207</c:v>
                </c:pt>
                <c:pt idx="188">
                  <c:v>1665776</c:v>
                </c:pt>
                <c:pt idx="189">
                  <c:v>1665970</c:v>
                </c:pt>
                <c:pt idx="190">
                  <c:v>1666361</c:v>
                </c:pt>
                <c:pt idx="191">
                  <c:v>1669918</c:v>
                </c:pt>
                <c:pt idx="192">
                  <c:v>1685582</c:v>
                </c:pt>
                <c:pt idx="193">
                  <c:v>1704776</c:v>
                </c:pt>
                <c:pt idx="194">
                  <c:v>1765918</c:v>
                </c:pt>
                <c:pt idx="195">
                  <c:v>1791481</c:v>
                </c:pt>
                <c:pt idx="196">
                  <c:v>1793000</c:v>
                </c:pt>
                <c:pt idx="197">
                  <c:v>1816517</c:v>
                </c:pt>
                <c:pt idx="198">
                  <c:v>1817644</c:v>
                </c:pt>
                <c:pt idx="199">
                  <c:v>1821471</c:v>
                </c:pt>
                <c:pt idx="200">
                  <c:v>1823321</c:v>
                </c:pt>
                <c:pt idx="201">
                  <c:v>1836007</c:v>
                </c:pt>
                <c:pt idx="202">
                  <c:v>1842066</c:v>
                </c:pt>
                <c:pt idx="203">
                  <c:v>1849029</c:v>
                </c:pt>
                <c:pt idx="204">
                  <c:v>1862089</c:v>
                </c:pt>
                <c:pt idx="205">
                  <c:v>1862377</c:v>
                </c:pt>
                <c:pt idx="206">
                  <c:v>1882107</c:v>
                </c:pt>
                <c:pt idx="207">
                  <c:v>1887544</c:v>
                </c:pt>
                <c:pt idx="208">
                  <c:v>1888303</c:v>
                </c:pt>
                <c:pt idx="209">
                  <c:v>1897982</c:v>
                </c:pt>
                <c:pt idx="210">
                  <c:v>1898332</c:v>
                </c:pt>
                <c:pt idx="211">
                  <c:v>1920431</c:v>
                </c:pt>
                <c:pt idx="212">
                  <c:v>1926489</c:v>
                </c:pt>
                <c:pt idx="213">
                  <c:v>1933894</c:v>
                </c:pt>
                <c:pt idx="214">
                  <c:v>1936939</c:v>
                </c:pt>
                <c:pt idx="215">
                  <c:v>1937830</c:v>
                </c:pt>
                <c:pt idx="216">
                  <c:v>1943048</c:v>
                </c:pt>
                <c:pt idx="217">
                  <c:v>1953657</c:v>
                </c:pt>
                <c:pt idx="218">
                  <c:v>1961981</c:v>
                </c:pt>
                <c:pt idx="219">
                  <c:v>1963939</c:v>
                </c:pt>
                <c:pt idx="220">
                  <c:v>1975849</c:v>
                </c:pt>
                <c:pt idx="221">
                  <c:v>1976962</c:v>
                </c:pt>
                <c:pt idx="222">
                  <c:v>1980886</c:v>
                </c:pt>
                <c:pt idx="223">
                  <c:v>1982413</c:v>
                </c:pt>
                <c:pt idx="224">
                  <c:v>1986193</c:v>
                </c:pt>
                <c:pt idx="225">
                  <c:v>2018775</c:v>
                </c:pt>
                <c:pt idx="226">
                  <c:v>2018784</c:v>
                </c:pt>
                <c:pt idx="227">
                  <c:v>2064413</c:v>
                </c:pt>
                <c:pt idx="228">
                  <c:v>2065536</c:v>
                </c:pt>
                <c:pt idx="229">
                  <c:v>2065699</c:v>
                </c:pt>
                <c:pt idx="230">
                  <c:v>2067731</c:v>
                </c:pt>
                <c:pt idx="231">
                  <c:v>2068795</c:v>
                </c:pt>
                <c:pt idx="232">
                  <c:v>2068972</c:v>
                </c:pt>
                <c:pt idx="233">
                  <c:v>2069445</c:v>
                </c:pt>
                <c:pt idx="234">
                  <c:v>2070131</c:v>
                </c:pt>
                <c:pt idx="235">
                  <c:v>2075095</c:v>
                </c:pt>
                <c:pt idx="236">
                  <c:v>2076867</c:v>
                </c:pt>
                <c:pt idx="237">
                  <c:v>2077641</c:v>
                </c:pt>
                <c:pt idx="238">
                  <c:v>2077825</c:v>
                </c:pt>
                <c:pt idx="239">
                  <c:v>2084034</c:v>
                </c:pt>
                <c:pt idx="240">
                  <c:v>2112940</c:v>
                </c:pt>
                <c:pt idx="241">
                  <c:v>2118606</c:v>
                </c:pt>
                <c:pt idx="242">
                  <c:v>2124717</c:v>
                </c:pt>
                <c:pt idx="243">
                  <c:v>2133513</c:v>
                </c:pt>
                <c:pt idx="244">
                  <c:v>2135883</c:v>
                </c:pt>
                <c:pt idx="245">
                  <c:v>2162578</c:v>
                </c:pt>
                <c:pt idx="246">
                  <c:v>2166902</c:v>
                </c:pt>
                <c:pt idx="247">
                  <c:v>2175246</c:v>
                </c:pt>
                <c:pt idx="248">
                  <c:v>2178237</c:v>
                </c:pt>
                <c:pt idx="249">
                  <c:v>2199975</c:v>
                </c:pt>
                <c:pt idx="250">
                  <c:v>2206432</c:v>
                </c:pt>
                <c:pt idx="251">
                  <c:v>2234748</c:v>
                </c:pt>
                <c:pt idx="252">
                  <c:v>2262721</c:v>
                </c:pt>
                <c:pt idx="253">
                  <c:v>2266425</c:v>
                </c:pt>
                <c:pt idx="254">
                  <c:v>2279684</c:v>
                </c:pt>
                <c:pt idx="255">
                  <c:v>2286703</c:v>
                </c:pt>
                <c:pt idx="256">
                  <c:v>2294502</c:v>
                </c:pt>
                <c:pt idx="257">
                  <c:v>2297767</c:v>
                </c:pt>
                <c:pt idx="258">
                  <c:v>2300491</c:v>
                </c:pt>
                <c:pt idx="259">
                  <c:v>2321290</c:v>
                </c:pt>
                <c:pt idx="260">
                  <c:v>2327076</c:v>
                </c:pt>
                <c:pt idx="261">
                  <c:v>2332282</c:v>
                </c:pt>
                <c:pt idx="262">
                  <c:v>2343774</c:v>
                </c:pt>
                <c:pt idx="263">
                  <c:v>2360167</c:v>
                </c:pt>
                <c:pt idx="264">
                  <c:v>2368241</c:v>
                </c:pt>
                <c:pt idx="265">
                  <c:v>2368635</c:v>
                </c:pt>
                <c:pt idx="266">
                  <c:v>2368771</c:v>
                </c:pt>
                <c:pt idx="267">
                  <c:v>2375378</c:v>
                </c:pt>
                <c:pt idx="268">
                  <c:v>2390092</c:v>
                </c:pt>
                <c:pt idx="269">
                  <c:v>2394858</c:v>
                </c:pt>
                <c:pt idx="270">
                  <c:v>2401250</c:v>
                </c:pt>
                <c:pt idx="271">
                  <c:v>2401426</c:v>
                </c:pt>
                <c:pt idx="272">
                  <c:v>2407073</c:v>
                </c:pt>
                <c:pt idx="273">
                  <c:v>2407610</c:v>
                </c:pt>
                <c:pt idx="274">
                  <c:v>2409441</c:v>
                </c:pt>
                <c:pt idx="275">
                  <c:v>2413865</c:v>
                </c:pt>
                <c:pt idx="276">
                  <c:v>2426432</c:v>
                </c:pt>
                <c:pt idx="277">
                  <c:v>2432614</c:v>
                </c:pt>
                <c:pt idx="278">
                  <c:v>2433970</c:v>
                </c:pt>
                <c:pt idx="279">
                  <c:v>2434974</c:v>
                </c:pt>
                <c:pt idx="280">
                  <c:v>2437576</c:v>
                </c:pt>
                <c:pt idx="281">
                  <c:v>2454945</c:v>
                </c:pt>
                <c:pt idx="282">
                  <c:v>2455101</c:v>
                </c:pt>
                <c:pt idx="283">
                  <c:v>2455998</c:v>
                </c:pt>
                <c:pt idx="284">
                  <c:v>2461997</c:v>
                </c:pt>
                <c:pt idx="285">
                  <c:v>2468232</c:v>
                </c:pt>
                <c:pt idx="286">
                  <c:v>2468256</c:v>
                </c:pt>
                <c:pt idx="287">
                  <c:v>2468803</c:v>
                </c:pt>
                <c:pt idx="288">
                  <c:v>2469023</c:v>
                </c:pt>
                <c:pt idx="289">
                  <c:v>2479364</c:v>
                </c:pt>
                <c:pt idx="290">
                  <c:v>2489610</c:v>
                </c:pt>
                <c:pt idx="291">
                  <c:v>2492235</c:v>
                </c:pt>
                <c:pt idx="292">
                  <c:v>2501026</c:v>
                </c:pt>
                <c:pt idx="293">
                  <c:v>2509710</c:v>
                </c:pt>
                <c:pt idx="294">
                  <c:v>2516583</c:v>
                </c:pt>
                <c:pt idx="295">
                  <c:v>2516683</c:v>
                </c:pt>
                <c:pt idx="296">
                  <c:v>2526869</c:v>
                </c:pt>
                <c:pt idx="297">
                  <c:v>2526921</c:v>
                </c:pt>
                <c:pt idx="298">
                  <c:v>2533574</c:v>
                </c:pt>
                <c:pt idx="299">
                  <c:v>2541148</c:v>
                </c:pt>
                <c:pt idx="300">
                  <c:v>2542746</c:v>
                </c:pt>
                <c:pt idx="301">
                  <c:v>2547082</c:v>
                </c:pt>
                <c:pt idx="302">
                  <c:v>2548283</c:v>
                </c:pt>
                <c:pt idx="303">
                  <c:v>2548310</c:v>
                </c:pt>
                <c:pt idx="304">
                  <c:v>2561402</c:v>
                </c:pt>
                <c:pt idx="305">
                  <c:v>2578949</c:v>
                </c:pt>
                <c:pt idx="306">
                  <c:v>2579342</c:v>
                </c:pt>
                <c:pt idx="307">
                  <c:v>2586938</c:v>
                </c:pt>
                <c:pt idx="308">
                  <c:v>2587195</c:v>
                </c:pt>
                <c:pt idx="309">
                  <c:v>2590896</c:v>
                </c:pt>
                <c:pt idx="310">
                  <c:v>2604242</c:v>
                </c:pt>
                <c:pt idx="311">
                  <c:v>2604483</c:v>
                </c:pt>
                <c:pt idx="312">
                  <c:v>2637770</c:v>
                </c:pt>
                <c:pt idx="313">
                  <c:v>2656886</c:v>
                </c:pt>
                <c:pt idx="314">
                  <c:v>2657480</c:v>
                </c:pt>
                <c:pt idx="315">
                  <c:v>2682899</c:v>
                </c:pt>
                <c:pt idx="316">
                  <c:v>2708302</c:v>
                </c:pt>
                <c:pt idx="317">
                  <c:v>2712577</c:v>
                </c:pt>
                <c:pt idx="318">
                  <c:v>2716261</c:v>
                </c:pt>
                <c:pt idx="319">
                  <c:v>2720747</c:v>
                </c:pt>
                <c:pt idx="320">
                  <c:v>2723621</c:v>
                </c:pt>
                <c:pt idx="321">
                  <c:v>2726713</c:v>
                </c:pt>
                <c:pt idx="322">
                  <c:v>2740249</c:v>
                </c:pt>
                <c:pt idx="323">
                  <c:v>2753594</c:v>
                </c:pt>
                <c:pt idx="324">
                  <c:v>2778907</c:v>
                </c:pt>
                <c:pt idx="325">
                  <c:v>2805935</c:v>
                </c:pt>
                <c:pt idx="326">
                  <c:v>2819341</c:v>
                </c:pt>
                <c:pt idx="327">
                  <c:v>2827032</c:v>
                </c:pt>
                <c:pt idx="328">
                  <c:v>2842313</c:v>
                </c:pt>
                <c:pt idx="329">
                  <c:v>2870408</c:v>
                </c:pt>
                <c:pt idx="330">
                  <c:v>2945910</c:v>
                </c:pt>
                <c:pt idx="331">
                  <c:v>2960283</c:v>
                </c:pt>
                <c:pt idx="332">
                  <c:v>2972032</c:v>
                </c:pt>
                <c:pt idx="333">
                  <c:v>2983202</c:v>
                </c:pt>
                <c:pt idx="334">
                  <c:v>2983684</c:v>
                </c:pt>
                <c:pt idx="335">
                  <c:v>2988144</c:v>
                </c:pt>
                <c:pt idx="336">
                  <c:v>2996027</c:v>
                </c:pt>
                <c:pt idx="337">
                  <c:v>2999242</c:v>
                </c:pt>
                <c:pt idx="338">
                  <c:v>3006637</c:v>
                </c:pt>
                <c:pt idx="339">
                  <c:v>3053245</c:v>
                </c:pt>
                <c:pt idx="340">
                  <c:v>3085172</c:v>
                </c:pt>
                <c:pt idx="341">
                  <c:v>3116621</c:v>
                </c:pt>
                <c:pt idx="342">
                  <c:v>3147846</c:v>
                </c:pt>
                <c:pt idx="343">
                  <c:v>3148114</c:v>
                </c:pt>
                <c:pt idx="344">
                  <c:v>3168529</c:v>
                </c:pt>
                <c:pt idx="345">
                  <c:v>3187701</c:v>
                </c:pt>
                <c:pt idx="346">
                  <c:v>3209677</c:v>
                </c:pt>
                <c:pt idx="347">
                  <c:v>3209940</c:v>
                </c:pt>
                <c:pt idx="348">
                  <c:v>3211998</c:v>
                </c:pt>
                <c:pt idx="349">
                  <c:v>3255600</c:v>
                </c:pt>
                <c:pt idx="350">
                  <c:v>3265276</c:v>
                </c:pt>
                <c:pt idx="351">
                  <c:v>3270988</c:v>
                </c:pt>
                <c:pt idx="352">
                  <c:v>3278592</c:v>
                </c:pt>
                <c:pt idx="353">
                  <c:v>3304263</c:v>
                </c:pt>
                <c:pt idx="354">
                  <c:v>3312018</c:v>
                </c:pt>
                <c:pt idx="355">
                  <c:v>3349278</c:v>
                </c:pt>
                <c:pt idx="356">
                  <c:v>3399974</c:v>
                </c:pt>
                <c:pt idx="357">
                  <c:v>3406017</c:v>
                </c:pt>
                <c:pt idx="358">
                  <c:v>3415880</c:v>
                </c:pt>
                <c:pt idx="359">
                  <c:v>3421487</c:v>
                </c:pt>
                <c:pt idx="360">
                  <c:v>3428407</c:v>
                </c:pt>
                <c:pt idx="361">
                  <c:v>3431491</c:v>
                </c:pt>
                <c:pt idx="362">
                  <c:v>3444406</c:v>
                </c:pt>
                <c:pt idx="363">
                  <c:v>3452365</c:v>
                </c:pt>
                <c:pt idx="364">
                  <c:v>3458847</c:v>
                </c:pt>
                <c:pt idx="365">
                  <c:v>3480807</c:v>
                </c:pt>
                <c:pt idx="366">
                  <c:v>3495468</c:v>
                </c:pt>
                <c:pt idx="367">
                  <c:v>3522687</c:v>
                </c:pt>
                <c:pt idx="368">
                  <c:v>3532103</c:v>
                </c:pt>
                <c:pt idx="369">
                  <c:v>3534365</c:v>
                </c:pt>
                <c:pt idx="370">
                  <c:v>3534740</c:v>
                </c:pt>
                <c:pt idx="371">
                  <c:v>3543320</c:v>
                </c:pt>
                <c:pt idx="372">
                  <c:v>3564919</c:v>
                </c:pt>
                <c:pt idx="373">
                  <c:v>3596797</c:v>
                </c:pt>
                <c:pt idx="374">
                  <c:v>3607858</c:v>
                </c:pt>
                <c:pt idx="375">
                  <c:v>3607988</c:v>
                </c:pt>
                <c:pt idx="376">
                  <c:v>3611451</c:v>
                </c:pt>
                <c:pt idx="377">
                  <c:v>3611516</c:v>
                </c:pt>
                <c:pt idx="378">
                  <c:v>3611529</c:v>
                </c:pt>
                <c:pt idx="379">
                  <c:v>3638728</c:v>
                </c:pt>
                <c:pt idx="380">
                  <c:v>3638924</c:v>
                </c:pt>
                <c:pt idx="381">
                  <c:v>3639111</c:v>
                </c:pt>
                <c:pt idx="382">
                  <c:v>3656982</c:v>
                </c:pt>
                <c:pt idx="383">
                  <c:v>3697546</c:v>
                </c:pt>
                <c:pt idx="384">
                  <c:v>3706125</c:v>
                </c:pt>
                <c:pt idx="385">
                  <c:v>3708615</c:v>
                </c:pt>
                <c:pt idx="386">
                  <c:v>3713433</c:v>
                </c:pt>
                <c:pt idx="387">
                  <c:v>3713536</c:v>
                </c:pt>
                <c:pt idx="388">
                  <c:v>3714702</c:v>
                </c:pt>
                <c:pt idx="389">
                  <c:v>3716321</c:v>
                </c:pt>
                <c:pt idx="390">
                  <c:v>3732347</c:v>
                </c:pt>
                <c:pt idx="391">
                  <c:v>3732371</c:v>
                </c:pt>
                <c:pt idx="392">
                  <c:v>3732731</c:v>
                </c:pt>
                <c:pt idx="393">
                  <c:v>3735012</c:v>
                </c:pt>
                <c:pt idx="394">
                  <c:v>3747051</c:v>
                </c:pt>
                <c:pt idx="395">
                  <c:v>3752774</c:v>
                </c:pt>
                <c:pt idx="396">
                  <c:v>3761988</c:v>
                </c:pt>
                <c:pt idx="397">
                  <c:v>3772295</c:v>
                </c:pt>
                <c:pt idx="398">
                  <c:v>3772304</c:v>
                </c:pt>
                <c:pt idx="399">
                  <c:v>3787176</c:v>
                </c:pt>
                <c:pt idx="400">
                  <c:v>3794264</c:v>
                </c:pt>
                <c:pt idx="401">
                  <c:v>3795275</c:v>
                </c:pt>
                <c:pt idx="402">
                  <c:v>3804292</c:v>
                </c:pt>
                <c:pt idx="403">
                  <c:v>3813366</c:v>
                </c:pt>
                <c:pt idx="404">
                  <c:v>3813738</c:v>
                </c:pt>
                <c:pt idx="405">
                  <c:v>3847105</c:v>
                </c:pt>
                <c:pt idx="406">
                  <c:v>3851325</c:v>
                </c:pt>
                <c:pt idx="407">
                  <c:v>3863870</c:v>
                </c:pt>
                <c:pt idx="408">
                  <c:v>3872899</c:v>
                </c:pt>
                <c:pt idx="409">
                  <c:v>3887919</c:v>
                </c:pt>
                <c:pt idx="410">
                  <c:v>3891902</c:v>
                </c:pt>
                <c:pt idx="411">
                  <c:v>3907522</c:v>
                </c:pt>
                <c:pt idx="412">
                  <c:v>3917160</c:v>
                </c:pt>
                <c:pt idx="413">
                  <c:v>3917240</c:v>
                </c:pt>
                <c:pt idx="414">
                  <c:v>3925181</c:v>
                </c:pt>
                <c:pt idx="415">
                  <c:v>3925333</c:v>
                </c:pt>
                <c:pt idx="416">
                  <c:v>3925370</c:v>
                </c:pt>
                <c:pt idx="417">
                  <c:v>3925393</c:v>
                </c:pt>
                <c:pt idx="418">
                  <c:v>3927786</c:v>
                </c:pt>
                <c:pt idx="419">
                  <c:v>3936422</c:v>
                </c:pt>
                <c:pt idx="420">
                  <c:v>3940735</c:v>
                </c:pt>
                <c:pt idx="421">
                  <c:v>3941501</c:v>
                </c:pt>
                <c:pt idx="422">
                  <c:v>3951193</c:v>
                </c:pt>
                <c:pt idx="423">
                  <c:v>3963138</c:v>
                </c:pt>
                <c:pt idx="424">
                  <c:v>3963238</c:v>
                </c:pt>
                <c:pt idx="425">
                  <c:v>3963355</c:v>
                </c:pt>
                <c:pt idx="426">
                  <c:v>3982256</c:v>
                </c:pt>
                <c:pt idx="427">
                  <c:v>4026520</c:v>
                </c:pt>
                <c:pt idx="428">
                  <c:v>4035028</c:v>
                </c:pt>
                <c:pt idx="429">
                  <c:v>4051601</c:v>
                </c:pt>
                <c:pt idx="430">
                  <c:v>4054925</c:v>
                </c:pt>
                <c:pt idx="431">
                  <c:v>4070339</c:v>
                </c:pt>
                <c:pt idx="432">
                  <c:v>4078780</c:v>
                </c:pt>
                <c:pt idx="433">
                  <c:v>4080470</c:v>
                </c:pt>
                <c:pt idx="434">
                  <c:v>4081778</c:v>
                </c:pt>
                <c:pt idx="435">
                  <c:v>4094587</c:v>
                </c:pt>
                <c:pt idx="436">
                  <c:v>4097834</c:v>
                </c:pt>
                <c:pt idx="437">
                  <c:v>4100884</c:v>
                </c:pt>
                <c:pt idx="438">
                  <c:v>4106042</c:v>
                </c:pt>
                <c:pt idx="439">
                  <c:v>4113340</c:v>
                </c:pt>
                <c:pt idx="440">
                  <c:v>4123832</c:v>
                </c:pt>
                <c:pt idx="441">
                  <c:v>4124073</c:v>
                </c:pt>
                <c:pt idx="442">
                  <c:v>4142228</c:v>
                </c:pt>
                <c:pt idx="443">
                  <c:v>4142372</c:v>
                </c:pt>
                <c:pt idx="444">
                  <c:v>4152520</c:v>
                </c:pt>
                <c:pt idx="445">
                  <c:v>4153487</c:v>
                </c:pt>
                <c:pt idx="446">
                  <c:v>4158983</c:v>
                </c:pt>
                <c:pt idx="447">
                  <c:v>4178179</c:v>
                </c:pt>
                <c:pt idx="448">
                  <c:v>4184143</c:v>
                </c:pt>
                <c:pt idx="449">
                  <c:v>4188313</c:v>
                </c:pt>
                <c:pt idx="450">
                  <c:v>4191911</c:v>
                </c:pt>
                <c:pt idx="451">
                  <c:v>4206398</c:v>
                </c:pt>
                <c:pt idx="452">
                  <c:v>4220414</c:v>
                </c:pt>
                <c:pt idx="453">
                  <c:v>4228023</c:v>
                </c:pt>
                <c:pt idx="454">
                  <c:v>4237812</c:v>
                </c:pt>
                <c:pt idx="455">
                  <c:v>4238670</c:v>
                </c:pt>
                <c:pt idx="456">
                  <c:v>4244264</c:v>
                </c:pt>
                <c:pt idx="457">
                  <c:v>4248474</c:v>
                </c:pt>
                <c:pt idx="458">
                  <c:v>4252589</c:v>
                </c:pt>
                <c:pt idx="459">
                  <c:v>4252695</c:v>
                </c:pt>
                <c:pt idx="460">
                  <c:v>4264452</c:v>
                </c:pt>
                <c:pt idx="461">
                  <c:v>4265987</c:v>
                </c:pt>
                <c:pt idx="462">
                  <c:v>4272623</c:v>
                </c:pt>
                <c:pt idx="463">
                  <c:v>4272717</c:v>
                </c:pt>
                <c:pt idx="464">
                  <c:v>4272808</c:v>
                </c:pt>
                <c:pt idx="465">
                  <c:v>4297740</c:v>
                </c:pt>
                <c:pt idx="466">
                  <c:v>4313485</c:v>
                </c:pt>
                <c:pt idx="467">
                  <c:v>4326012</c:v>
                </c:pt>
                <c:pt idx="468">
                  <c:v>4327609</c:v>
                </c:pt>
                <c:pt idx="469">
                  <c:v>4344588</c:v>
                </c:pt>
                <c:pt idx="470">
                  <c:v>4356761</c:v>
                </c:pt>
                <c:pt idx="471">
                  <c:v>4367067</c:v>
                </c:pt>
                <c:pt idx="472">
                  <c:v>4372581</c:v>
                </c:pt>
                <c:pt idx="473">
                  <c:v>4374932</c:v>
                </c:pt>
                <c:pt idx="474">
                  <c:v>4379681</c:v>
                </c:pt>
                <c:pt idx="475">
                  <c:v>4388745</c:v>
                </c:pt>
                <c:pt idx="476">
                  <c:v>4398507</c:v>
                </c:pt>
                <c:pt idx="477">
                  <c:v>4405871</c:v>
                </c:pt>
                <c:pt idx="478">
                  <c:v>4412914</c:v>
                </c:pt>
                <c:pt idx="479">
                  <c:v>4425076</c:v>
                </c:pt>
                <c:pt idx="480">
                  <c:v>4436540</c:v>
                </c:pt>
                <c:pt idx="481">
                  <c:v>4443639</c:v>
                </c:pt>
                <c:pt idx="482">
                  <c:v>4450156</c:v>
                </c:pt>
                <c:pt idx="483">
                  <c:v>4453151</c:v>
                </c:pt>
                <c:pt idx="484">
                  <c:v>4458066</c:v>
                </c:pt>
                <c:pt idx="485">
                  <c:v>4471377</c:v>
                </c:pt>
                <c:pt idx="486">
                  <c:v>4472984</c:v>
                </c:pt>
                <c:pt idx="487">
                  <c:v>4487407</c:v>
                </c:pt>
                <c:pt idx="488">
                  <c:v>4496229</c:v>
                </c:pt>
                <c:pt idx="489">
                  <c:v>4512873</c:v>
                </c:pt>
                <c:pt idx="490">
                  <c:v>4523599</c:v>
                </c:pt>
                <c:pt idx="491">
                  <c:v>4524130</c:v>
                </c:pt>
                <c:pt idx="492">
                  <c:v>4526250</c:v>
                </c:pt>
                <c:pt idx="493">
                  <c:v>4533422</c:v>
                </c:pt>
                <c:pt idx="494">
                  <c:v>4541203</c:v>
                </c:pt>
                <c:pt idx="495">
                  <c:v>4544331</c:v>
                </c:pt>
                <c:pt idx="496">
                  <c:v>4559898</c:v>
                </c:pt>
                <c:pt idx="497">
                  <c:v>4568276</c:v>
                </c:pt>
                <c:pt idx="498">
                  <c:v>4569633</c:v>
                </c:pt>
                <c:pt idx="499">
                  <c:v>4571148</c:v>
                </c:pt>
                <c:pt idx="500">
                  <c:v>4572647</c:v>
                </c:pt>
                <c:pt idx="501">
                  <c:v>4579661</c:v>
                </c:pt>
                <c:pt idx="502">
                  <c:v>4584256</c:v>
                </c:pt>
                <c:pt idx="503">
                  <c:v>4599768</c:v>
                </c:pt>
                <c:pt idx="504">
                  <c:v>4600057</c:v>
                </c:pt>
                <c:pt idx="505">
                  <c:v>4612906</c:v>
                </c:pt>
                <c:pt idx="506">
                  <c:v>4613388</c:v>
                </c:pt>
                <c:pt idx="507">
                  <c:v>4621171</c:v>
                </c:pt>
                <c:pt idx="508">
                  <c:v>4625549</c:v>
                </c:pt>
                <c:pt idx="509">
                  <c:v>4625702</c:v>
                </c:pt>
                <c:pt idx="510">
                  <c:v>4625756</c:v>
                </c:pt>
                <c:pt idx="511">
                  <c:v>4626626</c:v>
                </c:pt>
                <c:pt idx="512">
                  <c:v>4636072</c:v>
                </c:pt>
                <c:pt idx="513">
                  <c:v>4641768</c:v>
                </c:pt>
                <c:pt idx="514">
                  <c:v>4663946</c:v>
                </c:pt>
                <c:pt idx="515">
                  <c:v>4664652</c:v>
                </c:pt>
                <c:pt idx="516">
                  <c:v>4664830</c:v>
                </c:pt>
                <c:pt idx="517">
                  <c:v>4676181</c:v>
                </c:pt>
                <c:pt idx="518">
                  <c:v>4676624</c:v>
                </c:pt>
                <c:pt idx="519">
                  <c:v>4681385</c:v>
                </c:pt>
                <c:pt idx="520">
                  <c:v>4682485</c:v>
                </c:pt>
                <c:pt idx="521">
                  <c:v>4683534</c:v>
                </c:pt>
                <c:pt idx="522">
                  <c:v>4687288</c:v>
                </c:pt>
                <c:pt idx="523">
                  <c:v>4695837</c:v>
                </c:pt>
                <c:pt idx="524">
                  <c:v>4696346</c:v>
                </c:pt>
                <c:pt idx="525">
                  <c:v>4696364</c:v>
                </c:pt>
                <c:pt idx="526">
                  <c:v>4711365</c:v>
                </c:pt>
                <c:pt idx="527">
                  <c:v>4722388</c:v>
                </c:pt>
                <c:pt idx="528">
                  <c:v>4731008</c:v>
                </c:pt>
                <c:pt idx="529">
                  <c:v>4742911</c:v>
                </c:pt>
                <c:pt idx="530">
                  <c:v>4753611</c:v>
                </c:pt>
                <c:pt idx="531">
                  <c:v>4754686</c:v>
                </c:pt>
                <c:pt idx="532">
                  <c:v>4756103</c:v>
                </c:pt>
                <c:pt idx="533">
                  <c:v>4770768</c:v>
                </c:pt>
                <c:pt idx="534">
                  <c:v>4771693</c:v>
                </c:pt>
                <c:pt idx="535">
                  <c:v>4773429</c:v>
                </c:pt>
                <c:pt idx="536">
                  <c:v>4779295</c:v>
                </c:pt>
                <c:pt idx="537">
                  <c:v>4783950</c:v>
                </c:pt>
                <c:pt idx="538">
                  <c:v>4786588</c:v>
                </c:pt>
                <c:pt idx="539">
                  <c:v>4787354</c:v>
                </c:pt>
                <c:pt idx="540">
                  <c:v>4788218</c:v>
                </c:pt>
                <c:pt idx="541">
                  <c:v>4788620</c:v>
                </c:pt>
                <c:pt idx="542">
                  <c:v>4795607</c:v>
                </c:pt>
                <c:pt idx="543">
                  <c:v>4810516</c:v>
                </c:pt>
                <c:pt idx="544">
                  <c:v>4822178</c:v>
                </c:pt>
                <c:pt idx="545">
                  <c:v>4824458</c:v>
                </c:pt>
                <c:pt idx="546">
                  <c:v>4824623</c:v>
                </c:pt>
                <c:pt idx="547">
                  <c:v>4825297</c:v>
                </c:pt>
                <c:pt idx="548">
                  <c:v>4834313</c:v>
                </c:pt>
                <c:pt idx="549">
                  <c:v>4837557</c:v>
                </c:pt>
                <c:pt idx="550">
                  <c:v>4842227</c:v>
                </c:pt>
                <c:pt idx="551">
                  <c:v>4842318</c:v>
                </c:pt>
                <c:pt idx="552">
                  <c:v>4857224</c:v>
                </c:pt>
                <c:pt idx="553">
                  <c:v>4857716</c:v>
                </c:pt>
                <c:pt idx="554">
                  <c:v>4857894</c:v>
                </c:pt>
                <c:pt idx="555">
                  <c:v>4863511</c:v>
                </c:pt>
                <c:pt idx="556">
                  <c:v>4863603</c:v>
                </c:pt>
                <c:pt idx="557">
                  <c:v>4863649</c:v>
                </c:pt>
                <c:pt idx="558">
                  <c:v>4863676</c:v>
                </c:pt>
                <c:pt idx="559">
                  <c:v>4863748</c:v>
                </c:pt>
                <c:pt idx="560">
                  <c:v>4863919</c:v>
                </c:pt>
                <c:pt idx="561">
                  <c:v>4864132</c:v>
                </c:pt>
                <c:pt idx="562">
                  <c:v>4867283</c:v>
                </c:pt>
                <c:pt idx="563">
                  <c:v>4869033</c:v>
                </c:pt>
                <c:pt idx="564">
                  <c:v>4876321</c:v>
                </c:pt>
                <c:pt idx="565">
                  <c:v>4882209</c:v>
                </c:pt>
                <c:pt idx="566">
                  <c:v>4882226</c:v>
                </c:pt>
                <c:pt idx="567">
                  <c:v>4885439</c:v>
                </c:pt>
                <c:pt idx="568">
                  <c:v>4891424</c:v>
                </c:pt>
                <c:pt idx="569">
                  <c:v>4899294</c:v>
                </c:pt>
                <c:pt idx="570">
                  <c:v>4913247</c:v>
                </c:pt>
                <c:pt idx="571">
                  <c:v>4917909</c:v>
                </c:pt>
                <c:pt idx="572">
                  <c:v>4928854</c:v>
                </c:pt>
                <c:pt idx="573">
                  <c:v>4939738</c:v>
                </c:pt>
                <c:pt idx="574">
                  <c:v>4943144</c:v>
                </c:pt>
                <c:pt idx="575">
                  <c:v>4950343</c:v>
                </c:pt>
                <c:pt idx="576">
                  <c:v>4958315</c:v>
                </c:pt>
                <c:pt idx="577">
                  <c:v>4964691</c:v>
                </c:pt>
                <c:pt idx="578">
                  <c:v>4978939</c:v>
                </c:pt>
                <c:pt idx="579">
                  <c:v>4998690</c:v>
                </c:pt>
                <c:pt idx="580">
                  <c:v>4999454</c:v>
                </c:pt>
                <c:pt idx="581">
                  <c:v>5005532</c:v>
                </c:pt>
                <c:pt idx="582">
                  <c:v>5007513</c:v>
                </c:pt>
                <c:pt idx="583">
                  <c:v>5014309</c:v>
                </c:pt>
                <c:pt idx="584">
                  <c:v>5016119</c:v>
                </c:pt>
                <c:pt idx="585">
                  <c:v>5016431</c:v>
                </c:pt>
                <c:pt idx="586">
                  <c:v>5030747</c:v>
                </c:pt>
                <c:pt idx="587">
                  <c:v>5031445</c:v>
                </c:pt>
                <c:pt idx="588">
                  <c:v>5032147</c:v>
                </c:pt>
                <c:pt idx="589">
                  <c:v>5042327</c:v>
                </c:pt>
                <c:pt idx="590">
                  <c:v>5071188</c:v>
                </c:pt>
                <c:pt idx="591">
                  <c:v>5071486</c:v>
                </c:pt>
                <c:pt idx="592">
                  <c:v>5071615</c:v>
                </c:pt>
                <c:pt idx="593">
                  <c:v>5074762</c:v>
                </c:pt>
                <c:pt idx="594">
                  <c:v>5081704</c:v>
                </c:pt>
                <c:pt idx="595">
                  <c:v>5088387</c:v>
                </c:pt>
                <c:pt idx="596">
                  <c:v>5095164</c:v>
                </c:pt>
                <c:pt idx="597">
                  <c:v>5106193</c:v>
                </c:pt>
                <c:pt idx="598">
                  <c:v>5106339</c:v>
                </c:pt>
                <c:pt idx="599">
                  <c:v>5106424</c:v>
                </c:pt>
                <c:pt idx="600">
                  <c:v>5110772</c:v>
                </c:pt>
                <c:pt idx="601">
                  <c:v>5119575</c:v>
                </c:pt>
                <c:pt idx="602">
                  <c:v>5140054</c:v>
                </c:pt>
                <c:pt idx="603">
                  <c:v>5148753</c:v>
                </c:pt>
                <c:pt idx="604">
                  <c:v>5149083</c:v>
                </c:pt>
                <c:pt idx="605">
                  <c:v>5165540</c:v>
                </c:pt>
                <c:pt idx="606">
                  <c:v>5165803</c:v>
                </c:pt>
                <c:pt idx="607">
                  <c:v>5170712</c:v>
                </c:pt>
                <c:pt idx="608">
                  <c:v>5171608</c:v>
                </c:pt>
                <c:pt idx="609">
                  <c:v>5176826</c:v>
                </c:pt>
                <c:pt idx="610">
                  <c:v>5185275</c:v>
                </c:pt>
                <c:pt idx="611">
                  <c:v>5185596</c:v>
                </c:pt>
                <c:pt idx="612">
                  <c:v>5187286</c:v>
                </c:pt>
                <c:pt idx="613">
                  <c:v>5208464</c:v>
                </c:pt>
                <c:pt idx="614">
                  <c:v>5224799</c:v>
                </c:pt>
                <c:pt idx="615">
                  <c:v>5226175</c:v>
                </c:pt>
                <c:pt idx="616">
                  <c:v>5234247</c:v>
                </c:pt>
                <c:pt idx="617">
                  <c:v>5241878</c:v>
                </c:pt>
                <c:pt idx="618">
                  <c:v>5242192</c:v>
                </c:pt>
                <c:pt idx="619">
                  <c:v>5242781</c:v>
                </c:pt>
                <c:pt idx="620">
                  <c:v>5243902</c:v>
                </c:pt>
                <c:pt idx="621">
                  <c:v>5268025</c:v>
                </c:pt>
                <c:pt idx="622">
                  <c:v>5274007</c:v>
                </c:pt>
                <c:pt idx="623">
                  <c:v>5289887</c:v>
                </c:pt>
                <c:pt idx="624">
                  <c:v>5299833</c:v>
                </c:pt>
                <c:pt idx="625">
                  <c:v>5302471</c:v>
                </c:pt>
                <c:pt idx="626">
                  <c:v>5303152</c:v>
                </c:pt>
                <c:pt idx="627">
                  <c:v>5309746</c:v>
                </c:pt>
                <c:pt idx="628">
                  <c:v>5330089</c:v>
                </c:pt>
                <c:pt idx="629">
                  <c:v>5330188</c:v>
                </c:pt>
                <c:pt idx="630">
                  <c:v>5331758</c:v>
                </c:pt>
                <c:pt idx="631">
                  <c:v>5347665</c:v>
                </c:pt>
                <c:pt idx="632">
                  <c:v>5355580</c:v>
                </c:pt>
                <c:pt idx="633">
                  <c:v>5358272</c:v>
                </c:pt>
                <c:pt idx="634">
                  <c:v>5366718</c:v>
                </c:pt>
                <c:pt idx="635">
                  <c:v>5377794</c:v>
                </c:pt>
                <c:pt idx="636">
                  <c:v>5380106</c:v>
                </c:pt>
                <c:pt idx="637">
                  <c:v>5418981</c:v>
                </c:pt>
                <c:pt idx="638">
                  <c:v>5425967</c:v>
                </c:pt>
                <c:pt idx="639">
                  <c:v>5446612</c:v>
                </c:pt>
                <c:pt idx="640">
                  <c:v>5464305</c:v>
                </c:pt>
                <c:pt idx="641">
                  <c:v>5474276</c:v>
                </c:pt>
                <c:pt idx="642">
                  <c:v>5474542</c:v>
                </c:pt>
                <c:pt idx="643">
                  <c:v>5475798</c:v>
                </c:pt>
                <c:pt idx="644">
                  <c:v>5480774</c:v>
                </c:pt>
                <c:pt idx="645">
                  <c:v>5485716</c:v>
                </c:pt>
                <c:pt idx="646">
                  <c:v>5492684</c:v>
                </c:pt>
                <c:pt idx="647">
                  <c:v>5500184</c:v>
                </c:pt>
                <c:pt idx="648">
                  <c:v>5515087</c:v>
                </c:pt>
                <c:pt idx="649">
                  <c:v>5519229</c:v>
                </c:pt>
                <c:pt idx="650">
                  <c:v>5520389</c:v>
                </c:pt>
                <c:pt idx="651">
                  <c:v>5554228</c:v>
                </c:pt>
                <c:pt idx="652">
                  <c:v>5558085</c:v>
                </c:pt>
                <c:pt idx="653">
                  <c:v>5565022</c:v>
                </c:pt>
                <c:pt idx="654">
                  <c:v>5582531</c:v>
                </c:pt>
                <c:pt idx="655">
                  <c:v>5582750</c:v>
                </c:pt>
                <c:pt idx="656">
                  <c:v>5583229</c:v>
                </c:pt>
                <c:pt idx="657">
                  <c:v>5583807</c:v>
                </c:pt>
                <c:pt idx="658">
                  <c:v>5584020</c:v>
                </c:pt>
                <c:pt idx="659">
                  <c:v>5594210</c:v>
                </c:pt>
                <c:pt idx="660">
                  <c:v>5594628</c:v>
                </c:pt>
                <c:pt idx="661">
                  <c:v>5595161</c:v>
                </c:pt>
                <c:pt idx="662">
                  <c:v>5596377</c:v>
                </c:pt>
                <c:pt idx="663">
                  <c:v>5609770</c:v>
                </c:pt>
                <c:pt idx="664">
                  <c:v>5620403</c:v>
                </c:pt>
                <c:pt idx="665">
                  <c:v>5641625</c:v>
                </c:pt>
                <c:pt idx="666">
                  <c:v>5652490</c:v>
                </c:pt>
                <c:pt idx="667">
                  <c:v>5672952</c:v>
                </c:pt>
                <c:pt idx="668">
                  <c:v>5673081</c:v>
                </c:pt>
                <c:pt idx="669">
                  <c:v>5675191</c:v>
                </c:pt>
                <c:pt idx="670">
                  <c:v>5675192</c:v>
                </c:pt>
                <c:pt idx="671">
                  <c:v>5678619</c:v>
                </c:pt>
                <c:pt idx="672">
                  <c:v>5686783</c:v>
                </c:pt>
                <c:pt idx="673">
                  <c:v>5688189</c:v>
                </c:pt>
                <c:pt idx="674">
                  <c:v>5690915</c:v>
                </c:pt>
                <c:pt idx="675">
                  <c:v>5709620</c:v>
                </c:pt>
                <c:pt idx="676">
                  <c:v>5710644</c:v>
                </c:pt>
                <c:pt idx="677">
                  <c:v>5714918</c:v>
                </c:pt>
                <c:pt idx="678">
                  <c:v>5722198</c:v>
                </c:pt>
                <c:pt idx="679">
                  <c:v>5727012</c:v>
                </c:pt>
                <c:pt idx="680">
                  <c:v>5739798</c:v>
                </c:pt>
                <c:pt idx="681">
                  <c:v>5741418</c:v>
                </c:pt>
                <c:pt idx="682">
                  <c:v>5750284</c:v>
                </c:pt>
                <c:pt idx="683">
                  <c:v>5751100</c:v>
                </c:pt>
                <c:pt idx="684">
                  <c:v>5775602</c:v>
                </c:pt>
                <c:pt idx="685">
                  <c:v>5791408</c:v>
                </c:pt>
                <c:pt idx="686">
                  <c:v>5792093</c:v>
                </c:pt>
                <c:pt idx="687">
                  <c:v>5816118</c:v>
                </c:pt>
                <c:pt idx="688">
                  <c:v>5838604</c:v>
                </c:pt>
                <c:pt idx="689">
                  <c:v>5839790</c:v>
                </c:pt>
                <c:pt idx="690">
                  <c:v>5840149</c:v>
                </c:pt>
                <c:pt idx="691">
                  <c:v>5876928</c:v>
                </c:pt>
                <c:pt idx="692">
                  <c:v>5883932</c:v>
                </c:pt>
                <c:pt idx="693">
                  <c:v>5885757</c:v>
                </c:pt>
                <c:pt idx="694">
                  <c:v>5889527</c:v>
                </c:pt>
                <c:pt idx="695">
                  <c:v>5893230</c:v>
                </c:pt>
                <c:pt idx="696">
                  <c:v>5907524</c:v>
                </c:pt>
                <c:pt idx="697">
                  <c:v>5907755</c:v>
                </c:pt>
                <c:pt idx="698">
                  <c:v>5907871</c:v>
                </c:pt>
                <c:pt idx="699">
                  <c:v>5908165</c:v>
                </c:pt>
                <c:pt idx="700">
                  <c:v>5920464</c:v>
                </c:pt>
                <c:pt idx="701">
                  <c:v>5922131</c:v>
                </c:pt>
                <c:pt idx="702">
                  <c:v>5924195</c:v>
                </c:pt>
                <c:pt idx="703">
                  <c:v>5935106</c:v>
                </c:pt>
                <c:pt idx="704">
                  <c:v>5935448</c:v>
                </c:pt>
                <c:pt idx="705">
                  <c:v>5949408</c:v>
                </c:pt>
                <c:pt idx="706">
                  <c:v>5950270</c:v>
                </c:pt>
                <c:pt idx="707">
                  <c:v>5952398</c:v>
                </c:pt>
                <c:pt idx="708">
                  <c:v>5958375</c:v>
                </c:pt>
                <c:pt idx="709">
                  <c:v>5962480</c:v>
                </c:pt>
                <c:pt idx="710">
                  <c:v>5964843</c:v>
                </c:pt>
                <c:pt idx="711">
                  <c:v>5969642</c:v>
                </c:pt>
                <c:pt idx="712">
                  <c:v>5970662</c:v>
                </c:pt>
                <c:pt idx="713">
                  <c:v>5970749</c:v>
                </c:pt>
                <c:pt idx="714">
                  <c:v>5971468</c:v>
                </c:pt>
                <c:pt idx="715">
                  <c:v>5972413</c:v>
                </c:pt>
                <c:pt idx="716">
                  <c:v>5980828</c:v>
                </c:pt>
                <c:pt idx="717">
                  <c:v>5982649</c:v>
                </c:pt>
                <c:pt idx="718">
                  <c:v>5982999</c:v>
                </c:pt>
                <c:pt idx="719">
                  <c:v>5994999</c:v>
                </c:pt>
                <c:pt idx="720">
                  <c:v>6013487</c:v>
                </c:pt>
                <c:pt idx="721">
                  <c:v>6033632</c:v>
                </c:pt>
                <c:pt idx="722">
                  <c:v>6033663</c:v>
                </c:pt>
                <c:pt idx="723">
                  <c:v>6033826</c:v>
                </c:pt>
                <c:pt idx="724">
                  <c:v>6047102</c:v>
                </c:pt>
                <c:pt idx="725">
                  <c:v>6047170</c:v>
                </c:pt>
                <c:pt idx="726">
                  <c:v>6057511</c:v>
                </c:pt>
                <c:pt idx="727">
                  <c:v>6058015</c:v>
                </c:pt>
                <c:pt idx="728">
                  <c:v>6067815</c:v>
                </c:pt>
                <c:pt idx="729">
                  <c:v>6072196</c:v>
                </c:pt>
                <c:pt idx="730">
                  <c:v>6081478</c:v>
                </c:pt>
                <c:pt idx="731">
                  <c:v>6094179</c:v>
                </c:pt>
                <c:pt idx="732">
                  <c:v>6097521</c:v>
                </c:pt>
                <c:pt idx="733">
                  <c:v>6107970</c:v>
                </c:pt>
                <c:pt idx="734">
                  <c:v>6109353</c:v>
                </c:pt>
                <c:pt idx="735">
                  <c:v>6116506</c:v>
                </c:pt>
                <c:pt idx="736">
                  <c:v>6147063</c:v>
                </c:pt>
                <c:pt idx="737">
                  <c:v>6148849</c:v>
                </c:pt>
                <c:pt idx="738">
                  <c:v>6157468</c:v>
                </c:pt>
                <c:pt idx="739">
                  <c:v>6157864</c:v>
                </c:pt>
                <c:pt idx="740">
                  <c:v>6159231</c:v>
                </c:pt>
                <c:pt idx="741">
                  <c:v>6159649</c:v>
                </c:pt>
                <c:pt idx="742">
                  <c:v>6160053</c:v>
                </c:pt>
                <c:pt idx="743">
                  <c:v>6160218</c:v>
                </c:pt>
                <c:pt idx="744">
                  <c:v>6160332</c:v>
                </c:pt>
                <c:pt idx="745">
                  <c:v>6164354</c:v>
                </c:pt>
                <c:pt idx="746">
                  <c:v>6203307</c:v>
                </c:pt>
                <c:pt idx="747">
                  <c:v>6239775</c:v>
                </c:pt>
                <c:pt idx="748">
                  <c:v>6250200</c:v>
                </c:pt>
                <c:pt idx="749">
                  <c:v>6250737</c:v>
                </c:pt>
                <c:pt idx="750">
                  <c:v>6277718</c:v>
                </c:pt>
                <c:pt idx="751">
                  <c:v>6278178</c:v>
                </c:pt>
                <c:pt idx="752">
                  <c:v>6292550</c:v>
                </c:pt>
                <c:pt idx="753">
                  <c:v>6305340</c:v>
                </c:pt>
                <c:pt idx="754">
                  <c:v>6312629</c:v>
                </c:pt>
                <c:pt idx="755">
                  <c:v>6329764</c:v>
                </c:pt>
                <c:pt idx="756">
                  <c:v>6329891</c:v>
                </c:pt>
                <c:pt idx="757">
                  <c:v>6329896</c:v>
                </c:pt>
                <c:pt idx="758">
                  <c:v>6329932</c:v>
                </c:pt>
                <c:pt idx="759">
                  <c:v>6338002</c:v>
                </c:pt>
                <c:pt idx="760">
                  <c:v>6363567</c:v>
                </c:pt>
                <c:pt idx="761">
                  <c:v>6390730</c:v>
                </c:pt>
                <c:pt idx="762">
                  <c:v>6394120</c:v>
                </c:pt>
                <c:pt idx="763">
                  <c:v>6398846</c:v>
                </c:pt>
                <c:pt idx="764">
                  <c:v>6399603</c:v>
                </c:pt>
                <c:pt idx="765">
                  <c:v>6400420</c:v>
                </c:pt>
                <c:pt idx="766">
                  <c:v>6405471</c:v>
                </c:pt>
                <c:pt idx="767">
                  <c:v>6416190</c:v>
                </c:pt>
                <c:pt idx="768">
                  <c:v>6425825</c:v>
                </c:pt>
                <c:pt idx="769">
                  <c:v>6426118</c:v>
                </c:pt>
                <c:pt idx="770">
                  <c:v>6426342</c:v>
                </c:pt>
                <c:pt idx="771">
                  <c:v>6453645</c:v>
                </c:pt>
                <c:pt idx="772">
                  <c:v>6481230</c:v>
                </c:pt>
                <c:pt idx="773">
                  <c:v>6485868</c:v>
                </c:pt>
                <c:pt idx="774">
                  <c:v>6489423</c:v>
                </c:pt>
                <c:pt idx="775">
                  <c:v>6506468</c:v>
                </c:pt>
                <c:pt idx="776">
                  <c:v>6506526</c:v>
                </c:pt>
                <c:pt idx="777">
                  <c:v>6506565</c:v>
                </c:pt>
                <c:pt idx="778">
                  <c:v>6508765</c:v>
                </c:pt>
                <c:pt idx="779">
                  <c:v>6546174</c:v>
                </c:pt>
                <c:pt idx="780">
                  <c:v>6574083</c:v>
                </c:pt>
                <c:pt idx="781">
                  <c:v>6584716</c:v>
                </c:pt>
                <c:pt idx="782">
                  <c:v>6593282</c:v>
                </c:pt>
                <c:pt idx="783">
                  <c:v>6594292</c:v>
                </c:pt>
                <c:pt idx="784">
                  <c:v>6608641</c:v>
                </c:pt>
                <c:pt idx="785">
                  <c:v>6610084</c:v>
                </c:pt>
                <c:pt idx="786">
                  <c:v>6615269</c:v>
                </c:pt>
                <c:pt idx="787">
                  <c:v>6616347</c:v>
                </c:pt>
                <c:pt idx="788">
                  <c:v>6616352</c:v>
                </c:pt>
                <c:pt idx="789">
                  <c:v>6619488</c:v>
                </c:pt>
                <c:pt idx="790">
                  <c:v>6630855</c:v>
                </c:pt>
                <c:pt idx="791">
                  <c:v>6653977</c:v>
                </c:pt>
                <c:pt idx="792">
                  <c:v>6662100</c:v>
                </c:pt>
                <c:pt idx="793">
                  <c:v>6667267</c:v>
                </c:pt>
                <c:pt idx="794">
                  <c:v>6676058</c:v>
                </c:pt>
                <c:pt idx="795">
                  <c:v>6696263</c:v>
                </c:pt>
                <c:pt idx="796">
                  <c:v>6696768</c:v>
                </c:pt>
                <c:pt idx="797">
                  <c:v>6702391</c:v>
                </c:pt>
                <c:pt idx="798">
                  <c:v>6704833</c:v>
                </c:pt>
                <c:pt idx="799">
                  <c:v>6723842</c:v>
                </c:pt>
                <c:pt idx="800">
                  <c:v>6733844</c:v>
                </c:pt>
                <c:pt idx="801">
                  <c:v>6734411</c:v>
                </c:pt>
                <c:pt idx="802">
                  <c:v>6741841</c:v>
                </c:pt>
                <c:pt idx="803">
                  <c:v>6752440</c:v>
                </c:pt>
                <c:pt idx="804">
                  <c:v>6753043</c:v>
                </c:pt>
                <c:pt idx="805">
                  <c:v>6754431</c:v>
                </c:pt>
                <c:pt idx="806">
                  <c:v>6760641</c:v>
                </c:pt>
                <c:pt idx="807">
                  <c:v>6768017</c:v>
                </c:pt>
                <c:pt idx="808">
                  <c:v>6768045</c:v>
                </c:pt>
                <c:pt idx="809">
                  <c:v>6769490</c:v>
                </c:pt>
                <c:pt idx="810">
                  <c:v>6772845</c:v>
                </c:pt>
                <c:pt idx="811">
                  <c:v>6773889</c:v>
                </c:pt>
                <c:pt idx="812">
                  <c:v>6776803</c:v>
                </c:pt>
                <c:pt idx="813">
                  <c:v>6778111</c:v>
                </c:pt>
                <c:pt idx="814">
                  <c:v>6788707</c:v>
                </c:pt>
                <c:pt idx="815">
                  <c:v>6789012</c:v>
                </c:pt>
                <c:pt idx="816">
                  <c:v>6791771</c:v>
                </c:pt>
                <c:pt idx="817">
                  <c:v>6802330</c:v>
                </c:pt>
                <c:pt idx="818">
                  <c:v>6802390</c:v>
                </c:pt>
                <c:pt idx="819">
                  <c:v>6846631</c:v>
                </c:pt>
                <c:pt idx="820">
                  <c:v>6846880</c:v>
                </c:pt>
                <c:pt idx="821">
                  <c:v>6847494</c:v>
                </c:pt>
                <c:pt idx="822">
                  <c:v>6848651</c:v>
                </c:pt>
                <c:pt idx="823">
                  <c:v>6849277</c:v>
                </c:pt>
                <c:pt idx="824">
                  <c:v>6849637</c:v>
                </c:pt>
                <c:pt idx="825">
                  <c:v>6855235</c:v>
                </c:pt>
                <c:pt idx="826">
                  <c:v>6855242</c:v>
                </c:pt>
                <c:pt idx="827">
                  <c:v>6859183</c:v>
                </c:pt>
                <c:pt idx="828">
                  <c:v>6873649</c:v>
                </c:pt>
                <c:pt idx="829">
                  <c:v>6873744</c:v>
                </c:pt>
                <c:pt idx="830">
                  <c:v>6874847</c:v>
                </c:pt>
                <c:pt idx="831">
                  <c:v>6874853</c:v>
                </c:pt>
                <c:pt idx="832">
                  <c:v>6887803</c:v>
                </c:pt>
                <c:pt idx="833">
                  <c:v>6902941</c:v>
                </c:pt>
                <c:pt idx="834">
                  <c:v>6918003</c:v>
                </c:pt>
                <c:pt idx="835">
                  <c:v>6928812</c:v>
                </c:pt>
                <c:pt idx="836">
                  <c:v>6948269</c:v>
                </c:pt>
                <c:pt idx="837">
                  <c:v>6959652</c:v>
                </c:pt>
                <c:pt idx="838">
                  <c:v>6962401</c:v>
                </c:pt>
                <c:pt idx="839">
                  <c:v>6982162</c:v>
                </c:pt>
                <c:pt idx="840">
                  <c:v>6984014</c:v>
                </c:pt>
                <c:pt idx="841">
                  <c:v>6995860</c:v>
                </c:pt>
                <c:pt idx="842">
                  <c:v>6996390</c:v>
                </c:pt>
                <c:pt idx="843">
                  <c:v>6996753</c:v>
                </c:pt>
                <c:pt idx="844">
                  <c:v>6997272</c:v>
                </c:pt>
                <c:pt idx="845">
                  <c:v>7010232</c:v>
                </c:pt>
                <c:pt idx="846">
                  <c:v>7014697</c:v>
                </c:pt>
                <c:pt idx="847">
                  <c:v>7020890</c:v>
                </c:pt>
                <c:pt idx="848">
                  <c:v>7026546</c:v>
                </c:pt>
                <c:pt idx="849">
                  <c:v>7026577</c:v>
                </c:pt>
                <c:pt idx="850">
                  <c:v>7026735</c:v>
                </c:pt>
                <c:pt idx="851">
                  <c:v>7026762</c:v>
                </c:pt>
                <c:pt idx="852">
                  <c:v>7026775</c:v>
                </c:pt>
                <c:pt idx="853">
                  <c:v>7026791</c:v>
                </c:pt>
                <c:pt idx="854">
                  <c:v>7026805</c:v>
                </c:pt>
                <c:pt idx="855">
                  <c:v>7026838</c:v>
                </c:pt>
                <c:pt idx="856">
                  <c:v>7026897</c:v>
                </c:pt>
                <c:pt idx="857">
                  <c:v>7026923</c:v>
                </c:pt>
                <c:pt idx="858">
                  <c:v>7026946</c:v>
                </c:pt>
                <c:pt idx="859">
                  <c:v>7027106</c:v>
                </c:pt>
                <c:pt idx="860">
                  <c:v>7027127</c:v>
                </c:pt>
                <c:pt idx="861">
                  <c:v>7027154</c:v>
                </c:pt>
                <c:pt idx="862">
                  <c:v>7027186</c:v>
                </c:pt>
                <c:pt idx="863">
                  <c:v>7027190</c:v>
                </c:pt>
                <c:pt idx="864">
                  <c:v>7027198</c:v>
                </c:pt>
                <c:pt idx="865">
                  <c:v>7027202</c:v>
                </c:pt>
                <c:pt idx="866">
                  <c:v>7027207</c:v>
                </c:pt>
                <c:pt idx="867">
                  <c:v>7039994</c:v>
                </c:pt>
                <c:pt idx="868">
                  <c:v>7041002</c:v>
                </c:pt>
                <c:pt idx="869">
                  <c:v>7041159</c:v>
                </c:pt>
                <c:pt idx="870">
                  <c:v>7054739</c:v>
                </c:pt>
                <c:pt idx="871">
                  <c:v>7054798</c:v>
                </c:pt>
                <c:pt idx="872">
                  <c:v>7054800</c:v>
                </c:pt>
                <c:pt idx="873">
                  <c:v>7054908</c:v>
                </c:pt>
                <c:pt idx="874">
                  <c:v>7054938</c:v>
                </c:pt>
                <c:pt idx="875">
                  <c:v>7054962</c:v>
                </c:pt>
                <c:pt idx="876">
                  <c:v>7055005</c:v>
                </c:pt>
                <c:pt idx="877">
                  <c:v>7055074</c:v>
                </c:pt>
                <c:pt idx="878">
                  <c:v>7055114</c:v>
                </c:pt>
                <c:pt idx="879">
                  <c:v>7055140</c:v>
                </c:pt>
                <c:pt idx="880">
                  <c:v>7055175</c:v>
                </c:pt>
                <c:pt idx="881">
                  <c:v>7063763</c:v>
                </c:pt>
                <c:pt idx="882">
                  <c:v>7073996</c:v>
                </c:pt>
                <c:pt idx="883">
                  <c:v>7076378</c:v>
                </c:pt>
                <c:pt idx="884">
                  <c:v>7078294</c:v>
                </c:pt>
                <c:pt idx="885">
                  <c:v>7115674</c:v>
                </c:pt>
                <c:pt idx="886">
                  <c:v>7118852</c:v>
                </c:pt>
                <c:pt idx="887">
                  <c:v>7143355</c:v>
                </c:pt>
                <c:pt idx="888">
                  <c:v>7153111</c:v>
                </c:pt>
                <c:pt idx="889">
                  <c:v>7170238</c:v>
                </c:pt>
                <c:pt idx="890">
                  <c:v>7172790</c:v>
                </c:pt>
                <c:pt idx="891">
                  <c:v>7191023</c:v>
                </c:pt>
                <c:pt idx="892">
                  <c:v>7211855</c:v>
                </c:pt>
                <c:pt idx="893">
                  <c:v>7234073</c:v>
                </c:pt>
                <c:pt idx="894">
                  <c:v>7247503</c:v>
                </c:pt>
                <c:pt idx="895">
                  <c:v>7247612</c:v>
                </c:pt>
                <c:pt idx="896">
                  <c:v>7247963</c:v>
                </c:pt>
                <c:pt idx="897">
                  <c:v>7250058</c:v>
                </c:pt>
                <c:pt idx="898">
                  <c:v>7250614</c:v>
                </c:pt>
                <c:pt idx="899">
                  <c:v>7270769</c:v>
                </c:pt>
                <c:pt idx="900">
                  <c:v>7281268</c:v>
                </c:pt>
                <c:pt idx="901">
                  <c:v>7282157</c:v>
                </c:pt>
                <c:pt idx="902">
                  <c:v>7283684</c:v>
                </c:pt>
                <c:pt idx="903">
                  <c:v>7295447</c:v>
                </c:pt>
                <c:pt idx="904">
                  <c:v>7332377</c:v>
                </c:pt>
                <c:pt idx="905">
                  <c:v>7332633</c:v>
                </c:pt>
                <c:pt idx="906">
                  <c:v>7341294</c:v>
                </c:pt>
                <c:pt idx="907">
                  <c:v>7341310</c:v>
                </c:pt>
                <c:pt idx="908">
                  <c:v>7351289</c:v>
                </c:pt>
                <c:pt idx="909">
                  <c:v>7398876</c:v>
                </c:pt>
                <c:pt idx="910">
                  <c:v>7400025</c:v>
                </c:pt>
                <c:pt idx="911">
                  <c:v>7408129</c:v>
                </c:pt>
                <c:pt idx="912">
                  <c:v>7412319</c:v>
                </c:pt>
                <c:pt idx="913">
                  <c:v>7423504</c:v>
                </c:pt>
                <c:pt idx="914">
                  <c:v>7423572</c:v>
                </c:pt>
                <c:pt idx="915">
                  <c:v>7423808</c:v>
                </c:pt>
                <c:pt idx="916">
                  <c:v>7424197</c:v>
                </c:pt>
                <c:pt idx="917">
                  <c:v>7424353</c:v>
                </c:pt>
                <c:pt idx="918">
                  <c:v>7429682</c:v>
                </c:pt>
                <c:pt idx="919">
                  <c:v>7443397</c:v>
                </c:pt>
                <c:pt idx="920">
                  <c:v>7453764</c:v>
                </c:pt>
                <c:pt idx="921">
                  <c:v>7453768</c:v>
                </c:pt>
                <c:pt idx="922">
                  <c:v>7471071</c:v>
                </c:pt>
                <c:pt idx="923">
                  <c:v>7485386</c:v>
                </c:pt>
                <c:pt idx="924">
                  <c:v>7489678</c:v>
                </c:pt>
                <c:pt idx="925">
                  <c:v>7500734</c:v>
                </c:pt>
                <c:pt idx="926">
                  <c:v>7505492</c:v>
                </c:pt>
                <c:pt idx="927">
                  <c:v>7518785</c:v>
                </c:pt>
                <c:pt idx="928">
                  <c:v>7527513</c:v>
                </c:pt>
                <c:pt idx="929">
                  <c:v>7527620</c:v>
                </c:pt>
                <c:pt idx="930">
                  <c:v>7536072</c:v>
                </c:pt>
                <c:pt idx="931">
                  <c:v>7536502</c:v>
                </c:pt>
                <c:pt idx="932">
                  <c:v>7537579</c:v>
                </c:pt>
                <c:pt idx="933">
                  <c:v>7537716</c:v>
                </c:pt>
                <c:pt idx="934">
                  <c:v>7550675</c:v>
                </c:pt>
                <c:pt idx="935">
                  <c:v>7560373</c:v>
                </c:pt>
                <c:pt idx="936">
                  <c:v>7566787</c:v>
                </c:pt>
                <c:pt idx="937">
                  <c:v>7573007</c:v>
                </c:pt>
                <c:pt idx="938">
                  <c:v>7574772</c:v>
                </c:pt>
                <c:pt idx="939">
                  <c:v>7585100</c:v>
                </c:pt>
                <c:pt idx="940">
                  <c:v>7585968</c:v>
                </c:pt>
                <c:pt idx="941">
                  <c:v>7588646</c:v>
                </c:pt>
                <c:pt idx="942">
                  <c:v>7604623</c:v>
                </c:pt>
                <c:pt idx="943">
                  <c:v>7607302</c:v>
                </c:pt>
                <c:pt idx="944">
                  <c:v>7623512</c:v>
                </c:pt>
                <c:pt idx="945">
                  <c:v>7624300</c:v>
                </c:pt>
                <c:pt idx="946">
                  <c:v>7625178</c:v>
                </c:pt>
                <c:pt idx="947">
                  <c:v>7631853</c:v>
                </c:pt>
                <c:pt idx="948">
                  <c:v>7639836</c:v>
                </c:pt>
                <c:pt idx="949">
                  <c:v>7647763</c:v>
                </c:pt>
                <c:pt idx="950">
                  <c:v>7658017</c:v>
                </c:pt>
                <c:pt idx="951">
                  <c:v>7664777</c:v>
                </c:pt>
                <c:pt idx="952">
                  <c:v>7666278</c:v>
                </c:pt>
                <c:pt idx="953">
                  <c:v>7680539</c:v>
                </c:pt>
                <c:pt idx="954">
                  <c:v>7691102</c:v>
                </c:pt>
                <c:pt idx="955">
                  <c:v>7702228</c:v>
                </c:pt>
                <c:pt idx="956">
                  <c:v>7708975</c:v>
                </c:pt>
                <c:pt idx="957">
                  <c:v>7719234</c:v>
                </c:pt>
                <c:pt idx="958">
                  <c:v>7736302</c:v>
                </c:pt>
                <c:pt idx="959">
                  <c:v>7736615</c:v>
                </c:pt>
                <c:pt idx="960">
                  <c:v>7737757</c:v>
                </c:pt>
                <c:pt idx="961">
                  <c:v>7749792</c:v>
                </c:pt>
                <c:pt idx="962">
                  <c:v>7751583</c:v>
                </c:pt>
                <c:pt idx="963">
                  <c:v>7764129</c:v>
                </c:pt>
                <c:pt idx="964">
                  <c:v>7769083</c:v>
                </c:pt>
                <c:pt idx="965">
                  <c:v>7777209</c:v>
                </c:pt>
                <c:pt idx="966">
                  <c:v>7777619</c:v>
                </c:pt>
                <c:pt idx="967">
                  <c:v>7777642</c:v>
                </c:pt>
                <c:pt idx="968">
                  <c:v>7777667</c:v>
                </c:pt>
                <c:pt idx="969">
                  <c:v>7777689</c:v>
                </c:pt>
                <c:pt idx="970">
                  <c:v>7778477</c:v>
                </c:pt>
                <c:pt idx="971">
                  <c:v>7778861</c:v>
                </c:pt>
                <c:pt idx="972">
                  <c:v>7779093</c:v>
                </c:pt>
                <c:pt idx="973">
                  <c:v>7784184</c:v>
                </c:pt>
                <c:pt idx="974">
                  <c:v>7790969</c:v>
                </c:pt>
                <c:pt idx="975">
                  <c:v>7794268</c:v>
                </c:pt>
                <c:pt idx="976">
                  <c:v>7797054</c:v>
                </c:pt>
                <c:pt idx="977">
                  <c:v>7804568</c:v>
                </c:pt>
                <c:pt idx="978">
                  <c:v>7810607</c:v>
                </c:pt>
                <c:pt idx="979">
                  <c:v>7821555</c:v>
                </c:pt>
                <c:pt idx="980">
                  <c:v>7826669</c:v>
                </c:pt>
                <c:pt idx="981">
                  <c:v>7836335</c:v>
                </c:pt>
                <c:pt idx="982">
                  <c:v>7836927</c:v>
                </c:pt>
                <c:pt idx="983">
                  <c:v>7846303</c:v>
                </c:pt>
                <c:pt idx="984">
                  <c:v>7846540</c:v>
                </c:pt>
                <c:pt idx="985">
                  <c:v>7862379</c:v>
                </c:pt>
                <c:pt idx="986">
                  <c:v>7862880</c:v>
                </c:pt>
                <c:pt idx="987">
                  <c:v>7863978</c:v>
                </c:pt>
                <c:pt idx="988">
                  <c:v>7864274</c:v>
                </c:pt>
                <c:pt idx="989">
                  <c:v>7876617</c:v>
                </c:pt>
                <c:pt idx="990">
                  <c:v>7876696</c:v>
                </c:pt>
                <c:pt idx="991">
                  <c:v>7876711</c:v>
                </c:pt>
                <c:pt idx="992">
                  <c:v>7880582</c:v>
                </c:pt>
                <c:pt idx="993">
                  <c:v>7886584</c:v>
                </c:pt>
                <c:pt idx="994">
                  <c:v>7887684</c:v>
                </c:pt>
                <c:pt idx="995">
                  <c:v>7890585</c:v>
                </c:pt>
                <c:pt idx="996">
                  <c:v>7890624</c:v>
                </c:pt>
                <c:pt idx="997">
                  <c:v>7938199</c:v>
                </c:pt>
                <c:pt idx="998">
                  <c:v>7963242</c:v>
                </c:pt>
                <c:pt idx="999">
                  <c:v>7974349</c:v>
                </c:pt>
                <c:pt idx="1000">
                  <c:v>7974518</c:v>
                </c:pt>
                <c:pt idx="1001">
                  <c:v>7989359</c:v>
                </c:pt>
                <c:pt idx="1002">
                  <c:v>7990063</c:v>
                </c:pt>
                <c:pt idx="1003">
                  <c:v>8005569</c:v>
                </c:pt>
                <c:pt idx="1004">
                  <c:v>8054683</c:v>
                </c:pt>
                <c:pt idx="1005">
                  <c:v>8064765</c:v>
                </c:pt>
                <c:pt idx="1006">
                  <c:v>8065745</c:v>
                </c:pt>
                <c:pt idx="1007">
                  <c:v>8076747</c:v>
                </c:pt>
                <c:pt idx="1008">
                  <c:v>8081289</c:v>
                </c:pt>
                <c:pt idx="1009">
                  <c:v>8095737</c:v>
                </c:pt>
                <c:pt idx="1010">
                  <c:v>8100141</c:v>
                </c:pt>
                <c:pt idx="1011">
                  <c:v>8109763</c:v>
                </c:pt>
                <c:pt idx="1012">
                  <c:v>8120571</c:v>
                </c:pt>
                <c:pt idx="1013">
                  <c:v>8124980</c:v>
                </c:pt>
                <c:pt idx="1014">
                  <c:v>8132965</c:v>
                </c:pt>
                <c:pt idx="1015">
                  <c:v>8136447</c:v>
                </c:pt>
                <c:pt idx="1016">
                  <c:v>8143524</c:v>
                </c:pt>
                <c:pt idx="1017">
                  <c:v>8156806</c:v>
                </c:pt>
                <c:pt idx="1018">
                  <c:v>8173911</c:v>
                </c:pt>
                <c:pt idx="1019">
                  <c:v>8176753</c:v>
                </c:pt>
                <c:pt idx="1020">
                  <c:v>8205765</c:v>
                </c:pt>
                <c:pt idx="1021">
                  <c:v>8213175</c:v>
                </c:pt>
                <c:pt idx="1022">
                  <c:v>8214376</c:v>
                </c:pt>
                <c:pt idx="1023">
                  <c:v>8228104</c:v>
                </c:pt>
                <c:pt idx="1024">
                  <c:v>8228442</c:v>
                </c:pt>
                <c:pt idx="1025">
                  <c:v>8232526</c:v>
                </c:pt>
                <c:pt idx="1026">
                  <c:v>8242967</c:v>
                </c:pt>
                <c:pt idx="1027">
                  <c:v>8257348</c:v>
                </c:pt>
                <c:pt idx="1028">
                  <c:v>8257392</c:v>
                </c:pt>
                <c:pt idx="1029">
                  <c:v>8258847</c:v>
                </c:pt>
                <c:pt idx="1030">
                  <c:v>8265901</c:v>
                </c:pt>
                <c:pt idx="1031">
                  <c:v>8287542</c:v>
                </c:pt>
                <c:pt idx="1032">
                  <c:v>8294848</c:v>
                </c:pt>
                <c:pt idx="1033">
                  <c:v>8296785</c:v>
                </c:pt>
                <c:pt idx="1034">
                  <c:v>8332275</c:v>
                </c:pt>
                <c:pt idx="1035">
                  <c:v>8334188</c:v>
                </c:pt>
                <c:pt idx="1036">
                  <c:v>8334330</c:v>
                </c:pt>
                <c:pt idx="1037">
                  <c:v>8345117</c:v>
                </c:pt>
                <c:pt idx="1038">
                  <c:v>8356067</c:v>
                </c:pt>
                <c:pt idx="1039">
                  <c:v>8356897</c:v>
                </c:pt>
                <c:pt idx="1040">
                  <c:v>8358140</c:v>
                </c:pt>
                <c:pt idx="1041">
                  <c:v>8358775</c:v>
                </c:pt>
                <c:pt idx="1042">
                  <c:v>8373781</c:v>
                </c:pt>
                <c:pt idx="1043">
                  <c:v>8374809</c:v>
                </c:pt>
                <c:pt idx="1044">
                  <c:v>8375055</c:v>
                </c:pt>
                <c:pt idx="1045">
                  <c:v>8375136</c:v>
                </c:pt>
                <c:pt idx="1046">
                  <c:v>8392375</c:v>
                </c:pt>
                <c:pt idx="1047">
                  <c:v>8412169</c:v>
                </c:pt>
                <c:pt idx="1048">
                  <c:v>8412368</c:v>
                </c:pt>
                <c:pt idx="1049">
                  <c:v>8427136</c:v>
                </c:pt>
                <c:pt idx="1050">
                  <c:v>8427141</c:v>
                </c:pt>
                <c:pt idx="1051">
                  <c:v>8428840</c:v>
                </c:pt>
                <c:pt idx="1052">
                  <c:v>8430430</c:v>
                </c:pt>
                <c:pt idx="1053">
                  <c:v>8431617</c:v>
                </c:pt>
                <c:pt idx="1054">
                  <c:v>8433088</c:v>
                </c:pt>
                <c:pt idx="1055">
                  <c:v>8440174</c:v>
                </c:pt>
                <c:pt idx="1056">
                  <c:v>8446229</c:v>
                </c:pt>
                <c:pt idx="1057">
                  <c:v>8450835</c:v>
                </c:pt>
                <c:pt idx="1058">
                  <c:v>8452748</c:v>
                </c:pt>
                <c:pt idx="1059">
                  <c:v>8455892</c:v>
                </c:pt>
                <c:pt idx="1060">
                  <c:v>8457568</c:v>
                </c:pt>
                <c:pt idx="1061">
                  <c:v>8461094</c:v>
                </c:pt>
                <c:pt idx="1062">
                  <c:v>8461188</c:v>
                </c:pt>
                <c:pt idx="1063">
                  <c:v>8465264</c:v>
                </c:pt>
                <c:pt idx="1064">
                  <c:v>8469530</c:v>
                </c:pt>
                <c:pt idx="1065">
                  <c:v>8474983</c:v>
                </c:pt>
                <c:pt idx="1066">
                  <c:v>8476708</c:v>
                </c:pt>
                <c:pt idx="1067">
                  <c:v>8477107</c:v>
                </c:pt>
                <c:pt idx="1068">
                  <c:v>8480649</c:v>
                </c:pt>
                <c:pt idx="1069">
                  <c:v>8509674</c:v>
                </c:pt>
                <c:pt idx="1070">
                  <c:v>8514525</c:v>
                </c:pt>
                <c:pt idx="1071">
                  <c:v>8525403</c:v>
                </c:pt>
                <c:pt idx="1072">
                  <c:v>8526022</c:v>
                </c:pt>
                <c:pt idx="1073">
                  <c:v>8526904</c:v>
                </c:pt>
                <c:pt idx="1074">
                  <c:v>8528401</c:v>
                </c:pt>
                <c:pt idx="1075">
                  <c:v>8530277</c:v>
                </c:pt>
                <c:pt idx="1076">
                  <c:v>8549809</c:v>
                </c:pt>
                <c:pt idx="1077">
                  <c:v>8571342</c:v>
                </c:pt>
                <c:pt idx="1078">
                  <c:v>8581725</c:v>
                </c:pt>
                <c:pt idx="1079">
                  <c:v>8583394</c:v>
                </c:pt>
                <c:pt idx="1080">
                  <c:v>8583753</c:v>
                </c:pt>
                <c:pt idx="1081">
                  <c:v>8596532</c:v>
                </c:pt>
                <c:pt idx="1082">
                  <c:v>8616187</c:v>
                </c:pt>
                <c:pt idx="1083">
                  <c:v>8616643</c:v>
                </c:pt>
                <c:pt idx="1084">
                  <c:v>8627406</c:v>
                </c:pt>
                <c:pt idx="1085">
                  <c:v>8637376</c:v>
                </c:pt>
                <c:pt idx="1086">
                  <c:v>8637714</c:v>
                </c:pt>
                <c:pt idx="1087">
                  <c:v>8640950</c:v>
                </c:pt>
                <c:pt idx="1088">
                  <c:v>8647630</c:v>
                </c:pt>
                <c:pt idx="1089">
                  <c:v>8653574</c:v>
                </c:pt>
                <c:pt idx="1090">
                  <c:v>8654051</c:v>
                </c:pt>
                <c:pt idx="1091">
                  <c:v>8673855</c:v>
                </c:pt>
                <c:pt idx="1092">
                  <c:v>8675161</c:v>
                </c:pt>
                <c:pt idx="1093">
                  <c:v>8676857</c:v>
                </c:pt>
                <c:pt idx="1094">
                  <c:v>8679433</c:v>
                </c:pt>
                <c:pt idx="1095">
                  <c:v>8683600</c:v>
                </c:pt>
                <c:pt idx="1096">
                  <c:v>8690770</c:v>
                </c:pt>
                <c:pt idx="1097">
                  <c:v>8697039</c:v>
                </c:pt>
                <c:pt idx="1098">
                  <c:v>8697877</c:v>
                </c:pt>
                <c:pt idx="1099">
                  <c:v>8703776</c:v>
                </c:pt>
                <c:pt idx="1100">
                  <c:v>8715509</c:v>
                </c:pt>
                <c:pt idx="1101">
                  <c:v>8722091</c:v>
                </c:pt>
                <c:pt idx="1102">
                  <c:v>8731520</c:v>
                </c:pt>
                <c:pt idx="1103">
                  <c:v>8732425</c:v>
                </c:pt>
                <c:pt idx="1104">
                  <c:v>8743015</c:v>
                </c:pt>
                <c:pt idx="1105">
                  <c:v>8746112</c:v>
                </c:pt>
                <c:pt idx="1106">
                  <c:v>8747993</c:v>
                </c:pt>
                <c:pt idx="1107">
                  <c:v>8759900</c:v>
                </c:pt>
                <c:pt idx="1108">
                  <c:v>8766635</c:v>
                </c:pt>
                <c:pt idx="1109">
                  <c:v>8769212</c:v>
                </c:pt>
                <c:pt idx="1110">
                  <c:v>8783124</c:v>
                </c:pt>
                <c:pt idx="1111">
                  <c:v>8783962</c:v>
                </c:pt>
                <c:pt idx="1112">
                  <c:v>8785499</c:v>
                </c:pt>
                <c:pt idx="1113">
                  <c:v>8792375</c:v>
                </c:pt>
                <c:pt idx="1114">
                  <c:v>8801560</c:v>
                </c:pt>
                <c:pt idx="1115">
                  <c:v>8802895</c:v>
                </c:pt>
                <c:pt idx="1116">
                  <c:v>8803136</c:v>
                </c:pt>
                <c:pt idx="1117">
                  <c:v>8803170</c:v>
                </c:pt>
                <c:pt idx="1118">
                  <c:v>8803789</c:v>
                </c:pt>
                <c:pt idx="1119">
                  <c:v>8804583</c:v>
                </c:pt>
                <c:pt idx="1120">
                  <c:v>8810615</c:v>
                </c:pt>
                <c:pt idx="1121">
                  <c:v>8818555</c:v>
                </c:pt>
                <c:pt idx="1122">
                  <c:v>8832107</c:v>
                </c:pt>
                <c:pt idx="1123">
                  <c:v>8850699</c:v>
                </c:pt>
                <c:pt idx="1124">
                  <c:v>8855331</c:v>
                </c:pt>
                <c:pt idx="1125">
                  <c:v>8869617</c:v>
                </c:pt>
                <c:pt idx="1126">
                  <c:v>8870946</c:v>
                </c:pt>
                <c:pt idx="1127">
                  <c:v>8875113</c:v>
                </c:pt>
                <c:pt idx="1128">
                  <c:v>8880974</c:v>
                </c:pt>
                <c:pt idx="1129">
                  <c:v>8892819</c:v>
                </c:pt>
                <c:pt idx="1130">
                  <c:v>8910893</c:v>
                </c:pt>
                <c:pt idx="1131">
                  <c:v>8931548</c:v>
                </c:pt>
                <c:pt idx="1132">
                  <c:v>8932989</c:v>
                </c:pt>
                <c:pt idx="1133">
                  <c:v>8934699</c:v>
                </c:pt>
                <c:pt idx="1134">
                  <c:v>8941130</c:v>
                </c:pt>
                <c:pt idx="1135">
                  <c:v>8944285</c:v>
                </c:pt>
                <c:pt idx="1136">
                  <c:v>8957682</c:v>
                </c:pt>
                <c:pt idx="1137">
                  <c:v>8975439</c:v>
                </c:pt>
                <c:pt idx="1138">
                  <c:v>8976962</c:v>
                </c:pt>
                <c:pt idx="1139">
                  <c:v>8977276</c:v>
                </c:pt>
                <c:pt idx="1140">
                  <c:v>8993250</c:v>
                </c:pt>
                <c:pt idx="1141">
                  <c:v>8994717</c:v>
                </c:pt>
                <c:pt idx="1142">
                  <c:v>8995993</c:v>
                </c:pt>
                <c:pt idx="1143">
                  <c:v>9008384</c:v>
                </c:pt>
                <c:pt idx="1144">
                  <c:v>9012311</c:v>
                </c:pt>
                <c:pt idx="1145">
                  <c:v>9033067</c:v>
                </c:pt>
                <c:pt idx="1146">
                  <c:v>9036479</c:v>
                </c:pt>
                <c:pt idx="1147">
                  <c:v>9036578</c:v>
                </c:pt>
                <c:pt idx="1148">
                  <c:v>9051639</c:v>
                </c:pt>
                <c:pt idx="1149">
                  <c:v>9052577</c:v>
                </c:pt>
                <c:pt idx="1150">
                  <c:v>9052825</c:v>
                </c:pt>
                <c:pt idx="1151">
                  <c:v>9053892</c:v>
                </c:pt>
                <c:pt idx="1152">
                  <c:v>9060067</c:v>
                </c:pt>
                <c:pt idx="1153">
                  <c:v>9060181</c:v>
                </c:pt>
                <c:pt idx="1154">
                  <c:v>9066964</c:v>
                </c:pt>
                <c:pt idx="1155">
                  <c:v>9075590</c:v>
                </c:pt>
                <c:pt idx="1156">
                  <c:v>9080092</c:v>
                </c:pt>
                <c:pt idx="1157">
                  <c:v>9080145</c:v>
                </c:pt>
                <c:pt idx="1158">
                  <c:v>9080633</c:v>
                </c:pt>
                <c:pt idx="1159">
                  <c:v>9080937</c:v>
                </c:pt>
                <c:pt idx="1160">
                  <c:v>9096300</c:v>
                </c:pt>
                <c:pt idx="1161">
                  <c:v>9118133</c:v>
                </c:pt>
                <c:pt idx="1162">
                  <c:v>9118829</c:v>
                </c:pt>
                <c:pt idx="1163">
                  <c:v>9120644</c:v>
                </c:pt>
                <c:pt idx="1164">
                  <c:v>9126871</c:v>
                </c:pt>
                <c:pt idx="1165">
                  <c:v>9138110</c:v>
                </c:pt>
                <c:pt idx="1166">
                  <c:v>9138860</c:v>
                </c:pt>
                <c:pt idx="1167">
                  <c:v>9142346</c:v>
                </c:pt>
                <c:pt idx="1168">
                  <c:v>9143764</c:v>
                </c:pt>
                <c:pt idx="1169">
                  <c:v>9145078</c:v>
                </c:pt>
                <c:pt idx="1170">
                  <c:v>9156356</c:v>
                </c:pt>
                <c:pt idx="1171">
                  <c:v>9162590</c:v>
                </c:pt>
                <c:pt idx="1172">
                  <c:v>9176480</c:v>
                </c:pt>
                <c:pt idx="1173">
                  <c:v>9176702</c:v>
                </c:pt>
                <c:pt idx="1174">
                  <c:v>9203881</c:v>
                </c:pt>
                <c:pt idx="1175">
                  <c:v>9204676</c:v>
                </c:pt>
                <c:pt idx="1176">
                  <c:v>9210468</c:v>
                </c:pt>
                <c:pt idx="1177">
                  <c:v>9211436</c:v>
                </c:pt>
                <c:pt idx="1178">
                  <c:v>9220087</c:v>
                </c:pt>
                <c:pt idx="1179">
                  <c:v>9220439</c:v>
                </c:pt>
                <c:pt idx="1180">
                  <c:v>9221364</c:v>
                </c:pt>
                <c:pt idx="1181">
                  <c:v>9238937</c:v>
                </c:pt>
                <c:pt idx="1182">
                  <c:v>9240476</c:v>
                </c:pt>
                <c:pt idx="1183">
                  <c:v>9241938</c:v>
                </c:pt>
                <c:pt idx="1184">
                  <c:v>9243710</c:v>
                </c:pt>
                <c:pt idx="1185">
                  <c:v>9244540</c:v>
                </c:pt>
                <c:pt idx="1186">
                  <c:v>9263478</c:v>
                </c:pt>
                <c:pt idx="1187">
                  <c:v>9271357</c:v>
                </c:pt>
                <c:pt idx="1188">
                  <c:v>9283994</c:v>
                </c:pt>
                <c:pt idx="1189">
                  <c:v>9285303</c:v>
                </c:pt>
                <c:pt idx="1190">
                  <c:v>9286334</c:v>
                </c:pt>
                <c:pt idx="1191">
                  <c:v>9286547</c:v>
                </c:pt>
                <c:pt idx="1192">
                  <c:v>9288596</c:v>
                </c:pt>
                <c:pt idx="1193">
                  <c:v>9290157</c:v>
                </c:pt>
                <c:pt idx="1194">
                  <c:v>9306472</c:v>
                </c:pt>
                <c:pt idx="1195">
                  <c:v>9322134</c:v>
                </c:pt>
                <c:pt idx="1196">
                  <c:v>9326262</c:v>
                </c:pt>
                <c:pt idx="1197">
                  <c:v>9332956</c:v>
                </c:pt>
                <c:pt idx="1198">
                  <c:v>9335336</c:v>
                </c:pt>
                <c:pt idx="1199">
                  <c:v>9344041</c:v>
                </c:pt>
                <c:pt idx="1200">
                  <c:v>9351994</c:v>
                </c:pt>
                <c:pt idx="1201">
                  <c:v>9354323</c:v>
                </c:pt>
                <c:pt idx="1202">
                  <c:v>9369729</c:v>
                </c:pt>
                <c:pt idx="1203">
                  <c:v>9394543</c:v>
                </c:pt>
                <c:pt idx="1204">
                  <c:v>9403406</c:v>
                </c:pt>
                <c:pt idx="1205">
                  <c:v>9416548</c:v>
                </c:pt>
                <c:pt idx="1206">
                  <c:v>9419661</c:v>
                </c:pt>
                <c:pt idx="1207">
                  <c:v>9420513</c:v>
                </c:pt>
                <c:pt idx="1208">
                  <c:v>9422151</c:v>
                </c:pt>
                <c:pt idx="1209">
                  <c:v>9435194</c:v>
                </c:pt>
                <c:pt idx="1210">
                  <c:v>9453616</c:v>
                </c:pt>
                <c:pt idx="1211">
                  <c:v>9453790</c:v>
                </c:pt>
                <c:pt idx="1212">
                  <c:v>9458258</c:v>
                </c:pt>
                <c:pt idx="1213">
                  <c:v>9458457</c:v>
                </c:pt>
                <c:pt idx="1214">
                  <c:v>9464686</c:v>
                </c:pt>
                <c:pt idx="1215">
                  <c:v>9465632</c:v>
                </c:pt>
                <c:pt idx="1216">
                  <c:v>9466201</c:v>
                </c:pt>
                <c:pt idx="1217">
                  <c:v>9466461</c:v>
                </c:pt>
                <c:pt idx="1218">
                  <c:v>9466937</c:v>
                </c:pt>
                <c:pt idx="1219">
                  <c:v>9468871</c:v>
                </c:pt>
                <c:pt idx="1220">
                  <c:v>9478910</c:v>
                </c:pt>
                <c:pt idx="1221">
                  <c:v>9479109</c:v>
                </c:pt>
                <c:pt idx="1222">
                  <c:v>9479689</c:v>
                </c:pt>
                <c:pt idx="1223">
                  <c:v>9488085</c:v>
                </c:pt>
                <c:pt idx="1224">
                  <c:v>9501677</c:v>
                </c:pt>
                <c:pt idx="1225">
                  <c:v>9502628</c:v>
                </c:pt>
                <c:pt idx="1226">
                  <c:v>9515026</c:v>
                </c:pt>
                <c:pt idx="1227">
                  <c:v>9517341</c:v>
                </c:pt>
                <c:pt idx="1228">
                  <c:v>9517589</c:v>
                </c:pt>
                <c:pt idx="1229">
                  <c:v>9517779</c:v>
                </c:pt>
                <c:pt idx="1230">
                  <c:v>9518506</c:v>
                </c:pt>
                <c:pt idx="1231">
                  <c:v>9519042</c:v>
                </c:pt>
                <c:pt idx="1232">
                  <c:v>9534223</c:v>
                </c:pt>
                <c:pt idx="1233">
                  <c:v>9534453</c:v>
                </c:pt>
                <c:pt idx="1234">
                  <c:v>9534856</c:v>
                </c:pt>
                <c:pt idx="1235">
                  <c:v>9537768</c:v>
                </c:pt>
                <c:pt idx="1236">
                  <c:v>9540612</c:v>
                </c:pt>
                <c:pt idx="1237">
                  <c:v>9541852</c:v>
                </c:pt>
                <c:pt idx="1238">
                  <c:v>9542583</c:v>
                </c:pt>
                <c:pt idx="1239">
                  <c:v>9550352</c:v>
                </c:pt>
                <c:pt idx="1240">
                  <c:v>9580135</c:v>
                </c:pt>
                <c:pt idx="1241">
                  <c:v>9581470</c:v>
                </c:pt>
                <c:pt idx="1242">
                  <c:v>9581593</c:v>
                </c:pt>
                <c:pt idx="1243">
                  <c:v>9581611</c:v>
                </c:pt>
                <c:pt idx="1244">
                  <c:v>9582947</c:v>
                </c:pt>
                <c:pt idx="1245">
                  <c:v>9587125</c:v>
                </c:pt>
                <c:pt idx="1246">
                  <c:v>9595246</c:v>
                </c:pt>
                <c:pt idx="1247">
                  <c:v>9612801</c:v>
                </c:pt>
                <c:pt idx="1248">
                  <c:v>9616548</c:v>
                </c:pt>
                <c:pt idx="1249">
                  <c:v>9617793</c:v>
                </c:pt>
                <c:pt idx="1250">
                  <c:v>9617839</c:v>
                </c:pt>
                <c:pt idx="1251">
                  <c:v>9618414</c:v>
                </c:pt>
                <c:pt idx="1252">
                  <c:v>9619436</c:v>
                </c:pt>
                <c:pt idx="1253">
                  <c:v>9637302</c:v>
                </c:pt>
                <c:pt idx="1254">
                  <c:v>9637430</c:v>
                </c:pt>
                <c:pt idx="1255">
                  <c:v>9647994</c:v>
                </c:pt>
                <c:pt idx="1256">
                  <c:v>9657035</c:v>
                </c:pt>
                <c:pt idx="1257">
                  <c:v>9662807</c:v>
                </c:pt>
                <c:pt idx="1258">
                  <c:v>9666312</c:v>
                </c:pt>
                <c:pt idx="1259">
                  <c:v>9668822</c:v>
                </c:pt>
                <c:pt idx="1260">
                  <c:v>9669042</c:v>
                </c:pt>
                <c:pt idx="1261">
                  <c:v>9670783</c:v>
                </c:pt>
                <c:pt idx="1262">
                  <c:v>9670821</c:v>
                </c:pt>
                <c:pt idx="1263">
                  <c:v>9676815</c:v>
                </c:pt>
                <c:pt idx="1264">
                  <c:v>9678113</c:v>
                </c:pt>
                <c:pt idx="1265">
                  <c:v>9686442</c:v>
                </c:pt>
                <c:pt idx="1266">
                  <c:v>9687520</c:v>
                </c:pt>
                <c:pt idx="1267">
                  <c:v>9700484</c:v>
                </c:pt>
                <c:pt idx="1268">
                  <c:v>9700488</c:v>
                </c:pt>
                <c:pt idx="1269">
                  <c:v>9700843</c:v>
                </c:pt>
                <c:pt idx="1270">
                  <c:v>9701091</c:v>
                </c:pt>
                <c:pt idx="1271">
                  <c:v>9708142</c:v>
                </c:pt>
                <c:pt idx="1272">
                  <c:v>9718460</c:v>
                </c:pt>
                <c:pt idx="1273">
                  <c:v>9718785</c:v>
                </c:pt>
                <c:pt idx="1274">
                  <c:v>9719938</c:v>
                </c:pt>
                <c:pt idx="1275">
                  <c:v>9720990</c:v>
                </c:pt>
                <c:pt idx="1276">
                  <c:v>9721858</c:v>
                </c:pt>
                <c:pt idx="1277">
                  <c:v>9725828</c:v>
                </c:pt>
                <c:pt idx="1278">
                  <c:v>9737667</c:v>
                </c:pt>
                <c:pt idx="1279">
                  <c:v>9738573</c:v>
                </c:pt>
                <c:pt idx="1280">
                  <c:v>9766252</c:v>
                </c:pt>
                <c:pt idx="1281">
                  <c:v>9779346</c:v>
                </c:pt>
                <c:pt idx="1282">
                  <c:v>9780896</c:v>
                </c:pt>
                <c:pt idx="1283">
                  <c:v>9781435</c:v>
                </c:pt>
                <c:pt idx="1284">
                  <c:v>9786949</c:v>
                </c:pt>
                <c:pt idx="1285">
                  <c:v>9796666</c:v>
                </c:pt>
                <c:pt idx="1286">
                  <c:v>9800350</c:v>
                </c:pt>
                <c:pt idx="1287">
                  <c:v>9800543</c:v>
                </c:pt>
                <c:pt idx="1288">
                  <c:v>9802951</c:v>
                </c:pt>
                <c:pt idx="1289">
                  <c:v>9815456</c:v>
                </c:pt>
                <c:pt idx="1290">
                  <c:v>9818770</c:v>
                </c:pt>
                <c:pt idx="1291">
                  <c:v>9835713</c:v>
                </c:pt>
                <c:pt idx="1292">
                  <c:v>9836067</c:v>
                </c:pt>
                <c:pt idx="1293">
                  <c:v>9836503</c:v>
                </c:pt>
                <c:pt idx="1294">
                  <c:v>9845391</c:v>
                </c:pt>
                <c:pt idx="1295">
                  <c:v>9848406</c:v>
                </c:pt>
                <c:pt idx="1296">
                  <c:v>9849435</c:v>
                </c:pt>
                <c:pt idx="1297">
                  <c:v>9849887</c:v>
                </c:pt>
                <c:pt idx="1298">
                  <c:v>9853613</c:v>
                </c:pt>
                <c:pt idx="1299">
                  <c:v>9857294</c:v>
                </c:pt>
                <c:pt idx="1300">
                  <c:v>9867568</c:v>
                </c:pt>
                <c:pt idx="1301">
                  <c:v>9868864</c:v>
                </c:pt>
                <c:pt idx="1302">
                  <c:v>9869583</c:v>
                </c:pt>
                <c:pt idx="1303">
                  <c:v>9872492</c:v>
                </c:pt>
                <c:pt idx="1304">
                  <c:v>9886497</c:v>
                </c:pt>
                <c:pt idx="1305">
                  <c:v>9889289</c:v>
                </c:pt>
                <c:pt idx="1306">
                  <c:v>9890452</c:v>
                </c:pt>
                <c:pt idx="1307">
                  <c:v>9910871</c:v>
                </c:pt>
                <c:pt idx="1308">
                  <c:v>9911548</c:v>
                </c:pt>
                <c:pt idx="1309">
                  <c:v>9912499</c:v>
                </c:pt>
                <c:pt idx="1310">
                  <c:v>9917169</c:v>
                </c:pt>
                <c:pt idx="1311">
                  <c:v>9933807</c:v>
                </c:pt>
                <c:pt idx="1312">
                  <c:v>9934104</c:v>
                </c:pt>
                <c:pt idx="1313">
                  <c:v>9935108</c:v>
                </c:pt>
                <c:pt idx="1314">
                  <c:v>9935356</c:v>
                </c:pt>
                <c:pt idx="1315">
                  <c:v>9935839</c:v>
                </c:pt>
                <c:pt idx="1316">
                  <c:v>9936524</c:v>
                </c:pt>
                <c:pt idx="1317">
                  <c:v>9944024</c:v>
                </c:pt>
                <c:pt idx="1318">
                  <c:v>9980246</c:v>
                </c:pt>
                <c:pt idx="1319">
                  <c:v>9980472</c:v>
                </c:pt>
                <c:pt idx="1320">
                  <c:v>9980491</c:v>
                </c:pt>
                <c:pt idx="1321">
                  <c:v>9980926</c:v>
                </c:pt>
                <c:pt idx="1322">
                  <c:v>9988874</c:v>
                </c:pt>
                <c:pt idx="1323">
                  <c:v>9999946</c:v>
                </c:pt>
                <c:pt idx="1324">
                  <c:v>10000720</c:v>
                </c:pt>
                <c:pt idx="1325">
                  <c:v>10008160</c:v>
                </c:pt>
                <c:pt idx="1326">
                  <c:v>10008444</c:v>
                </c:pt>
                <c:pt idx="1327">
                  <c:v>10011621</c:v>
                </c:pt>
                <c:pt idx="1328">
                  <c:v>10028375</c:v>
                </c:pt>
                <c:pt idx="1329">
                  <c:v>10061342</c:v>
                </c:pt>
                <c:pt idx="1330">
                  <c:v>10076441</c:v>
                </c:pt>
                <c:pt idx="1331">
                  <c:v>10089119</c:v>
                </c:pt>
                <c:pt idx="1332">
                  <c:v>10090404</c:v>
                </c:pt>
                <c:pt idx="1333">
                  <c:v>10106578</c:v>
                </c:pt>
                <c:pt idx="1334">
                  <c:v>10109234</c:v>
                </c:pt>
                <c:pt idx="1335">
                  <c:v>10111765</c:v>
                </c:pt>
                <c:pt idx="1336">
                  <c:v>10125869</c:v>
                </c:pt>
                <c:pt idx="1337">
                  <c:v>10144418</c:v>
                </c:pt>
                <c:pt idx="1338">
                  <c:v>10145423</c:v>
                </c:pt>
                <c:pt idx="1339">
                  <c:v>10145690</c:v>
                </c:pt>
                <c:pt idx="1340">
                  <c:v>10146989</c:v>
                </c:pt>
                <c:pt idx="1341">
                  <c:v>10151931</c:v>
                </c:pt>
                <c:pt idx="1342">
                  <c:v>10166801</c:v>
                </c:pt>
                <c:pt idx="1343">
                  <c:v>10171057</c:v>
                </c:pt>
                <c:pt idx="1344">
                  <c:v>10178745</c:v>
                </c:pt>
                <c:pt idx="1345">
                  <c:v>10179988</c:v>
                </c:pt>
                <c:pt idx="1346">
                  <c:v>10180198</c:v>
                </c:pt>
                <c:pt idx="1347">
                  <c:v>10182742</c:v>
                </c:pt>
                <c:pt idx="1348">
                  <c:v>10185420</c:v>
                </c:pt>
                <c:pt idx="1349">
                  <c:v>10194088</c:v>
                </c:pt>
                <c:pt idx="1350">
                  <c:v>10200239</c:v>
                </c:pt>
                <c:pt idx="1351">
                  <c:v>10215697</c:v>
                </c:pt>
                <c:pt idx="1352">
                  <c:v>10216716</c:v>
                </c:pt>
                <c:pt idx="1353">
                  <c:v>10216761</c:v>
                </c:pt>
                <c:pt idx="1354">
                  <c:v>10218728</c:v>
                </c:pt>
                <c:pt idx="1355">
                  <c:v>10234089</c:v>
                </c:pt>
                <c:pt idx="1356">
                  <c:v>10245086</c:v>
                </c:pt>
                <c:pt idx="1357">
                  <c:v>10262184</c:v>
                </c:pt>
                <c:pt idx="1358">
                  <c:v>10264628</c:v>
                </c:pt>
                <c:pt idx="1359">
                  <c:v>10264791</c:v>
                </c:pt>
                <c:pt idx="1360">
                  <c:v>10276793</c:v>
                </c:pt>
                <c:pt idx="1361">
                  <c:v>10285589</c:v>
                </c:pt>
                <c:pt idx="1362">
                  <c:v>10299734</c:v>
                </c:pt>
                <c:pt idx="1363">
                  <c:v>10306737</c:v>
                </c:pt>
                <c:pt idx="1364">
                  <c:v>10309373</c:v>
                </c:pt>
                <c:pt idx="1365">
                  <c:v>10320053</c:v>
                </c:pt>
                <c:pt idx="1366">
                  <c:v>10324572</c:v>
                </c:pt>
                <c:pt idx="1367">
                  <c:v>10369410</c:v>
                </c:pt>
                <c:pt idx="1368">
                  <c:v>10369527</c:v>
                </c:pt>
                <c:pt idx="1369">
                  <c:v>10369618</c:v>
                </c:pt>
                <c:pt idx="1370">
                  <c:v>10370766</c:v>
                </c:pt>
                <c:pt idx="1371">
                  <c:v>10376342</c:v>
                </c:pt>
                <c:pt idx="1372">
                  <c:v>10381495</c:v>
                </c:pt>
                <c:pt idx="1373">
                  <c:v>10395269</c:v>
                </c:pt>
                <c:pt idx="1374">
                  <c:v>10395706</c:v>
                </c:pt>
                <c:pt idx="1375">
                  <c:v>10417660</c:v>
                </c:pt>
                <c:pt idx="1376">
                  <c:v>10460554</c:v>
                </c:pt>
                <c:pt idx="1377">
                  <c:v>10461328</c:v>
                </c:pt>
                <c:pt idx="1378">
                  <c:v>10480233</c:v>
                </c:pt>
                <c:pt idx="1379">
                  <c:v>10481113</c:v>
                </c:pt>
                <c:pt idx="1380">
                  <c:v>10481353</c:v>
                </c:pt>
                <c:pt idx="1381">
                  <c:v>10487501</c:v>
                </c:pt>
                <c:pt idx="1382">
                  <c:v>10500566</c:v>
                </c:pt>
                <c:pt idx="1383">
                  <c:v>10504942</c:v>
                </c:pt>
                <c:pt idx="1384">
                  <c:v>10511711</c:v>
                </c:pt>
                <c:pt idx="1385">
                  <c:v>10512386</c:v>
                </c:pt>
                <c:pt idx="1386">
                  <c:v>10514530</c:v>
                </c:pt>
                <c:pt idx="1387">
                  <c:v>10529822</c:v>
                </c:pt>
                <c:pt idx="1388">
                  <c:v>10575834</c:v>
                </c:pt>
                <c:pt idx="1389">
                  <c:v>10577712</c:v>
                </c:pt>
                <c:pt idx="1390">
                  <c:v>10578553</c:v>
                </c:pt>
                <c:pt idx="1391">
                  <c:v>10587908</c:v>
                </c:pt>
                <c:pt idx="1392">
                  <c:v>10601222</c:v>
                </c:pt>
                <c:pt idx="1393">
                  <c:v>10601342</c:v>
                </c:pt>
                <c:pt idx="1394">
                  <c:v>10603500</c:v>
                </c:pt>
                <c:pt idx="1395">
                  <c:v>10616729</c:v>
                </c:pt>
                <c:pt idx="1396">
                  <c:v>10624983</c:v>
                </c:pt>
                <c:pt idx="1397">
                  <c:v>10629398</c:v>
                </c:pt>
                <c:pt idx="1398">
                  <c:v>10629515</c:v>
                </c:pt>
                <c:pt idx="1399">
                  <c:v>10636958</c:v>
                </c:pt>
                <c:pt idx="1400">
                  <c:v>10637249</c:v>
                </c:pt>
                <c:pt idx="1401">
                  <c:v>10637967</c:v>
                </c:pt>
                <c:pt idx="1402">
                  <c:v>10649844</c:v>
                </c:pt>
                <c:pt idx="1403">
                  <c:v>10661695</c:v>
                </c:pt>
                <c:pt idx="1404">
                  <c:v>10663980</c:v>
                </c:pt>
                <c:pt idx="1405">
                  <c:v>10670207</c:v>
                </c:pt>
                <c:pt idx="1406">
                  <c:v>10671030</c:v>
                </c:pt>
                <c:pt idx="1407">
                  <c:v>10685771</c:v>
                </c:pt>
                <c:pt idx="1408">
                  <c:v>10692058</c:v>
                </c:pt>
                <c:pt idx="1409">
                  <c:v>10694803</c:v>
                </c:pt>
                <c:pt idx="1410">
                  <c:v>10706913</c:v>
                </c:pt>
                <c:pt idx="1411">
                  <c:v>10708042</c:v>
                </c:pt>
                <c:pt idx="1412">
                  <c:v>10708902</c:v>
                </c:pt>
                <c:pt idx="1413">
                  <c:v>10708996</c:v>
                </c:pt>
                <c:pt idx="1414">
                  <c:v>10709131</c:v>
                </c:pt>
                <c:pt idx="1415">
                  <c:v>10712227</c:v>
                </c:pt>
                <c:pt idx="1416">
                  <c:v>10713446</c:v>
                </c:pt>
                <c:pt idx="1417">
                  <c:v>10734193</c:v>
                </c:pt>
                <c:pt idx="1418">
                  <c:v>10740411</c:v>
                </c:pt>
                <c:pt idx="1419">
                  <c:v>10740502</c:v>
                </c:pt>
                <c:pt idx="1420">
                  <c:v>10780464</c:v>
                </c:pt>
                <c:pt idx="1421">
                  <c:v>10792666</c:v>
                </c:pt>
                <c:pt idx="1422">
                  <c:v>10795653</c:v>
                </c:pt>
                <c:pt idx="1423">
                  <c:v>10810120</c:v>
                </c:pt>
                <c:pt idx="1424">
                  <c:v>10810134</c:v>
                </c:pt>
                <c:pt idx="1425">
                  <c:v>10812219</c:v>
                </c:pt>
                <c:pt idx="1426">
                  <c:v>10825247</c:v>
                </c:pt>
                <c:pt idx="1427">
                  <c:v>10842493</c:v>
                </c:pt>
                <c:pt idx="1428">
                  <c:v>10864783</c:v>
                </c:pt>
                <c:pt idx="1429">
                  <c:v>10891357</c:v>
                </c:pt>
                <c:pt idx="1430">
                  <c:v>10911055</c:v>
                </c:pt>
                <c:pt idx="1431">
                  <c:v>10914042</c:v>
                </c:pt>
                <c:pt idx="1432">
                  <c:v>10914744</c:v>
                </c:pt>
                <c:pt idx="1433">
                  <c:v>10932979</c:v>
                </c:pt>
                <c:pt idx="1434">
                  <c:v>10934346</c:v>
                </c:pt>
                <c:pt idx="1435">
                  <c:v>10934702</c:v>
                </c:pt>
                <c:pt idx="1436">
                  <c:v>10935422</c:v>
                </c:pt>
                <c:pt idx="1437">
                  <c:v>10949033</c:v>
                </c:pt>
                <c:pt idx="1438">
                  <c:v>10958141</c:v>
                </c:pt>
                <c:pt idx="1439">
                  <c:v>10973926</c:v>
                </c:pt>
                <c:pt idx="1440">
                  <c:v>10975245</c:v>
                </c:pt>
                <c:pt idx="1441">
                  <c:v>11008291</c:v>
                </c:pt>
                <c:pt idx="1442">
                  <c:v>11034218</c:v>
                </c:pt>
                <c:pt idx="1443">
                  <c:v>11044061</c:v>
                </c:pt>
                <c:pt idx="1444">
                  <c:v>11058808</c:v>
                </c:pt>
                <c:pt idx="1445">
                  <c:v>11060488</c:v>
                </c:pt>
                <c:pt idx="1446">
                  <c:v>11071318</c:v>
                </c:pt>
                <c:pt idx="1447">
                  <c:v>11079142</c:v>
                </c:pt>
                <c:pt idx="1448">
                  <c:v>11107208</c:v>
                </c:pt>
                <c:pt idx="1449">
                  <c:v>11112776</c:v>
                </c:pt>
                <c:pt idx="1450">
                  <c:v>11127488</c:v>
                </c:pt>
                <c:pt idx="1451">
                  <c:v>11149707</c:v>
                </c:pt>
                <c:pt idx="1452">
                  <c:v>11151590</c:v>
                </c:pt>
                <c:pt idx="1453">
                  <c:v>11160126</c:v>
                </c:pt>
                <c:pt idx="1454">
                  <c:v>11170133</c:v>
                </c:pt>
                <c:pt idx="1455">
                  <c:v>11170606</c:v>
                </c:pt>
                <c:pt idx="1456">
                  <c:v>11170722</c:v>
                </c:pt>
                <c:pt idx="1457">
                  <c:v>11170814</c:v>
                </c:pt>
                <c:pt idx="1458">
                  <c:v>11171136</c:v>
                </c:pt>
                <c:pt idx="1459">
                  <c:v>11230144</c:v>
                </c:pt>
                <c:pt idx="1460">
                  <c:v>11236028</c:v>
                </c:pt>
                <c:pt idx="1461">
                  <c:v>11236627</c:v>
                </c:pt>
                <c:pt idx="1462">
                  <c:v>11237155</c:v>
                </c:pt>
                <c:pt idx="1463">
                  <c:v>11237610</c:v>
                </c:pt>
                <c:pt idx="1464">
                  <c:v>11237984</c:v>
                </c:pt>
                <c:pt idx="1465">
                  <c:v>11238709</c:v>
                </c:pt>
                <c:pt idx="1466">
                  <c:v>11248101</c:v>
                </c:pt>
                <c:pt idx="1467">
                  <c:v>11262850</c:v>
                </c:pt>
                <c:pt idx="1468">
                  <c:v>11263516</c:v>
                </c:pt>
                <c:pt idx="1469">
                  <c:v>11266653</c:v>
                </c:pt>
                <c:pt idx="1470">
                  <c:v>11269875</c:v>
                </c:pt>
                <c:pt idx="1471">
                  <c:v>11271241</c:v>
                </c:pt>
                <c:pt idx="1472">
                  <c:v>11281361</c:v>
                </c:pt>
                <c:pt idx="1473">
                  <c:v>11284776</c:v>
                </c:pt>
                <c:pt idx="1474">
                  <c:v>11284781</c:v>
                </c:pt>
                <c:pt idx="1475">
                  <c:v>11284955</c:v>
                </c:pt>
                <c:pt idx="1476">
                  <c:v>11286562</c:v>
                </c:pt>
                <c:pt idx="1477">
                  <c:v>11287758</c:v>
                </c:pt>
                <c:pt idx="1478">
                  <c:v>11287949</c:v>
                </c:pt>
                <c:pt idx="1479">
                  <c:v>11288172</c:v>
                </c:pt>
                <c:pt idx="1480">
                  <c:v>11313019</c:v>
                </c:pt>
                <c:pt idx="1481">
                  <c:v>11327512</c:v>
                </c:pt>
                <c:pt idx="1482">
                  <c:v>11328966</c:v>
                </c:pt>
                <c:pt idx="1483">
                  <c:v>11334516</c:v>
                </c:pt>
                <c:pt idx="1484">
                  <c:v>11334536</c:v>
                </c:pt>
                <c:pt idx="1485">
                  <c:v>11337267</c:v>
                </c:pt>
                <c:pt idx="1486">
                  <c:v>11345361</c:v>
                </c:pt>
                <c:pt idx="1487">
                  <c:v>11355541</c:v>
                </c:pt>
                <c:pt idx="1488">
                  <c:v>11362504</c:v>
                </c:pt>
                <c:pt idx="1489">
                  <c:v>11362562</c:v>
                </c:pt>
                <c:pt idx="1490">
                  <c:v>11372216</c:v>
                </c:pt>
                <c:pt idx="1491">
                  <c:v>11384598</c:v>
                </c:pt>
                <c:pt idx="1492">
                  <c:v>11387357</c:v>
                </c:pt>
                <c:pt idx="1493">
                  <c:v>11387557</c:v>
                </c:pt>
                <c:pt idx="1494">
                  <c:v>11398955</c:v>
                </c:pt>
                <c:pt idx="1495">
                  <c:v>11405732</c:v>
                </c:pt>
                <c:pt idx="1496">
                  <c:v>11406119</c:v>
                </c:pt>
                <c:pt idx="1497">
                  <c:v>11411099</c:v>
                </c:pt>
                <c:pt idx="1498">
                  <c:v>11425056</c:v>
                </c:pt>
                <c:pt idx="1499">
                  <c:v>11442492</c:v>
                </c:pt>
                <c:pt idx="1500">
                  <c:v>11443057</c:v>
                </c:pt>
                <c:pt idx="1501">
                  <c:v>11450866</c:v>
                </c:pt>
                <c:pt idx="1502">
                  <c:v>11462374</c:v>
                </c:pt>
                <c:pt idx="1503">
                  <c:v>11467195</c:v>
                </c:pt>
                <c:pt idx="1504">
                  <c:v>11471899</c:v>
                </c:pt>
                <c:pt idx="1505">
                  <c:v>11479318</c:v>
                </c:pt>
                <c:pt idx="1506">
                  <c:v>11481561</c:v>
                </c:pt>
                <c:pt idx="1507">
                  <c:v>11481762</c:v>
                </c:pt>
                <c:pt idx="1508">
                  <c:v>11483003</c:v>
                </c:pt>
                <c:pt idx="1509">
                  <c:v>11483316</c:v>
                </c:pt>
                <c:pt idx="1510">
                  <c:v>11484599</c:v>
                </c:pt>
                <c:pt idx="1511">
                  <c:v>11489595</c:v>
                </c:pt>
                <c:pt idx="1512">
                  <c:v>11495808</c:v>
                </c:pt>
                <c:pt idx="1513">
                  <c:v>11496230</c:v>
                </c:pt>
                <c:pt idx="1514">
                  <c:v>11499326</c:v>
                </c:pt>
                <c:pt idx="1515">
                  <c:v>11499759</c:v>
                </c:pt>
                <c:pt idx="1516">
                  <c:v>11500013</c:v>
                </c:pt>
                <c:pt idx="1517">
                  <c:v>11508383</c:v>
                </c:pt>
                <c:pt idx="1518">
                  <c:v>11513971</c:v>
                </c:pt>
                <c:pt idx="1519">
                  <c:v>11516580</c:v>
                </c:pt>
                <c:pt idx="1520">
                  <c:v>11534101</c:v>
                </c:pt>
                <c:pt idx="1521">
                  <c:v>11535487</c:v>
                </c:pt>
                <c:pt idx="1522">
                  <c:v>11537364</c:v>
                </c:pt>
                <c:pt idx="1523">
                  <c:v>11559708</c:v>
                </c:pt>
                <c:pt idx="1524">
                  <c:v>11563263</c:v>
                </c:pt>
                <c:pt idx="1525">
                  <c:v>11575077</c:v>
                </c:pt>
                <c:pt idx="1526">
                  <c:v>11575327</c:v>
                </c:pt>
                <c:pt idx="1527">
                  <c:v>11577779</c:v>
                </c:pt>
                <c:pt idx="1528">
                  <c:v>11579635</c:v>
                </c:pt>
                <c:pt idx="1529">
                  <c:v>11585039</c:v>
                </c:pt>
                <c:pt idx="1530">
                  <c:v>11586194</c:v>
                </c:pt>
                <c:pt idx="1531">
                  <c:v>11592690</c:v>
                </c:pt>
                <c:pt idx="1532">
                  <c:v>11593131</c:v>
                </c:pt>
                <c:pt idx="1533">
                  <c:v>11593286</c:v>
                </c:pt>
                <c:pt idx="1534">
                  <c:v>11595277</c:v>
                </c:pt>
                <c:pt idx="1535">
                  <c:v>11596346</c:v>
                </c:pt>
                <c:pt idx="1536">
                  <c:v>11597585</c:v>
                </c:pt>
                <c:pt idx="1537">
                  <c:v>11603573</c:v>
                </c:pt>
                <c:pt idx="1538">
                  <c:v>11613078</c:v>
                </c:pt>
                <c:pt idx="1539">
                  <c:v>11626895</c:v>
                </c:pt>
                <c:pt idx="1540">
                  <c:v>11629406</c:v>
                </c:pt>
                <c:pt idx="1541">
                  <c:v>11632636</c:v>
                </c:pt>
                <c:pt idx="1542">
                  <c:v>11635381</c:v>
                </c:pt>
                <c:pt idx="1543">
                  <c:v>11645622</c:v>
                </c:pt>
                <c:pt idx="1544">
                  <c:v>11649926</c:v>
                </c:pt>
                <c:pt idx="1545">
                  <c:v>11657716</c:v>
                </c:pt>
                <c:pt idx="1546">
                  <c:v>11660664</c:v>
                </c:pt>
                <c:pt idx="1547">
                  <c:v>11667190</c:v>
                </c:pt>
                <c:pt idx="1548">
                  <c:v>11667489</c:v>
                </c:pt>
                <c:pt idx="1549">
                  <c:v>11670540</c:v>
                </c:pt>
                <c:pt idx="1550">
                  <c:v>11677929</c:v>
                </c:pt>
                <c:pt idx="1551">
                  <c:v>11679356</c:v>
                </c:pt>
                <c:pt idx="1552">
                  <c:v>11685379</c:v>
                </c:pt>
                <c:pt idx="1553">
                  <c:v>11704547</c:v>
                </c:pt>
                <c:pt idx="1554">
                  <c:v>11708077</c:v>
                </c:pt>
                <c:pt idx="1555">
                  <c:v>11718353</c:v>
                </c:pt>
                <c:pt idx="1556">
                  <c:v>11722553</c:v>
                </c:pt>
                <c:pt idx="1557">
                  <c:v>11722665</c:v>
                </c:pt>
                <c:pt idx="1558">
                  <c:v>11729314</c:v>
                </c:pt>
                <c:pt idx="1559">
                  <c:v>11742314</c:v>
                </c:pt>
                <c:pt idx="1560">
                  <c:v>11742537</c:v>
                </c:pt>
                <c:pt idx="1561">
                  <c:v>11745937</c:v>
                </c:pt>
                <c:pt idx="1562">
                  <c:v>11753619</c:v>
                </c:pt>
                <c:pt idx="1563">
                  <c:v>11760171</c:v>
                </c:pt>
                <c:pt idx="1564">
                  <c:v>11763947</c:v>
                </c:pt>
                <c:pt idx="1565">
                  <c:v>11764443</c:v>
                </c:pt>
                <c:pt idx="1566">
                  <c:v>11778899</c:v>
                </c:pt>
                <c:pt idx="1567">
                  <c:v>11778915</c:v>
                </c:pt>
                <c:pt idx="1568">
                  <c:v>11781761</c:v>
                </c:pt>
                <c:pt idx="1569">
                  <c:v>11784994</c:v>
                </c:pt>
                <c:pt idx="1570">
                  <c:v>11802705</c:v>
                </c:pt>
                <c:pt idx="1571">
                  <c:v>11803528</c:v>
                </c:pt>
                <c:pt idx="1572">
                  <c:v>11803706</c:v>
                </c:pt>
                <c:pt idx="1573">
                  <c:v>11803832</c:v>
                </c:pt>
                <c:pt idx="1574">
                  <c:v>11803996</c:v>
                </c:pt>
                <c:pt idx="1575">
                  <c:v>11804050</c:v>
                </c:pt>
                <c:pt idx="1576">
                  <c:v>11807239</c:v>
                </c:pt>
                <c:pt idx="1577">
                  <c:v>11816960</c:v>
                </c:pt>
                <c:pt idx="1578">
                  <c:v>11830111</c:v>
                </c:pt>
                <c:pt idx="1579">
                  <c:v>11831241</c:v>
                </c:pt>
                <c:pt idx="1580">
                  <c:v>11852631</c:v>
                </c:pt>
                <c:pt idx="1581">
                  <c:v>11854094</c:v>
                </c:pt>
                <c:pt idx="1582">
                  <c:v>11854426</c:v>
                </c:pt>
                <c:pt idx="1583">
                  <c:v>11859768</c:v>
                </c:pt>
                <c:pt idx="1584">
                  <c:v>11876603</c:v>
                </c:pt>
                <c:pt idx="1585">
                  <c:v>11877895</c:v>
                </c:pt>
                <c:pt idx="1586">
                  <c:v>11896229</c:v>
                </c:pt>
                <c:pt idx="1587">
                  <c:v>11896259</c:v>
                </c:pt>
                <c:pt idx="1588">
                  <c:v>11910137</c:v>
                </c:pt>
                <c:pt idx="1589">
                  <c:v>11914194</c:v>
                </c:pt>
                <c:pt idx="1590">
                  <c:v>11914255</c:v>
                </c:pt>
                <c:pt idx="1591">
                  <c:v>11936467</c:v>
                </c:pt>
                <c:pt idx="1592">
                  <c:v>11936672</c:v>
                </c:pt>
                <c:pt idx="1593">
                  <c:v>11937960</c:v>
                </c:pt>
                <c:pt idx="1594">
                  <c:v>11938512</c:v>
                </c:pt>
                <c:pt idx="1595">
                  <c:v>11938812</c:v>
                </c:pt>
                <c:pt idx="1596">
                  <c:v>11940567</c:v>
                </c:pt>
                <c:pt idx="1597">
                  <c:v>11950375</c:v>
                </c:pt>
                <c:pt idx="1598">
                  <c:v>11950515</c:v>
                </c:pt>
                <c:pt idx="1599">
                  <c:v>11951109</c:v>
                </c:pt>
                <c:pt idx="1600">
                  <c:v>11951205</c:v>
                </c:pt>
                <c:pt idx="1601">
                  <c:v>11952008</c:v>
                </c:pt>
                <c:pt idx="1602">
                  <c:v>11952520</c:v>
                </c:pt>
                <c:pt idx="1603">
                  <c:v>11956819</c:v>
                </c:pt>
                <c:pt idx="1604">
                  <c:v>11962808</c:v>
                </c:pt>
                <c:pt idx="1605">
                  <c:v>11971291</c:v>
                </c:pt>
                <c:pt idx="1606">
                  <c:v>11973283</c:v>
                </c:pt>
                <c:pt idx="1607">
                  <c:v>11974922</c:v>
                </c:pt>
                <c:pt idx="1608">
                  <c:v>11975931</c:v>
                </c:pt>
                <c:pt idx="1609">
                  <c:v>11993164</c:v>
                </c:pt>
                <c:pt idx="1610">
                  <c:v>12013033</c:v>
                </c:pt>
                <c:pt idx="1611">
                  <c:v>12035464</c:v>
                </c:pt>
                <c:pt idx="1612">
                  <c:v>12043561</c:v>
                </c:pt>
                <c:pt idx="1613">
                  <c:v>12047672</c:v>
                </c:pt>
                <c:pt idx="1614">
                  <c:v>12049269</c:v>
                </c:pt>
                <c:pt idx="1615">
                  <c:v>12056527</c:v>
                </c:pt>
                <c:pt idx="1616">
                  <c:v>12056763</c:v>
                </c:pt>
                <c:pt idx="1617">
                  <c:v>12073398</c:v>
                </c:pt>
                <c:pt idx="1618">
                  <c:v>12073537</c:v>
                </c:pt>
                <c:pt idx="1619">
                  <c:v>12100531</c:v>
                </c:pt>
                <c:pt idx="1620">
                  <c:v>12117194</c:v>
                </c:pt>
                <c:pt idx="1621">
                  <c:v>12121841</c:v>
                </c:pt>
                <c:pt idx="1622">
                  <c:v>12141381</c:v>
                </c:pt>
                <c:pt idx="1623">
                  <c:v>12160023</c:v>
                </c:pt>
                <c:pt idx="1624">
                  <c:v>12168201</c:v>
                </c:pt>
                <c:pt idx="1625">
                  <c:v>12169604</c:v>
                </c:pt>
                <c:pt idx="1626">
                  <c:v>12180908</c:v>
                </c:pt>
                <c:pt idx="1627">
                  <c:v>12181659</c:v>
                </c:pt>
                <c:pt idx="1628">
                  <c:v>12181773</c:v>
                </c:pt>
                <c:pt idx="1629">
                  <c:v>12183301</c:v>
                </c:pt>
                <c:pt idx="1630">
                  <c:v>12191879</c:v>
                </c:pt>
                <c:pt idx="1631">
                  <c:v>12213380</c:v>
                </c:pt>
                <c:pt idx="1632">
                  <c:v>12222879</c:v>
                </c:pt>
                <c:pt idx="1633">
                  <c:v>12243036</c:v>
                </c:pt>
                <c:pt idx="1634">
                  <c:v>12254928</c:v>
                </c:pt>
                <c:pt idx="1635">
                  <c:v>12255834</c:v>
                </c:pt>
                <c:pt idx="1636">
                  <c:v>12259517</c:v>
                </c:pt>
                <c:pt idx="1637">
                  <c:v>12275907</c:v>
                </c:pt>
                <c:pt idx="1638">
                  <c:v>12277081</c:v>
                </c:pt>
                <c:pt idx="1639">
                  <c:v>12281386</c:v>
                </c:pt>
                <c:pt idx="1640">
                  <c:v>12296731</c:v>
                </c:pt>
                <c:pt idx="1641">
                  <c:v>12312578</c:v>
                </c:pt>
                <c:pt idx="1642">
                  <c:v>12318502</c:v>
                </c:pt>
                <c:pt idx="1643">
                  <c:v>12326209</c:v>
                </c:pt>
                <c:pt idx="1644">
                  <c:v>12328068</c:v>
                </c:pt>
                <c:pt idx="1645">
                  <c:v>12328542</c:v>
                </c:pt>
                <c:pt idx="1646">
                  <c:v>12329078</c:v>
                </c:pt>
                <c:pt idx="1647">
                  <c:v>12331724</c:v>
                </c:pt>
                <c:pt idx="1648">
                  <c:v>12332076</c:v>
                </c:pt>
                <c:pt idx="1649">
                  <c:v>12332264</c:v>
                </c:pt>
                <c:pt idx="1650">
                  <c:v>12334427</c:v>
                </c:pt>
                <c:pt idx="1651">
                  <c:v>12336942</c:v>
                </c:pt>
                <c:pt idx="1652">
                  <c:v>12338816</c:v>
                </c:pt>
                <c:pt idx="1653">
                  <c:v>12347787</c:v>
                </c:pt>
                <c:pt idx="1654">
                  <c:v>12349035</c:v>
                </c:pt>
                <c:pt idx="1655">
                  <c:v>12360863</c:v>
                </c:pt>
                <c:pt idx="1656">
                  <c:v>12361775</c:v>
                </c:pt>
                <c:pt idx="1657">
                  <c:v>12367465</c:v>
                </c:pt>
                <c:pt idx="1658">
                  <c:v>12372087</c:v>
                </c:pt>
                <c:pt idx="1659">
                  <c:v>12372560</c:v>
                </c:pt>
                <c:pt idx="1660">
                  <c:v>12372939</c:v>
                </c:pt>
                <c:pt idx="1661">
                  <c:v>12373288</c:v>
                </c:pt>
                <c:pt idx="1662">
                  <c:v>12374415</c:v>
                </c:pt>
                <c:pt idx="1663">
                  <c:v>12377325</c:v>
                </c:pt>
                <c:pt idx="1664">
                  <c:v>12380261</c:v>
                </c:pt>
                <c:pt idx="1665">
                  <c:v>12388145</c:v>
                </c:pt>
                <c:pt idx="1666">
                  <c:v>12412325</c:v>
                </c:pt>
                <c:pt idx="1667">
                  <c:v>12414107</c:v>
                </c:pt>
                <c:pt idx="1668">
                  <c:v>12414161</c:v>
                </c:pt>
                <c:pt idx="1669">
                  <c:v>12436002</c:v>
                </c:pt>
                <c:pt idx="1670">
                  <c:v>12437962</c:v>
                </c:pt>
                <c:pt idx="1671">
                  <c:v>12438762</c:v>
                </c:pt>
                <c:pt idx="1672">
                  <c:v>12439216</c:v>
                </c:pt>
                <c:pt idx="1673">
                  <c:v>12460039</c:v>
                </c:pt>
                <c:pt idx="1674">
                  <c:v>12475997</c:v>
                </c:pt>
                <c:pt idx="1675">
                  <c:v>12486019</c:v>
                </c:pt>
                <c:pt idx="1676">
                  <c:v>12495432</c:v>
                </c:pt>
                <c:pt idx="1677">
                  <c:v>12521691</c:v>
                </c:pt>
                <c:pt idx="1678">
                  <c:v>12523155</c:v>
                </c:pt>
                <c:pt idx="1679">
                  <c:v>12545775</c:v>
                </c:pt>
                <c:pt idx="1680">
                  <c:v>12547233</c:v>
                </c:pt>
                <c:pt idx="1681">
                  <c:v>12548912</c:v>
                </c:pt>
                <c:pt idx="1682">
                  <c:v>12550385</c:v>
                </c:pt>
                <c:pt idx="1683">
                  <c:v>12550883</c:v>
                </c:pt>
                <c:pt idx="1684">
                  <c:v>12572150</c:v>
                </c:pt>
                <c:pt idx="1685">
                  <c:v>12574259</c:v>
                </c:pt>
                <c:pt idx="1686">
                  <c:v>12577671</c:v>
                </c:pt>
                <c:pt idx="1687">
                  <c:v>12593749</c:v>
                </c:pt>
                <c:pt idx="1688">
                  <c:v>12594513</c:v>
                </c:pt>
                <c:pt idx="1689">
                  <c:v>12594670</c:v>
                </c:pt>
                <c:pt idx="1690">
                  <c:v>12596966</c:v>
                </c:pt>
                <c:pt idx="1691">
                  <c:v>12598504</c:v>
                </c:pt>
                <c:pt idx="1692">
                  <c:v>12599032</c:v>
                </c:pt>
                <c:pt idx="1693">
                  <c:v>12599566</c:v>
                </c:pt>
                <c:pt idx="1694">
                  <c:v>12611931</c:v>
                </c:pt>
                <c:pt idx="1695">
                  <c:v>12621902</c:v>
                </c:pt>
                <c:pt idx="1696">
                  <c:v>12633049</c:v>
                </c:pt>
                <c:pt idx="1697">
                  <c:v>12656961</c:v>
                </c:pt>
                <c:pt idx="1698">
                  <c:v>12686159</c:v>
                </c:pt>
                <c:pt idx="1699">
                  <c:v>12687676</c:v>
                </c:pt>
                <c:pt idx="1700">
                  <c:v>12689221</c:v>
                </c:pt>
                <c:pt idx="1701">
                  <c:v>12695524</c:v>
                </c:pt>
                <c:pt idx="1702">
                  <c:v>12712926</c:v>
                </c:pt>
                <c:pt idx="1703">
                  <c:v>12717160</c:v>
                </c:pt>
                <c:pt idx="1704">
                  <c:v>12723513</c:v>
                </c:pt>
                <c:pt idx="1705">
                  <c:v>12743149</c:v>
                </c:pt>
                <c:pt idx="1706">
                  <c:v>12744271</c:v>
                </c:pt>
                <c:pt idx="1707">
                  <c:v>12751347</c:v>
                </c:pt>
                <c:pt idx="1708">
                  <c:v>12765905</c:v>
                </c:pt>
                <c:pt idx="1709">
                  <c:v>12796902</c:v>
                </c:pt>
                <c:pt idx="1710">
                  <c:v>12801423</c:v>
                </c:pt>
                <c:pt idx="1711">
                  <c:v>12801482</c:v>
                </c:pt>
                <c:pt idx="1712">
                  <c:v>12814756</c:v>
                </c:pt>
                <c:pt idx="1713">
                  <c:v>12815419</c:v>
                </c:pt>
                <c:pt idx="1714">
                  <c:v>12815555</c:v>
                </c:pt>
                <c:pt idx="1715">
                  <c:v>12816580</c:v>
                </c:pt>
                <c:pt idx="1716">
                  <c:v>12818249</c:v>
                </c:pt>
                <c:pt idx="1717">
                  <c:v>12819259</c:v>
                </c:pt>
                <c:pt idx="1718">
                  <c:v>12825601</c:v>
                </c:pt>
                <c:pt idx="1719">
                  <c:v>12828159</c:v>
                </c:pt>
                <c:pt idx="1720">
                  <c:v>12837442</c:v>
                </c:pt>
                <c:pt idx="1721">
                  <c:v>12855105</c:v>
                </c:pt>
                <c:pt idx="1722">
                  <c:v>12856142</c:v>
                </c:pt>
                <c:pt idx="1723">
                  <c:v>12856579</c:v>
                </c:pt>
                <c:pt idx="1724">
                  <c:v>12856771</c:v>
                </c:pt>
                <c:pt idx="1725">
                  <c:v>12858751</c:v>
                </c:pt>
                <c:pt idx="1726">
                  <c:v>12859938</c:v>
                </c:pt>
                <c:pt idx="1727">
                  <c:v>12860175</c:v>
                </c:pt>
                <c:pt idx="1728">
                  <c:v>12862003</c:v>
                </c:pt>
                <c:pt idx="1729">
                  <c:v>12878566</c:v>
                </c:pt>
                <c:pt idx="1730">
                  <c:v>12882548</c:v>
                </c:pt>
                <c:pt idx="1731">
                  <c:v>12893054</c:v>
                </c:pt>
                <c:pt idx="1732">
                  <c:v>12905268</c:v>
                </c:pt>
                <c:pt idx="1733">
                  <c:v>12906923</c:v>
                </c:pt>
                <c:pt idx="1734">
                  <c:v>12907998</c:v>
                </c:pt>
                <c:pt idx="1735">
                  <c:v>12909752</c:v>
                </c:pt>
                <c:pt idx="1736">
                  <c:v>12918427</c:v>
                </c:pt>
                <c:pt idx="1737">
                  <c:v>12927591</c:v>
                </c:pt>
                <c:pt idx="1738">
                  <c:v>12932199</c:v>
                </c:pt>
                <c:pt idx="1739">
                  <c:v>12940137</c:v>
                </c:pt>
                <c:pt idx="1740">
                  <c:v>12941060</c:v>
                </c:pt>
                <c:pt idx="1741">
                  <c:v>12949552</c:v>
                </c:pt>
                <c:pt idx="1742">
                  <c:v>12956580</c:v>
                </c:pt>
                <c:pt idx="1743">
                  <c:v>12957559</c:v>
                </c:pt>
                <c:pt idx="1744">
                  <c:v>12959437</c:v>
                </c:pt>
                <c:pt idx="1745">
                  <c:v>12960000</c:v>
                </c:pt>
                <c:pt idx="1746">
                  <c:v>12963657</c:v>
                </c:pt>
                <c:pt idx="1747">
                  <c:v>12966095</c:v>
                </c:pt>
                <c:pt idx="1748">
                  <c:v>12971078</c:v>
                </c:pt>
                <c:pt idx="1749">
                  <c:v>12973533</c:v>
                </c:pt>
                <c:pt idx="1750">
                  <c:v>12975072</c:v>
                </c:pt>
                <c:pt idx="1751">
                  <c:v>12978510</c:v>
                </c:pt>
                <c:pt idx="1752">
                  <c:v>12978548</c:v>
                </c:pt>
                <c:pt idx="1753">
                  <c:v>13009149</c:v>
                </c:pt>
                <c:pt idx="1754">
                  <c:v>13009315</c:v>
                </c:pt>
                <c:pt idx="1755">
                  <c:v>13020535</c:v>
                </c:pt>
                <c:pt idx="1756">
                  <c:v>13020907</c:v>
                </c:pt>
                <c:pt idx="1757">
                  <c:v>13021796</c:v>
                </c:pt>
                <c:pt idx="1758">
                  <c:v>13022673</c:v>
                </c:pt>
                <c:pt idx="1759">
                  <c:v>13022976</c:v>
                </c:pt>
                <c:pt idx="1760">
                  <c:v>13026267</c:v>
                </c:pt>
                <c:pt idx="1761">
                  <c:v>13033135</c:v>
                </c:pt>
                <c:pt idx="1762">
                  <c:v>13033160</c:v>
                </c:pt>
                <c:pt idx="1763">
                  <c:v>13033178</c:v>
                </c:pt>
                <c:pt idx="1764">
                  <c:v>13047433</c:v>
                </c:pt>
                <c:pt idx="1765">
                  <c:v>13049099</c:v>
                </c:pt>
                <c:pt idx="1766">
                  <c:v>13049774</c:v>
                </c:pt>
                <c:pt idx="1767">
                  <c:v>13067172</c:v>
                </c:pt>
                <c:pt idx="1768">
                  <c:v>13072191</c:v>
                </c:pt>
                <c:pt idx="1769">
                  <c:v>13072422</c:v>
                </c:pt>
                <c:pt idx="1770">
                  <c:v>13075370</c:v>
                </c:pt>
                <c:pt idx="1771">
                  <c:v>13076611</c:v>
                </c:pt>
                <c:pt idx="1772">
                  <c:v>13084366</c:v>
                </c:pt>
                <c:pt idx="1773">
                  <c:v>13085058</c:v>
                </c:pt>
                <c:pt idx="1774">
                  <c:v>13095740</c:v>
                </c:pt>
                <c:pt idx="1775">
                  <c:v>13102821</c:v>
                </c:pt>
                <c:pt idx="1776">
                  <c:v>13119619</c:v>
                </c:pt>
                <c:pt idx="1777">
                  <c:v>13120933</c:v>
                </c:pt>
                <c:pt idx="1778">
                  <c:v>13125910</c:v>
                </c:pt>
                <c:pt idx="1779">
                  <c:v>13129286</c:v>
                </c:pt>
                <c:pt idx="1780">
                  <c:v>13131380</c:v>
                </c:pt>
                <c:pt idx="1781">
                  <c:v>13133221</c:v>
                </c:pt>
                <c:pt idx="1782">
                  <c:v>13133295</c:v>
                </c:pt>
                <c:pt idx="1783">
                  <c:v>13135689</c:v>
                </c:pt>
                <c:pt idx="1784">
                  <c:v>13142152</c:v>
                </c:pt>
                <c:pt idx="1785">
                  <c:v>13145623</c:v>
                </c:pt>
                <c:pt idx="1786">
                  <c:v>13157287</c:v>
                </c:pt>
                <c:pt idx="1787">
                  <c:v>13158949</c:v>
                </c:pt>
                <c:pt idx="1788">
                  <c:v>13165187</c:v>
                </c:pt>
                <c:pt idx="1789">
                  <c:v>13166024</c:v>
                </c:pt>
                <c:pt idx="1790">
                  <c:v>13179360</c:v>
                </c:pt>
                <c:pt idx="1791">
                  <c:v>13184309</c:v>
                </c:pt>
                <c:pt idx="1792">
                  <c:v>13196131</c:v>
                </c:pt>
                <c:pt idx="1793">
                  <c:v>13197534</c:v>
                </c:pt>
                <c:pt idx="1794">
                  <c:v>13204793</c:v>
                </c:pt>
                <c:pt idx="1795">
                  <c:v>13215664</c:v>
                </c:pt>
                <c:pt idx="1796">
                  <c:v>13222983</c:v>
                </c:pt>
                <c:pt idx="1797">
                  <c:v>13234274</c:v>
                </c:pt>
                <c:pt idx="1798">
                  <c:v>13251187</c:v>
                </c:pt>
                <c:pt idx="1799">
                  <c:v>13251796</c:v>
                </c:pt>
                <c:pt idx="1800">
                  <c:v>13257563</c:v>
                </c:pt>
                <c:pt idx="1801">
                  <c:v>13271277</c:v>
                </c:pt>
                <c:pt idx="1802">
                  <c:v>13273066</c:v>
                </c:pt>
                <c:pt idx="1803">
                  <c:v>13285260</c:v>
                </c:pt>
                <c:pt idx="1804">
                  <c:v>13286234</c:v>
                </c:pt>
                <c:pt idx="1805">
                  <c:v>13287653</c:v>
                </c:pt>
                <c:pt idx="1806">
                  <c:v>13302844</c:v>
                </c:pt>
                <c:pt idx="1807">
                  <c:v>13303952</c:v>
                </c:pt>
                <c:pt idx="1808">
                  <c:v>13341267</c:v>
                </c:pt>
                <c:pt idx="1809">
                  <c:v>13343614</c:v>
                </c:pt>
                <c:pt idx="1810">
                  <c:v>13350391</c:v>
                </c:pt>
                <c:pt idx="1811">
                  <c:v>13352188</c:v>
                </c:pt>
                <c:pt idx="1812">
                  <c:v>13354755</c:v>
                </c:pt>
                <c:pt idx="1813">
                  <c:v>13357909</c:v>
                </c:pt>
                <c:pt idx="1814">
                  <c:v>13380885</c:v>
                </c:pt>
                <c:pt idx="1815">
                  <c:v>13382633</c:v>
                </c:pt>
                <c:pt idx="1816">
                  <c:v>13398628</c:v>
                </c:pt>
                <c:pt idx="1817">
                  <c:v>13398758</c:v>
                </c:pt>
                <c:pt idx="1818">
                  <c:v>13399353</c:v>
                </c:pt>
                <c:pt idx="1819">
                  <c:v>13400758</c:v>
                </c:pt>
                <c:pt idx="1820">
                  <c:v>13403242</c:v>
                </c:pt>
                <c:pt idx="1821">
                  <c:v>13407385</c:v>
                </c:pt>
                <c:pt idx="1822">
                  <c:v>13418165</c:v>
                </c:pt>
                <c:pt idx="1823">
                  <c:v>13421469</c:v>
                </c:pt>
                <c:pt idx="1824">
                  <c:v>13421757</c:v>
                </c:pt>
                <c:pt idx="1825">
                  <c:v>13421794</c:v>
                </c:pt>
                <c:pt idx="1826">
                  <c:v>13422040</c:v>
                </c:pt>
                <c:pt idx="1827">
                  <c:v>13436611</c:v>
                </c:pt>
                <c:pt idx="1828">
                  <c:v>13437504</c:v>
                </c:pt>
                <c:pt idx="1829">
                  <c:v>13443426</c:v>
                </c:pt>
                <c:pt idx="1830">
                  <c:v>13451554</c:v>
                </c:pt>
                <c:pt idx="1831">
                  <c:v>13467976</c:v>
                </c:pt>
                <c:pt idx="1832">
                  <c:v>13468565</c:v>
                </c:pt>
                <c:pt idx="1833">
                  <c:v>13472273</c:v>
                </c:pt>
                <c:pt idx="1834">
                  <c:v>13488757</c:v>
                </c:pt>
                <c:pt idx="1835">
                  <c:v>13504708</c:v>
                </c:pt>
                <c:pt idx="1836">
                  <c:v>13514424</c:v>
                </c:pt>
                <c:pt idx="1837">
                  <c:v>13514657</c:v>
                </c:pt>
                <c:pt idx="1838">
                  <c:v>13514744</c:v>
                </c:pt>
                <c:pt idx="1839">
                  <c:v>13515580</c:v>
                </c:pt>
                <c:pt idx="1840">
                  <c:v>13532765</c:v>
                </c:pt>
                <c:pt idx="1841">
                  <c:v>13532934</c:v>
                </c:pt>
                <c:pt idx="1842">
                  <c:v>13557794</c:v>
                </c:pt>
                <c:pt idx="1843">
                  <c:v>13564396</c:v>
                </c:pt>
                <c:pt idx="1844">
                  <c:v>13579889</c:v>
                </c:pt>
                <c:pt idx="1845">
                  <c:v>13580672</c:v>
                </c:pt>
                <c:pt idx="1846">
                  <c:v>13581352</c:v>
                </c:pt>
                <c:pt idx="1847">
                  <c:v>13581453</c:v>
                </c:pt>
                <c:pt idx="1848">
                  <c:v>13585162</c:v>
                </c:pt>
                <c:pt idx="1849">
                  <c:v>13595256</c:v>
                </c:pt>
                <c:pt idx="1850">
                  <c:v>13595475</c:v>
                </c:pt>
                <c:pt idx="1851">
                  <c:v>13595883</c:v>
                </c:pt>
                <c:pt idx="1852">
                  <c:v>13599953</c:v>
                </c:pt>
                <c:pt idx="1853">
                  <c:v>13609533</c:v>
                </c:pt>
                <c:pt idx="1854">
                  <c:v>13614877</c:v>
                </c:pt>
                <c:pt idx="1855">
                  <c:v>13626572</c:v>
                </c:pt>
                <c:pt idx="1856">
                  <c:v>13647106</c:v>
                </c:pt>
                <c:pt idx="1857">
                  <c:v>13647561</c:v>
                </c:pt>
                <c:pt idx="1858">
                  <c:v>13650053</c:v>
                </c:pt>
                <c:pt idx="1859">
                  <c:v>13665379</c:v>
                </c:pt>
                <c:pt idx="1860">
                  <c:v>13667295</c:v>
                </c:pt>
                <c:pt idx="1861">
                  <c:v>13667706</c:v>
                </c:pt>
                <c:pt idx="1862">
                  <c:v>13676256</c:v>
                </c:pt>
                <c:pt idx="1863">
                  <c:v>13679215</c:v>
                </c:pt>
                <c:pt idx="1864">
                  <c:v>13689603</c:v>
                </c:pt>
                <c:pt idx="1865">
                  <c:v>13696480</c:v>
                </c:pt>
                <c:pt idx="1866">
                  <c:v>13696854</c:v>
                </c:pt>
                <c:pt idx="1867">
                  <c:v>13697520</c:v>
                </c:pt>
                <c:pt idx="1868">
                  <c:v>13714739</c:v>
                </c:pt>
                <c:pt idx="1869">
                  <c:v>13722609</c:v>
                </c:pt>
                <c:pt idx="1870">
                  <c:v>13722824</c:v>
                </c:pt>
                <c:pt idx="1871">
                  <c:v>13723640</c:v>
                </c:pt>
                <c:pt idx="1872">
                  <c:v>13728506</c:v>
                </c:pt>
                <c:pt idx="1873">
                  <c:v>13730244</c:v>
                </c:pt>
                <c:pt idx="1874">
                  <c:v>13730676</c:v>
                </c:pt>
                <c:pt idx="1875">
                  <c:v>13735079</c:v>
                </c:pt>
                <c:pt idx="1876">
                  <c:v>13735666</c:v>
                </c:pt>
                <c:pt idx="1877">
                  <c:v>13737508</c:v>
                </c:pt>
                <c:pt idx="1878">
                  <c:v>13741761</c:v>
                </c:pt>
                <c:pt idx="1879">
                  <c:v>13746193</c:v>
                </c:pt>
                <c:pt idx="1880">
                  <c:v>13746970</c:v>
                </c:pt>
                <c:pt idx="1881">
                  <c:v>13752083</c:v>
                </c:pt>
                <c:pt idx="1882">
                  <c:v>13755069</c:v>
                </c:pt>
                <c:pt idx="1883">
                  <c:v>13760476</c:v>
                </c:pt>
                <c:pt idx="1884">
                  <c:v>13760584</c:v>
                </c:pt>
                <c:pt idx="1885">
                  <c:v>13771726</c:v>
                </c:pt>
                <c:pt idx="1886">
                  <c:v>13773682</c:v>
                </c:pt>
                <c:pt idx="1887">
                  <c:v>13774262</c:v>
                </c:pt>
                <c:pt idx="1888">
                  <c:v>13774952</c:v>
                </c:pt>
                <c:pt idx="1889">
                  <c:v>13777036</c:v>
                </c:pt>
                <c:pt idx="1890">
                  <c:v>13777422</c:v>
                </c:pt>
                <c:pt idx="1891">
                  <c:v>13788311</c:v>
                </c:pt>
                <c:pt idx="1892">
                  <c:v>13791981</c:v>
                </c:pt>
                <c:pt idx="1893">
                  <c:v>13815520</c:v>
                </c:pt>
                <c:pt idx="1894">
                  <c:v>13822884</c:v>
                </c:pt>
                <c:pt idx="1895">
                  <c:v>13829845</c:v>
                </c:pt>
                <c:pt idx="1896">
                  <c:v>13830426</c:v>
                </c:pt>
                <c:pt idx="1897">
                  <c:v>13831356</c:v>
                </c:pt>
                <c:pt idx="1898">
                  <c:v>13835834</c:v>
                </c:pt>
                <c:pt idx="1899">
                  <c:v>13837896</c:v>
                </c:pt>
                <c:pt idx="1900">
                  <c:v>13850816</c:v>
                </c:pt>
                <c:pt idx="1901">
                  <c:v>13852320</c:v>
                </c:pt>
                <c:pt idx="1902">
                  <c:v>13871528</c:v>
                </c:pt>
                <c:pt idx="1903">
                  <c:v>13874083</c:v>
                </c:pt>
                <c:pt idx="1904">
                  <c:v>13901944</c:v>
                </c:pt>
                <c:pt idx="1905">
                  <c:v>13902664</c:v>
                </c:pt>
                <c:pt idx="1906">
                  <c:v>13903608</c:v>
                </c:pt>
                <c:pt idx="1907">
                  <c:v>13904981</c:v>
                </c:pt>
                <c:pt idx="1908">
                  <c:v>13917267</c:v>
                </c:pt>
                <c:pt idx="1909">
                  <c:v>13917901</c:v>
                </c:pt>
                <c:pt idx="1910">
                  <c:v>13917949</c:v>
                </c:pt>
                <c:pt idx="1911">
                  <c:v>13917962</c:v>
                </c:pt>
                <c:pt idx="1912">
                  <c:v>13919575</c:v>
                </c:pt>
                <c:pt idx="1913">
                  <c:v>13921043</c:v>
                </c:pt>
                <c:pt idx="1914">
                  <c:v>13923457</c:v>
                </c:pt>
                <c:pt idx="1915">
                  <c:v>13932379</c:v>
                </c:pt>
                <c:pt idx="1916">
                  <c:v>13943385</c:v>
                </c:pt>
                <c:pt idx="1917">
                  <c:v>13945370</c:v>
                </c:pt>
                <c:pt idx="1918">
                  <c:v>13946429</c:v>
                </c:pt>
                <c:pt idx="1919">
                  <c:v>13952352</c:v>
                </c:pt>
                <c:pt idx="1920">
                  <c:v>13954090</c:v>
                </c:pt>
                <c:pt idx="1921">
                  <c:v>13970780</c:v>
                </c:pt>
                <c:pt idx="1922">
                  <c:v>13970830</c:v>
                </c:pt>
                <c:pt idx="1923">
                  <c:v>13982617</c:v>
                </c:pt>
                <c:pt idx="1924">
                  <c:v>13982700</c:v>
                </c:pt>
                <c:pt idx="1925">
                  <c:v>13983243</c:v>
                </c:pt>
                <c:pt idx="1926">
                  <c:v>13983862</c:v>
                </c:pt>
                <c:pt idx="1927">
                  <c:v>13985779</c:v>
                </c:pt>
                <c:pt idx="1928">
                  <c:v>13986691</c:v>
                </c:pt>
                <c:pt idx="1929">
                  <c:v>14002220</c:v>
                </c:pt>
                <c:pt idx="1930">
                  <c:v>14003044</c:v>
                </c:pt>
                <c:pt idx="1931">
                  <c:v>14004230</c:v>
                </c:pt>
                <c:pt idx="1932">
                  <c:v>14019200</c:v>
                </c:pt>
                <c:pt idx="1933">
                  <c:v>14030937</c:v>
                </c:pt>
                <c:pt idx="1934">
                  <c:v>14033158</c:v>
                </c:pt>
                <c:pt idx="1935">
                  <c:v>14035516</c:v>
                </c:pt>
                <c:pt idx="1936">
                  <c:v>14044369</c:v>
                </c:pt>
                <c:pt idx="1937">
                  <c:v>14068699</c:v>
                </c:pt>
                <c:pt idx="1938">
                  <c:v>14077456</c:v>
                </c:pt>
                <c:pt idx="1939">
                  <c:v>14079587</c:v>
                </c:pt>
                <c:pt idx="1940">
                  <c:v>14079865</c:v>
                </c:pt>
                <c:pt idx="1941">
                  <c:v>14080843</c:v>
                </c:pt>
                <c:pt idx="1942">
                  <c:v>14087031</c:v>
                </c:pt>
                <c:pt idx="1943">
                  <c:v>14087049</c:v>
                </c:pt>
                <c:pt idx="1944">
                  <c:v>14104898</c:v>
                </c:pt>
                <c:pt idx="1945">
                  <c:v>14111578</c:v>
                </c:pt>
                <c:pt idx="1946">
                  <c:v>14116054</c:v>
                </c:pt>
                <c:pt idx="1947">
                  <c:v>14127120</c:v>
                </c:pt>
                <c:pt idx="1948">
                  <c:v>14131068</c:v>
                </c:pt>
                <c:pt idx="1949">
                  <c:v>14134247</c:v>
                </c:pt>
                <c:pt idx="1950">
                  <c:v>14134863</c:v>
                </c:pt>
                <c:pt idx="1951">
                  <c:v>14135192</c:v>
                </c:pt>
                <c:pt idx="1952">
                  <c:v>14142658</c:v>
                </c:pt>
                <c:pt idx="1953">
                  <c:v>14144556</c:v>
                </c:pt>
                <c:pt idx="1954">
                  <c:v>14149434</c:v>
                </c:pt>
                <c:pt idx="1955">
                  <c:v>14149959</c:v>
                </c:pt>
                <c:pt idx="1956">
                  <c:v>14150329</c:v>
                </c:pt>
                <c:pt idx="1957">
                  <c:v>14155449</c:v>
                </c:pt>
                <c:pt idx="1958">
                  <c:v>14156186</c:v>
                </c:pt>
                <c:pt idx="1959">
                  <c:v>14156191</c:v>
                </c:pt>
                <c:pt idx="1960">
                  <c:v>14156655</c:v>
                </c:pt>
                <c:pt idx="1961">
                  <c:v>14156974</c:v>
                </c:pt>
                <c:pt idx="1962">
                  <c:v>14158307</c:v>
                </c:pt>
                <c:pt idx="1963">
                  <c:v>14162399</c:v>
                </c:pt>
                <c:pt idx="1964">
                  <c:v>14173334</c:v>
                </c:pt>
                <c:pt idx="1965">
                  <c:v>14177386</c:v>
                </c:pt>
                <c:pt idx="1966">
                  <c:v>14178246</c:v>
                </c:pt>
                <c:pt idx="1967">
                  <c:v>14188181</c:v>
                </c:pt>
                <c:pt idx="1968">
                  <c:v>14199040</c:v>
                </c:pt>
                <c:pt idx="1969">
                  <c:v>14205427</c:v>
                </c:pt>
                <c:pt idx="1970">
                  <c:v>14205487</c:v>
                </c:pt>
                <c:pt idx="1971">
                  <c:v>14207038</c:v>
                </c:pt>
                <c:pt idx="1972">
                  <c:v>14210956</c:v>
                </c:pt>
                <c:pt idx="1973">
                  <c:v>14211732</c:v>
                </c:pt>
                <c:pt idx="1974">
                  <c:v>14222092</c:v>
                </c:pt>
                <c:pt idx="1975">
                  <c:v>14223453</c:v>
                </c:pt>
                <c:pt idx="1976">
                  <c:v>14230016</c:v>
                </c:pt>
                <c:pt idx="1977">
                  <c:v>14246459</c:v>
                </c:pt>
                <c:pt idx="1978">
                  <c:v>14250590</c:v>
                </c:pt>
                <c:pt idx="1979">
                  <c:v>14256162</c:v>
                </c:pt>
                <c:pt idx="1980">
                  <c:v>14256614</c:v>
                </c:pt>
                <c:pt idx="1981">
                  <c:v>14256832</c:v>
                </c:pt>
                <c:pt idx="1982">
                  <c:v>14257962</c:v>
                </c:pt>
                <c:pt idx="1983">
                  <c:v>14272309</c:v>
                </c:pt>
                <c:pt idx="1984">
                  <c:v>14273017</c:v>
                </c:pt>
                <c:pt idx="1985">
                  <c:v>14276048</c:v>
                </c:pt>
                <c:pt idx="1986">
                  <c:v>14286758</c:v>
                </c:pt>
                <c:pt idx="1987">
                  <c:v>14293937</c:v>
                </c:pt>
                <c:pt idx="1988">
                  <c:v>14323512</c:v>
                </c:pt>
                <c:pt idx="1989">
                  <c:v>14324539</c:v>
                </c:pt>
                <c:pt idx="1990">
                  <c:v>14324648</c:v>
                </c:pt>
                <c:pt idx="1991">
                  <c:v>14347227</c:v>
                </c:pt>
                <c:pt idx="1992">
                  <c:v>14354555</c:v>
                </c:pt>
                <c:pt idx="1993">
                  <c:v>14365976</c:v>
                </c:pt>
                <c:pt idx="1994">
                  <c:v>14376311</c:v>
                </c:pt>
                <c:pt idx="1995">
                  <c:v>14376553</c:v>
                </c:pt>
                <c:pt idx="1996">
                  <c:v>14376776</c:v>
                </c:pt>
                <c:pt idx="1997">
                  <c:v>14379613</c:v>
                </c:pt>
                <c:pt idx="1998">
                  <c:v>14381429</c:v>
                </c:pt>
                <c:pt idx="1999">
                  <c:v>14383359</c:v>
                </c:pt>
                <c:pt idx="2000">
                  <c:v>14388431</c:v>
                </c:pt>
                <c:pt idx="2001">
                  <c:v>14389670</c:v>
                </c:pt>
                <c:pt idx="2002">
                  <c:v>14389816</c:v>
                </c:pt>
                <c:pt idx="2003">
                  <c:v>14392524</c:v>
                </c:pt>
                <c:pt idx="2004">
                  <c:v>14393813</c:v>
                </c:pt>
                <c:pt idx="2005">
                  <c:v>14408446</c:v>
                </c:pt>
                <c:pt idx="2006">
                  <c:v>14410939</c:v>
                </c:pt>
                <c:pt idx="2007">
                  <c:v>14415789</c:v>
                </c:pt>
                <c:pt idx="2008">
                  <c:v>14417605</c:v>
                </c:pt>
                <c:pt idx="2009">
                  <c:v>14421467</c:v>
                </c:pt>
                <c:pt idx="2010">
                  <c:v>14452704</c:v>
                </c:pt>
                <c:pt idx="2011">
                  <c:v>14456579</c:v>
                </c:pt>
                <c:pt idx="2012">
                  <c:v>14456950</c:v>
                </c:pt>
                <c:pt idx="2013">
                  <c:v>14459513</c:v>
                </c:pt>
                <c:pt idx="2014">
                  <c:v>14461316</c:v>
                </c:pt>
                <c:pt idx="2015">
                  <c:v>14476540</c:v>
                </c:pt>
                <c:pt idx="2016">
                  <c:v>14477874</c:v>
                </c:pt>
                <c:pt idx="2017">
                  <c:v>14478285</c:v>
                </c:pt>
                <c:pt idx="2018">
                  <c:v>14485253</c:v>
                </c:pt>
                <c:pt idx="2019">
                  <c:v>14486008</c:v>
                </c:pt>
                <c:pt idx="2020">
                  <c:v>14493164</c:v>
                </c:pt>
                <c:pt idx="2021">
                  <c:v>14505902</c:v>
                </c:pt>
                <c:pt idx="2022">
                  <c:v>14506953</c:v>
                </c:pt>
                <c:pt idx="2023">
                  <c:v>14508708</c:v>
                </c:pt>
                <c:pt idx="2024">
                  <c:v>14525202</c:v>
                </c:pt>
                <c:pt idx="2025">
                  <c:v>14525377</c:v>
                </c:pt>
                <c:pt idx="2026">
                  <c:v>14526580</c:v>
                </c:pt>
                <c:pt idx="2027">
                  <c:v>14537618</c:v>
                </c:pt>
                <c:pt idx="2028">
                  <c:v>14539608</c:v>
                </c:pt>
                <c:pt idx="2029">
                  <c:v>14542186</c:v>
                </c:pt>
                <c:pt idx="2030">
                  <c:v>14542269</c:v>
                </c:pt>
                <c:pt idx="2031">
                  <c:v>14542313</c:v>
                </c:pt>
                <c:pt idx="2032">
                  <c:v>14542406</c:v>
                </c:pt>
                <c:pt idx="2033">
                  <c:v>14542513</c:v>
                </c:pt>
                <c:pt idx="2034">
                  <c:v>14542540</c:v>
                </c:pt>
                <c:pt idx="2035">
                  <c:v>14544859</c:v>
                </c:pt>
                <c:pt idx="2036">
                  <c:v>14560503</c:v>
                </c:pt>
                <c:pt idx="2037">
                  <c:v>14561611</c:v>
                </c:pt>
                <c:pt idx="2038">
                  <c:v>14562156</c:v>
                </c:pt>
                <c:pt idx="2039">
                  <c:v>14568690</c:v>
                </c:pt>
                <c:pt idx="2040">
                  <c:v>14578054</c:v>
                </c:pt>
                <c:pt idx="2041">
                  <c:v>14583574</c:v>
                </c:pt>
                <c:pt idx="2042">
                  <c:v>14587594</c:v>
                </c:pt>
                <c:pt idx="2043">
                  <c:v>14595039</c:v>
                </c:pt>
                <c:pt idx="2044">
                  <c:v>14603725</c:v>
                </c:pt>
                <c:pt idx="2045">
                  <c:v>14616137</c:v>
                </c:pt>
                <c:pt idx="2046">
                  <c:v>14617817</c:v>
                </c:pt>
                <c:pt idx="2047">
                  <c:v>14622849</c:v>
                </c:pt>
                <c:pt idx="2048">
                  <c:v>14637776</c:v>
                </c:pt>
                <c:pt idx="2049">
                  <c:v>14639314</c:v>
                </c:pt>
                <c:pt idx="2050">
                  <c:v>14646290</c:v>
                </c:pt>
                <c:pt idx="2051">
                  <c:v>14647959</c:v>
                </c:pt>
                <c:pt idx="2052">
                  <c:v>14657050</c:v>
                </c:pt>
                <c:pt idx="2053">
                  <c:v>14658316</c:v>
                </c:pt>
                <c:pt idx="2054">
                  <c:v>14659503</c:v>
                </c:pt>
                <c:pt idx="2055">
                  <c:v>14661436</c:v>
                </c:pt>
                <c:pt idx="2056">
                  <c:v>14671838</c:v>
                </c:pt>
                <c:pt idx="2057">
                  <c:v>14675385</c:v>
                </c:pt>
                <c:pt idx="2058">
                  <c:v>14676121</c:v>
                </c:pt>
                <c:pt idx="2059">
                  <c:v>14719200</c:v>
                </c:pt>
                <c:pt idx="2060">
                  <c:v>14719959</c:v>
                </c:pt>
                <c:pt idx="2061">
                  <c:v>14723644</c:v>
                </c:pt>
                <c:pt idx="2062">
                  <c:v>14735397</c:v>
                </c:pt>
                <c:pt idx="2063">
                  <c:v>14735787</c:v>
                </c:pt>
                <c:pt idx="2064">
                  <c:v>14748555</c:v>
                </c:pt>
                <c:pt idx="2065">
                  <c:v>14748680</c:v>
                </c:pt>
                <c:pt idx="2066">
                  <c:v>14750135</c:v>
                </c:pt>
                <c:pt idx="2067">
                  <c:v>14750438</c:v>
                </c:pt>
                <c:pt idx="2068">
                  <c:v>14751932</c:v>
                </c:pt>
                <c:pt idx="2069">
                  <c:v>14764995</c:v>
                </c:pt>
                <c:pt idx="2070">
                  <c:v>14769438</c:v>
                </c:pt>
                <c:pt idx="2071">
                  <c:v>14779322</c:v>
                </c:pt>
                <c:pt idx="2072">
                  <c:v>14780679</c:v>
                </c:pt>
                <c:pt idx="2073">
                  <c:v>14791937</c:v>
                </c:pt>
                <c:pt idx="2074">
                  <c:v>14795049</c:v>
                </c:pt>
                <c:pt idx="2075">
                  <c:v>14811026</c:v>
                </c:pt>
                <c:pt idx="2076">
                  <c:v>14845327</c:v>
                </c:pt>
                <c:pt idx="2077">
                  <c:v>14845392</c:v>
                </c:pt>
                <c:pt idx="2078">
                  <c:v>14845420</c:v>
                </c:pt>
                <c:pt idx="2079">
                  <c:v>14847917</c:v>
                </c:pt>
                <c:pt idx="2080">
                  <c:v>14861077</c:v>
                </c:pt>
                <c:pt idx="2081">
                  <c:v>14861307</c:v>
                </c:pt>
                <c:pt idx="2082">
                  <c:v>14867409</c:v>
                </c:pt>
                <c:pt idx="2083">
                  <c:v>14879023</c:v>
                </c:pt>
                <c:pt idx="2084">
                  <c:v>14894147</c:v>
                </c:pt>
                <c:pt idx="2085">
                  <c:v>14902154</c:v>
                </c:pt>
                <c:pt idx="2086">
                  <c:v>14903399</c:v>
                </c:pt>
                <c:pt idx="2087">
                  <c:v>14908229</c:v>
                </c:pt>
                <c:pt idx="2088">
                  <c:v>14916925</c:v>
                </c:pt>
                <c:pt idx="2089">
                  <c:v>14923497</c:v>
                </c:pt>
                <c:pt idx="2090">
                  <c:v>14926266</c:v>
                </c:pt>
                <c:pt idx="2091">
                  <c:v>14927725</c:v>
                </c:pt>
                <c:pt idx="2092">
                  <c:v>14940933</c:v>
                </c:pt>
                <c:pt idx="2093">
                  <c:v>14941205</c:v>
                </c:pt>
                <c:pt idx="2094">
                  <c:v>14951121</c:v>
                </c:pt>
                <c:pt idx="2095">
                  <c:v>14952460</c:v>
                </c:pt>
                <c:pt idx="2096">
                  <c:v>14953936</c:v>
                </c:pt>
                <c:pt idx="2097">
                  <c:v>14954447</c:v>
                </c:pt>
                <c:pt idx="2098">
                  <c:v>14954816</c:v>
                </c:pt>
                <c:pt idx="2099">
                  <c:v>14955200</c:v>
                </c:pt>
                <c:pt idx="2100">
                  <c:v>14955248</c:v>
                </c:pt>
                <c:pt idx="2101">
                  <c:v>14990250</c:v>
                </c:pt>
                <c:pt idx="2102">
                  <c:v>14997313</c:v>
                </c:pt>
                <c:pt idx="2103">
                  <c:v>15002933</c:v>
                </c:pt>
                <c:pt idx="2104">
                  <c:v>15010841</c:v>
                </c:pt>
                <c:pt idx="2105">
                  <c:v>15011050</c:v>
                </c:pt>
                <c:pt idx="2106">
                  <c:v>15012641</c:v>
                </c:pt>
                <c:pt idx="2107">
                  <c:v>15016885</c:v>
                </c:pt>
                <c:pt idx="2108">
                  <c:v>15021809</c:v>
                </c:pt>
                <c:pt idx="2109">
                  <c:v>15029436</c:v>
                </c:pt>
                <c:pt idx="2110">
                  <c:v>15031021</c:v>
                </c:pt>
                <c:pt idx="2111">
                  <c:v>15035730</c:v>
                </c:pt>
                <c:pt idx="2112">
                  <c:v>15041593</c:v>
                </c:pt>
                <c:pt idx="2113">
                  <c:v>15046641</c:v>
                </c:pt>
                <c:pt idx="2114">
                  <c:v>15047991</c:v>
                </c:pt>
                <c:pt idx="2115">
                  <c:v>15059381</c:v>
                </c:pt>
                <c:pt idx="2116">
                  <c:v>15068625</c:v>
                </c:pt>
                <c:pt idx="2117">
                  <c:v>15070086</c:v>
                </c:pt>
                <c:pt idx="2118">
                  <c:v>15102510</c:v>
                </c:pt>
                <c:pt idx="2119">
                  <c:v>15104072</c:v>
                </c:pt>
                <c:pt idx="2120">
                  <c:v>15107441</c:v>
                </c:pt>
                <c:pt idx="2121">
                  <c:v>15108325</c:v>
                </c:pt>
                <c:pt idx="2122">
                  <c:v>15108872</c:v>
                </c:pt>
                <c:pt idx="2123">
                  <c:v>15108888</c:v>
                </c:pt>
                <c:pt idx="2124">
                  <c:v>15116691</c:v>
                </c:pt>
                <c:pt idx="2125">
                  <c:v>15117241</c:v>
                </c:pt>
                <c:pt idx="2126">
                  <c:v>15117513</c:v>
                </c:pt>
                <c:pt idx="2127">
                  <c:v>15118666</c:v>
                </c:pt>
                <c:pt idx="2128">
                  <c:v>15119037</c:v>
                </c:pt>
                <c:pt idx="2129">
                  <c:v>15119249</c:v>
                </c:pt>
                <c:pt idx="2130">
                  <c:v>15133785</c:v>
                </c:pt>
                <c:pt idx="2131">
                  <c:v>15134115</c:v>
                </c:pt>
                <c:pt idx="2132">
                  <c:v>15134622</c:v>
                </c:pt>
                <c:pt idx="2133">
                  <c:v>15137356</c:v>
                </c:pt>
                <c:pt idx="2134">
                  <c:v>15137419</c:v>
                </c:pt>
                <c:pt idx="2135">
                  <c:v>15149719</c:v>
                </c:pt>
                <c:pt idx="2136">
                  <c:v>15149968</c:v>
                </c:pt>
                <c:pt idx="2137">
                  <c:v>15157366</c:v>
                </c:pt>
                <c:pt idx="2138">
                  <c:v>15166902</c:v>
                </c:pt>
                <c:pt idx="2139">
                  <c:v>15168644</c:v>
                </c:pt>
                <c:pt idx="2140">
                  <c:v>15170102</c:v>
                </c:pt>
                <c:pt idx="2141">
                  <c:v>15172054</c:v>
                </c:pt>
                <c:pt idx="2142">
                  <c:v>15192641</c:v>
                </c:pt>
                <c:pt idx="2143">
                  <c:v>15196170</c:v>
                </c:pt>
                <c:pt idx="2144">
                  <c:v>15197071</c:v>
                </c:pt>
                <c:pt idx="2145">
                  <c:v>15208923</c:v>
                </c:pt>
                <c:pt idx="2146">
                  <c:v>15209237</c:v>
                </c:pt>
                <c:pt idx="2147">
                  <c:v>15215656</c:v>
                </c:pt>
                <c:pt idx="2148">
                  <c:v>15219334</c:v>
                </c:pt>
                <c:pt idx="2149">
                  <c:v>15225893</c:v>
                </c:pt>
                <c:pt idx="2150">
                  <c:v>15227952</c:v>
                </c:pt>
                <c:pt idx="2151">
                  <c:v>15228207</c:v>
                </c:pt>
                <c:pt idx="2152">
                  <c:v>15240811</c:v>
                </c:pt>
                <c:pt idx="2153">
                  <c:v>15241184</c:v>
                </c:pt>
                <c:pt idx="2154">
                  <c:v>15248030</c:v>
                </c:pt>
                <c:pt idx="2155">
                  <c:v>15249985</c:v>
                </c:pt>
                <c:pt idx="2156">
                  <c:v>15258379</c:v>
                </c:pt>
                <c:pt idx="2157">
                  <c:v>15270185</c:v>
                </c:pt>
                <c:pt idx="2158">
                  <c:v>15274064</c:v>
                </c:pt>
                <c:pt idx="2159">
                  <c:v>15280568</c:v>
                </c:pt>
                <c:pt idx="2160">
                  <c:v>15291510</c:v>
                </c:pt>
                <c:pt idx="2161">
                  <c:v>15297482</c:v>
                </c:pt>
                <c:pt idx="2162">
                  <c:v>15298784</c:v>
                </c:pt>
                <c:pt idx="2163">
                  <c:v>15301348</c:v>
                </c:pt>
                <c:pt idx="2164">
                  <c:v>15302872</c:v>
                </c:pt>
                <c:pt idx="2165">
                  <c:v>15303381</c:v>
                </c:pt>
                <c:pt idx="2166">
                  <c:v>15304743</c:v>
                </c:pt>
                <c:pt idx="2167">
                  <c:v>15312261</c:v>
                </c:pt>
                <c:pt idx="2168">
                  <c:v>15313280</c:v>
                </c:pt>
                <c:pt idx="2169">
                  <c:v>15314861</c:v>
                </c:pt>
                <c:pt idx="2170">
                  <c:v>15318987</c:v>
                </c:pt>
                <c:pt idx="2171">
                  <c:v>15319963</c:v>
                </c:pt>
                <c:pt idx="2172">
                  <c:v>15320642</c:v>
                </c:pt>
                <c:pt idx="2173">
                  <c:v>15322741</c:v>
                </c:pt>
                <c:pt idx="2174">
                  <c:v>15323201</c:v>
                </c:pt>
                <c:pt idx="2175">
                  <c:v>15332473</c:v>
                </c:pt>
                <c:pt idx="2176">
                  <c:v>15335014</c:v>
                </c:pt>
                <c:pt idx="2177">
                  <c:v>15336043</c:v>
                </c:pt>
                <c:pt idx="2178">
                  <c:v>15336354</c:v>
                </c:pt>
                <c:pt idx="2179">
                  <c:v>15337138</c:v>
                </c:pt>
                <c:pt idx="2180">
                  <c:v>15338321</c:v>
                </c:pt>
                <c:pt idx="2181">
                  <c:v>15345639</c:v>
                </c:pt>
                <c:pt idx="2182">
                  <c:v>15345697</c:v>
                </c:pt>
                <c:pt idx="2183">
                  <c:v>15347934</c:v>
                </c:pt>
                <c:pt idx="2184">
                  <c:v>15380964</c:v>
                </c:pt>
                <c:pt idx="2185">
                  <c:v>15399434</c:v>
                </c:pt>
                <c:pt idx="2186">
                  <c:v>15413466</c:v>
                </c:pt>
                <c:pt idx="2187">
                  <c:v>15414636</c:v>
                </c:pt>
                <c:pt idx="2188">
                  <c:v>15414691</c:v>
                </c:pt>
                <c:pt idx="2189">
                  <c:v>15420485</c:v>
                </c:pt>
                <c:pt idx="2190">
                  <c:v>15424391</c:v>
                </c:pt>
                <c:pt idx="2191">
                  <c:v>15425496</c:v>
                </c:pt>
                <c:pt idx="2192">
                  <c:v>15425578</c:v>
                </c:pt>
                <c:pt idx="2193">
                  <c:v>15426148</c:v>
                </c:pt>
                <c:pt idx="2194">
                  <c:v>15426277</c:v>
                </c:pt>
                <c:pt idx="2195">
                  <c:v>15426876</c:v>
                </c:pt>
                <c:pt idx="2196">
                  <c:v>15427910</c:v>
                </c:pt>
                <c:pt idx="2197">
                  <c:v>15432674</c:v>
                </c:pt>
                <c:pt idx="2198">
                  <c:v>15432951</c:v>
                </c:pt>
                <c:pt idx="2199">
                  <c:v>15437053</c:v>
                </c:pt>
                <c:pt idx="2200">
                  <c:v>15437187</c:v>
                </c:pt>
                <c:pt idx="2201">
                  <c:v>15437591</c:v>
                </c:pt>
                <c:pt idx="2202">
                  <c:v>15438110</c:v>
                </c:pt>
                <c:pt idx="2203">
                  <c:v>15454198</c:v>
                </c:pt>
                <c:pt idx="2204">
                  <c:v>15454978</c:v>
                </c:pt>
                <c:pt idx="2205">
                  <c:v>15455135</c:v>
                </c:pt>
                <c:pt idx="2206">
                  <c:v>15472786</c:v>
                </c:pt>
                <c:pt idx="2207">
                  <c:v>15480489</c:v>
                </c:pt>
                <c:pt idx="2208">
                  <c:v>15485526</c:v>
                </c:pt>
                <c:pt idx="2209">
                  <c:v>15487165</c:v>
                </c:pt>
                <c:pt idx="2210">
                  <c:v>15487182</c:v>
                </c:pt>
                <c:pt idx="2211">
                  <c:v>15489079</c:v>
                </c:pt>
                <c:pt idx="2212">
                  <c:v>15492784</c:v>
                </c:pt>
                <c:pt idx="2213">
                  <c:v>15500431</c:v>
                </c:pt>
                <c:pt idx="2214">
                  <c:v>15500820</c:v>
                </c:pt>
                <c:pt idx="2215">
                  <c:v>15502631</c:v>
                </c:pt>
                <c:pt idx="2216">
                  <c:v>15506652</c:v>
                </c:pt>
                <c:pt idx="2217">
                  <c:v>15510972</c:v>
                </c:pt>
                <c:pt idx="2218">
                  <c:v>15524011</c:v>
                </c:pt>
                <c:pt idx="2219">
                  <c:v>15524098</c:v>
                </c:pt>
                <c:pt idx="2220">
                  <c:v>15526122</c:v>
                </c:pt>
                <c:pt idx="2221">
                  <c:v>15527537</c:v>
                </c:pt>
                <c:pt idx="2222">
                  <c:v>15539897</c:v>
                </c:pt>
                <c:pt idx="2223">
                  <c:v>15552458</c:v>
                </c:pt>
                <c:pt idx="2224">
                  <c:v>15559322</c:v>
                </c:pt>
                <c:pt idx="2225">
                  <c:v>15572380</c:v>
                </c:pt>
                <c:pt idx="2226">
                  <c:v>15573203</c:v>
                </c:pt>
                <c:pt idx="2227">
                  <c:v>15573260</c:v>
                </c:pt>
                <c:pt idx="2228">
                  <c:v>15573283</c:v>
                </c:pt>
                <c:pt idx="2229">
                  <c:v>15573403</c:v>
                </c:pt>
                <c:pt idx="2230">
                  <c:v>15577080</c:v>
                </c:pt>
                <c:pt idx="2231">
                  <c:v>15582040</c:v>
                </c:pt>
                <c:pt idx="2232">
                  <c:v>15596487</c:v>
                </c:pt>
                <c:pt idx="2233">
                  <c:v>15603533</c:v>
                </c:pt>
                <c:pt idx="2234">
                  <c:v>15604603</c:v>
                </c:pt>
                <c:pt idx="2235">
                  <c:v>15606210</c:v>
                </c:pt>
                <c:pt idx="2236">
                  <c:v>15607974</c:v>
                </c:pt>
                <c:pt idx="2237">
                  <c:v>15609322</c:v>
                </c:pt>
                <c:pt idx="2238">
                  <c:v>15624895</c:v>
                </c:pt>
                <c:pt idx="2239">
                  <c:v>15627431</c:v>
                </c:pt>
                <c:pt idx="2240">
                  <c:v>15628884</c:v>
                </c:pt>
                <c:pt idx="2241">
                  <c:v>15630644</c:v>
                </c:pt>
                <c:pt idx="2242">
                  <c:v>15639407</c:v>
                </c:pt>
                <c:pt idx="2243">
                  <c:v>15641357</c:v>
                </c:pt>
                <c:pt idx="2244">
                  <c:v>15647584</c:v>
                </c:pt>
                <c:pt idx="2245">
                  <c:v>15649240</c:v>
                </c:pt>
                <c:pt idx="2246">
                  <c:v>15649347</c:v>
                </c:pt>
                <c:pt idx="2247">
                  <c:v>15651520</c:v>
                </c:pt>
                <c:pt idx="2248">
                  <c:v>15661727</c:v>
                </c:pt>
                <c:pt idx="2249">
                  <c:v>15665032</c:v>
                </c:pt>
                <c:pt idx="2250">
                  <c:v>15665099</c:v>
                </c:pt>
                <c:pt idx="2251">
                  <c:v>15668008</c:v>
                </c:pt>
                <c:pt idx="2252">
                  <c:v>15668994</c:v>
                </c:pt>
                <c:pt idx="2253">
                  <c:v>15673974</c:v>
                </c:pt>
                <c:pt idx="2254">
                  <c:v>15694364</c:v>
                </c:pt>
                <c:pt idx="2255">
                  <c:v>15695936</c:v>
                </c:pt>
                <c:pt idx="2256">
                  <c:v>15696218</c:v>
                </c:pt>
                <c:pt idx="2257">
                  <c:v>15696795</c:v>
                </c:pt>
                <c:pt idx="2258">
                  <c:v>15702279</c:v>
                </c:pt>
                <c:pt idx="2259">
                  <c:v>15707752</c:v>
                </c:pt>
                <c:pt idx="2260">
                  <c:v>15707845</c:v>
                </c:pt>
                <c:pt idx="2261">
                  <c:v>15712457</c:v>
                </c:pt>
                <c:pt idx="2262">
                  <c:v>15714335</c:v>
                </c:pt>
                <c:pt idx="2263">
                  <c:v>15714855</c:v>
                </c:pt>
                <c:pt idx="2264">
                  <c:v>15722313</c:v>
                </c:pt>
                <c:pt idx="2265">
                  <c:v>15722740</c:v>
                </c:pt>
                <c:pt idx="2266">
                  <c:v>15724739</c:v>
                </c:pt>
                <c:pt idx="2267">
                  <c:v>15725676</c:v>
                </c:pt>
                <c:pt idx="2268">
                  <c:v>15726281</c:v>
                </c:pt>
                <c:pt idx="2269">
                  <c:v>15726703</c:v>
                </c:pt>
                <c:pt idx="2270">
                  <c:v>15735545</c:v>
                </c:pt>
                <c:pt idx="2271">
                  <c:v>15736445</c:v>
                </c:pt>
                <c:pt idx="2272">
                  <c:v>15736896</c:v>
                </c:pt>
                <c:pt idx="2273">
                  <c:v>15742222</c:v>
                </c:pt>
                <c:pt idx="2274">
                  <c:v>15742265</c:v>
                </c:pt>
                <c:pt idx="2275">
                  <c:v>15744118</c:v>
                </c:pt>
                <c:pt idx="2276">
                  <c:v>15744138</c:v>
                </c:pt>
                <c:pt idx="2277">
                  <c:v>15747014</c:v>
                </c:pt>
                <c:pt idx="2278">
                  <c:v>15748320</c:v>
                </c:pt>
                <c:pt idx="2279">
                  <c:v>15749282</c:v>
                </c:pt>
                <c:pt idx="2280">
                  <c:v>15752233</c:v>
                </c:pt>
                <c:pt idx="2281">
                  <c:v>15752917</c:v>
                </c:pt>
                <c:pt idx="2282">
                  <c:v>15753871</c:v>
                </c:pt>
                <c:pt idx="2283">
                  <c:v>15775791</c:v>
                </c:pt>
                <c:pt idx="2284">
                  <c:v>15777680</c:v>
                </c:pt>
                <c:pt idx="2285">
                  <c:v>15780308</c:v>
                </c:pt>
                <c:pt idx="2286">
                  <c:v>15792118</c:v>
                </c:pt>
                <c:pt idx="2287">
                  <c:v>15792523</c:v>
                </c:pt>
                <c:pt idx="2288">
                  <c:v>15794202</c:v>
                </c:pt>
                <c:pt idx="2289">
                  <c:v>15795591</c:v>
                </c:pt>
                <c:pt idx="2290">
                  <c:v>15796169</c:v>
                </c:pt>
                <c:pt idx="2291">
                  <c:v>15805231</c:v>
                </c:pt>
                <c:pt idx="2292">
                  <c:v>15806062</c:v>
                </c:pt>
                <c:pt idx="2293">
                  <c:v>15807059</c:v>
                </c:pt>
                <c:pt idx="2294">
                  <c:v>15808551</c:v>
                </c:pt>
                <c:pt idx="2295">
                  <c:v>15809807</c:v>
                </c:pt>
                <c:pt idx="2296">
                  <c:v>15826644</c:v>
                </c:pt>
                <c:pt idx="2297">
                  <c:v>15854275</c:v>
                </c:pt>
                <c:pt idx="2298">
                  <c:v>15859127</c:v>
                </c:pt>
                <c:pt idx="2299">
                  <c:v>15860200</c:v>
                </c:pt>
                <c:pt idx="2300">
                  <c:v>15860480</c:v>
                </c:pt>
                <c:pt idx="2301">
                  <c:v>15866541</c:v>
                </c:pt>
                <c:pt idx="2302">
                  <c:v>15878385</c:v>
                </c:pt>
                <c:pt idx="2303">
                  <c:v>15878807</c:v>
                </c:pt>
                <c:pt idx="2304">
                  <c:v>15883201</c:v>
                </c:pt>
                <c:pt idx="2305">
                  <c:v>15891486</c:v>
                </c:pt>
                <c:pt idx="2306">
                  <c:v>15893289</c:v>
                </c:pt>
                <c:pt idx="2307">
                  <c:v>15903100</c:v>
                </c:pt>
                <c:pt idx="2308">
                  <c:v>15903961</c:v>
                </c:pt>
                <c:pt idx="2309">
                  <c:v>15904182</c:v>
                </c:pt>
                <c:pt idx="2310">
                  <c:v>15904511</c:v>
                </c:pt>
                <c:pt idx="2311">
                  <c:v>15904729</c:v>
                </c:pt>
                <c:pt idx="2312">
                  <c:v>15905384</c:v>
                </c:pt>
                <c:pt idx="2313">
                  <c:v>15906793</c:v>
                </c:pt>
                <c:pt idx="2314">
                  <c:v>15909000</c:v>
                </c:pt>
                <c:pt idx="2315">
                  <c:v>15915774</c:v>
                </c:pt>
                <c:pt idx="2316">
                  <c:v>15917767</c:v>
                </c:pt>
                <c:pt idx="2317">
                  <c:v>15918023</c:v>
                </c:pt>
                <c:pt idx="2318">
                  <c:v>15919203</c:v>
                </c:pt>
                <c:pt idx="2319">
                  <c:v>15921456</c:v>
                </c:pt>
                <c:pt idx="2320">
                  <c:v>15924444</c:v>
                </c:pt>
                <c:pt idx="2321">
                  <c:v>15936744</c:v>
                </c:pt>
                <c:pt idx="2322">
                  <c:v>15949213</c:v>
                </c:pt>
                <c:pt idx="2323">
                  <c:v>15958604</c:v>
                </c:pt>
                <c:pt idx="2324">
                  <c:v>15958606</c:v>
                </c:pt>
                <c:pt idx="2325">
                  <c:v>15959498</c:v>
                </c:pt>
                <c:pt idx="2326">
                  <c:v>15977740</c:v>
                </c:pt>
                <c:pt idx="2327">
                  <c:v>15980421</c:v>
                </c:pt>
                <c:pt idx="2328">
                  <c:v>15988385</c:v>
                </c:pt>
                <c:pt idx="2329">
                  <c:v>16005066</c:v>
                </c:pt>
                <c:pt idx="2330">
                  <c:v>16005274</c:v>
                </c:pt>
                <c:pt idx="2331">
                  <c:v>16007710</c:v>
                </c:pt>
                <c:pt idx="2332">
                  <c:v>16008318</c:v>
                </c:pt>
                <c:pt idx="2333">
                  <c:v>16012700</c:v>
                </c:pt>
                <c:pt idx="2334">
                  <c:v>16033917</c:v>
                </c:pt>
                <c:pt idx="2335">
                  <c:v>16038225</c:v>
                </c:pt>
                <c:pt idx="2336">
                  <c:v>16045517</c:v>
                </c:pt>
                <c:pt idx="2337">
                  <c:v>16048032</c:v>
                </c:pt>
                <c:pt idx="2338">
                  <c:v>16056796</c:v>
                </c:pt>
                <c:pt idx="2339">
                  <c:v>16056884</c:v>
                </c:pt>
                <c:pt idx="2340">
                  <c:v>16057348</c:v>
                </c:pt>
                <c:pt idx="2341">
                  <c:v>16058721</c:v>
                </c:pt>
                <c:pt idx="2342">
                  <c:v>16058771</c:v>
                </c:pt>
                <c:pt idx="2343">
                  <c:v>16063304</c:v>
                </c:pt>
                <c:pt idx="2344">
                  <c:v>16073394</c:v>
                </c:pt>
                <c:pt idx="2345">
                  <c:v>16074335</c:v>
                </c:pt>
                <c:pt idx="2346">
                  <c:v>16078478</c:v>
                </c:pt>
                <c:pt idx="2347">
                  <c:v>16082804</c:v>
                </c:pt>
                <c:pt idx="2348">
                  <c:v>16087075</c:v>
                </c:pt>
                <c:pt idx="2349">
                  <c:v>16090392</c:v>
                </c:pt>
                <c:pt idx="2350">
                  <c:v>16101881</c:v>
                </c:pt>
                <c:pt idx="2351">
                  <c:v>16104309</c:v>
                </c:pt>
                <c:pt idx="2352">
                  <c:v>16113956</c:v>
                </c:pt>
                <c:pt idx="2353">
                  <c:v>16114466</c:v>
                </c:pt>
                <c:pt idx="2354">
                  <c:v>16115878</c:v>
                </c:pt>
                <c:pt idx="2355">
                  <c:v>16116147</c:v>
                </c:pt>
                <c:pt idx="2356">
                  <c:v>16116433</c:v>
                </c:pt>
                <c:pt idx="2357">
                  <c:v>16116889</c:v>
                </c:pt>
                <c:pt idx="2358">
                  <c:v>16119163</c:v>
                </c:pt>
                <c:pt idx="2359">
                  <c:v>16127261</c:v>
                </c:pt>
                <c:pt idx="2360">
                  <c:v>16131813</c:v>
                </c:pt>
                <c:pt idx="2361">
                  <c:v>16137624</c:v>
                </c:pt>
                <c:pt idx="2362">
                  <c:v>16138220</c:v>
                </c:pt>
                <c:pt idx="2363">
                  <c:v>16138502</c:v>
                </c:pt>
                <c:pt idx="2364">
                  <c:v>16139502</c:v>
                </c:pt>
                <c:pt idx="2365">
                  <c:v>16151463</c:v>
                </c:pt>
                <c:pt idx="2366">
                  <c:v>16155458</c:v>
                </c:pt>
                <c:pt idx="2367">
                  <c:v>16164712</c:v>
                </c:pt>
                <c:pt idx="2368">
                  <c:v>16165333</c:v>
                </c:pt>
                <c:pt idx="2369">
                  <c:v>16167325</c:v>
                </c:pt>
                <c:pt idx="2370">
                  <c:v>16169517</c:v>
                </c:pt>
                <c:pt idx="2371">
                  <c:v>16173664</c:v>
                </c:pt>
                <c:pt idx="2372">
                  <c:v>16174212</c:v>
                </c:pt>
                <c:pt idx="2373">
                  <c:v>16181348</c:v>
                </c:pt>
                <c:pt idx="2374">
                  <c:v>16197838</c:v>
                </c:pt>
                <c:pt idx="2375">
                  <c:v>16203372</c:v>
                </c:pt>
                <c:pt idx="2376">
                  <c:v>16203630</c:v>
                </c:pt>
                <c:pt idx="2377">
                  <c:v>16203889</c:v>
                </c:pt>
                <c:pt idx="2378">
                  <c:v>16211051</c:v>
                </c:pt>
                <c:pt idx="2379">
                  <c:v>16215688</c:v>
                </c:pt>
                <c:pt idx="2380">
                  <c:v>16223335</c:v>
                </c:pt>
                <c:pt idx="2381">
                  <c:v>16223527</c:v>
                </c:pt>
                <c:pt idx="2382">
                  <c:v>16235570</c:v>
                </c:pt>
                <c:pt idx="2383">
                  <c:v>16244017</c:v>
                </c:pt>
                <c:pt idx="2384">
                  <c:v>16245152</c:v>
                </c:pt>
                <c:pt idx="2385">
                  <c:v>16249563</c:v>
                </c:pt>
                <c:pt idx="2386">
                  <c:v>16249831</c:v>
                </c:pt>
                <c:pt idx="2387">
                  <c:v>16251476</c:v>
                </c:pt>
                <c:pt idx="2388">
                  <c:v>16254210</c:v>
                </c:pt>
                <c:pt idx="2389">
                  <c:v>16258662</c:v>
                </c:pt>
                <c:pt idx="2390">
                  <c:v>16260317</c:v>
                </c:pt>
                <c:pt idx="2391">
                  <c:v>16263008</c:v>
                </c:pt>
                <c:pt idx="2392">
                  <c:v>16265170</c:v>
                </c:pt>
                <c:pt idx="2393">
                  <c:v>16268839</c:v>
                </c:pt>
                <c:pt idx="2394">
                  <c:v>16279348</c:v>
                </c:pt>
                <c:pt idx="2395">
                  <c:v>16279738</c:v>
                </c:pt>
                <c:pt idx="2396">
                  <c:v>16281055</c:v>
                </c:pt>
                <c:pt idx="2397">
                  <c:v>16282011</c:v>
                </c:pt>
                <c:pt idx="2398">
                  <c:v>16282397</c:v>
                </c:pt>
                <c:pt idx="2399">
                  <c:v>16291543</c:v>
                </c:pt>
                <c:pt idx="2400">
                  <c:v>16292509</c:v>
                </c:pt>
                <c:pt idx="2401">
                  <c:v>16293868</c:v>
                </c:pt>
                <c:pt idx="2402">
                  <c:v>16295040</c:v>
                </c:pt>
                <c:pt idx="2403">
                  <c:v>16302812</c:v>
                </c:pt>
                <c:pt idx="2404">
                  <c:v>16304649</c:v>
                </c:pt>
                <c:pt idx="2405">
                  <c:v>16309273</c:v>
                </c:pt>
                <c:pt idx="2406">
                  <c:v>16315806</c:v>
                </c:pt>
                <c:pt idx="2407">
                  <c:v>16316807</c:v>
                </c:pt>
                <c:pt idx="2408">
                  <c:v>16319167</c:v>
                </c:pt>
                <c:pt idx="2409">
                  <c:v>16319428</c:v>
                </c:pt>
                <c:pt idx="2410">
                  <c:v>16324227</c:v>
                </c:pt>
                <c:pt idx="2411">
                  <c:v>16324311</c:v>
                </c:pt>
                <c:pt idx="2412">
                  <c:v>16325185</c:v>
                </c:pt>
                <c:pt idx="2413">
                  <c:v>16326206</c:v>
                </c:pt>
                <c:pt idx="2414">
                  <c:v>16328027</c:v>
                </c:pt>
                <c:pt idx="2415">
                  <c:v>16329163</c:v>
                </c:pt>
                <c:pt idx="2416">
                  <c:v>16330775</c:v>
                </c:pt>
                <c:pt idx="2417">
                  <c:v>16340118</c:v>
                </c:pt>
                <c:pt idx="2418">
                  <c:v>16344829</c:v>
                </c:pt>
                <c:pt idx="2419">
                  <c:v>16354078</c:v>
                </c:pt>
                <c:pt idx="2420">
                  <c:v>16354321</c:v>
                </c:pt>
                <c:pt idx="2421">
                  <c:v>16354929</c:v>
                </c:pt>
                <c:pt idx="2422">
                  <c:v>16358094</c:v>
                </c:pt>
                <c:pt idx="2423">
                  <c:v>16368987</c:v>
                </c:pt>
                <c:pt idx="2424">
                  <c:v>16369431</c:v>
                </c:pt>
                <c:pt idx="2425">
                  <c:v>16369692</c:v>
                </c:pt>
                <c:pt idx="2426">
                  <c:v>16377053</c:v>
                </c:pt>
                <c:pt idx="2427">
                  <c:v>16378514</c:v>
                </c:pt>
                <c:pt idx="2428">
                  <c:v>16384502</c:v>
                </c:pt>
                <c:pt idx="2429">
                  <c:v>16385518</c:v>
                </c:pt>
                <c:pt idx="2430">
                  <c:v>16388762</c:v>
                </c:pt>
                <c:pt idx="2431">
                  <c:v>16396171</c:v>
                </c:pt>
                <c:pt idx="2432">
                  <c:v>16398326</c:v>
                </c:pt>
                <c:pt idx="2433">
                  <c:v>16398538</c:v>
                </c:pt>
                <c:pt idx="2434">
                  <c:v>16409927</c:v>
                </c:pt>
                <c:pt idx="2435">
                  <c:v>16429841</c:v>
                </c:pt>
                <c:pt idx="2436">
                  <c:v>16431167</c:v>
                </c:pt>
                <c:pt idx="2437">
                  <c:v>16444777</c:v>
                </c:pt>
                <c:pt idx="2438">
                  <c:v>16449811</c:v>
                </c:pt>
                <c:pt idx="2439">
                  <c:v>16459214</c:v>
                </c:pt>
                <c:pt idx="2440">
                  <c:v>16459858</c:v>
                </c:pt>
                <c:pt idx="2441">
                  <c:v>16460361</c:v>
                </c:pt>
                <c:pt idx="2442">
                  <c:v>16463443</c:v>
                </c:pt>
                <c:pt idx="2443">
                  <c:v>16467049</c:v>
                </c:pt>
                <c:pt idx="2444">
                  <c:v>16472217</c:v>
                </c:pt>
                <c:pt idx="2445">
                  <c:v>16482000</c:v>
                </c:pt>
                <c:pt idx="2446">
                  <c:v>16484925</c:v>
                </c:pt>
                <c:pt idx="2447">
                  <c:v>16485457</c:v>
                </c:pt>
                <c:pt idx="2448">
                  <c:v>16486201</c:v>
                </c:pt>
                <c:pt idx="2449">
                  <c:v>16486517</c:v>
                </c:pt>
                <c:pt idx="2450">
                  <c:v>16491547</c:v>
                </c:pt>
                <c:pt idx="2451">
                  <c:v>16494098</c:v>
                </c:pt>
                <c:pt idx="2452">
                  <c:v>16498216</c:v>
                </c:pt>
                <c:pt idx="2453">
                  <c:v>16501350</c:v>
                </c:pt>
                <c:pt idx="2454">
                  <c:v>16501967</c:v>
                </c:pt>
                <c:pt idx="2455">
                  <c:v>16503489</c:v>
                </c:pt>
                <c:pt idx="2456">
                  <c:v>16504099</c:v>
                </c:pt>
                <c:pt idx="2457">
                  <c:v>16508086</c:v>
                </c:pt>
                <c:pt idx="2458">
                  <c:v>16508219</c:v>
                </c:pt>
                <c:pt idx="2459">
                  <c:v>16508434</c:v>
                </c:pt>
                <c:pt idx="2460">
                  <c:v>16510862</c:v>
                </c:pt>
                <c:pt idx="2461">
                  <c:v>16511059</c:v>
                </c:pt>
                <c:pt idx="2462">
                  <c:v>16511955</c:v>
                </c:pt>
                <c:pt idx="2463">
                  <c:v>16512533</c:v>
                </c:pt>
                <c:pt idx="2464">
                  <c:v>16513767</c:v>
                </c:pt>
                <c:pt idx="2465">
                  <c:v>16514476</c:v>
                </c:pt>
                <c:pt idx="2466">
                  <c:v>16514764</c:v>
                </c:pt>
                <c:pt idx="2467">
                  <c:v>16522768</c:v>
                </c:pt>
                <c:pt idx="2468">
                  <c:v>16526611</c:v>
                </c:pt>
                <c:pt idx="2469">
                  <c:v>16529618</c:v>
                </c:pt>
                <c:pt idx="2470">
                  <c:v>16533877</c:v>
                </c:pt>
                <c:pt idx="2471">
                  <c:v>16534113</c:v>
                </c:pt>
                <c:pt idx="2472">
                  <c:v>16535061</c:v>
                </c:pt>
                <c:pt idx="2473">
                  <c:v>16535657</c:v>
                </c:pt>
                <c:pt idx="2474">
                  <c:v>16535882</c:v>
                </c:pt>
                <c:pt idx="2475">
                  <c:v>16536390</c:v>
                </c:pt>
                <c:pt idx="2476">
                  <c:v>16540383</c:v>
                </c:pt>
                <c:pt idx="2477">
                  <c:v>16540699</c:v>
                </c:pt>
                <c:pt idx="2478">
                  <c:v>16541239</c:v>
                </c:pt>
                <c:pt idx="2479">
                  <c:v>16547366</c:v>
                </c:pt>
                <c:pt idx="2480">
                  <c:v>16547473</c:v>
                </c:pt>
                <c:pt idx="2481">
                  <c:v>16549992</c:v>
                </c:pt>
                <c:pt idx="2482">
                  <c:v>16564782</c:v>
                </c:pt>
                <c:pt idx="2483">
                  <c:v>16566407</c:v>
                </c:pt>
                <c:pt idx="2484">
                  <c:v>16572351</c:v>
                </c:pt>
                <c:pt idx="2485">
                  <c:v>16572804</c:v>
                </c:pt>
                <c:pt idx="2486">
                  <c:v>16573249</c:v>
                </c:pt>
                <c:pt idx="2487">
                  <c:v>16573727</c:v>
                </c:pt>
                <c:pt idx="2488">
                  <c:v>16606593</c:v>
                </c:pt>
                <c:pt idx="2489">
                  <c:v>16608956</c:v>
                </c:pt>
                <c:pt idx="2490">
                  <c:v>16611782</c:v>
                </c:pt>
                <c:pt idx="2491">
                  <c:v>16611966</c:v>
                </c:pt>
                <c:pt idx="2492">
                  <c:v>16623043</c:v>
                </c:pt>
                <c:pt idx="2493">
                  <c:v>16623197</c:v>
                </c:pt>
                <c:pt idx="2494">
                  <c:v>16623573</c:v>
                </c:pt>
                <c:pt idx="2495">
                  <c:v>16626852</c:v>
                </c:pt>
                <c:pt idx="2496">
                  <c:v>16629888</c:v>
                </c:pt>
                <c:pt idx="2497">
                  <c:v>16639061</c:v>
                </c:pt>
                <c:pt idx="2498">
                  <c:v>16652649</c:v>
                </c:pt>
                <c:pt idx="2499">
                  <c:v>16652755</c:v>
                </c:pt>
                <c:pt idx="2500">
                  <c:v>16657407</c:v>
                </c:pt>
                <c:pt idx="2501">
                  <c:v>16663699</c:v>
                </c:pt>
                <c:pt idx="2502">
                  <c:v>16664788</c:v>
                </c:pt>
                <c:pt idx="2503">
                  <c:v>16665025</c:v>
                </c:pt>
                <c:pt idx="2504">
                  <c:v>16667060</c:v>
                </c:pt>
                <c:pt idx="2505">
                  <c:v>16667448</c:v>
                </c:pt>
                <c:pt idx="2506">
                  <c:v>16667874</c:v>
                </c:pt>
                <c:pt idx="2507">
                  <c:v>16668740</c:v>
                </c:pt>
                <c:pt idx="2508">
                  <c:v>16668851</c:v>
                </c:pt>
                <c:pt idx="2509">
                  <c:v>16670935</c:v>
                </c:pt>
                <c:pt idx="2510">
                  <c:v>16681141</c:v>
                </c:pt>
                <c:pt idx="2511">
                  <c:v>16684522</c:v>
                </c:pt>
                <c:pt idx="2512">
                  <c:v>16684888</c:v>
                </c:pt>
                <c:pt idx="2513">
                  <c:v>16685901</c:v>
                </c:pt>
                <c:pt idx="2514">
                  <c:v>16695326</c:v>
                </c:pt>
                <c:pt idx="2515">
                  <c:v>16695506</c:v>
                </c:pt>
                <c:pt idx="2516">
                  <c:v>16700752</c:v>
                </c:pt>
                <c:pt idx="2517">
                  <c:v>16711594</c:v>
                </c:pt>
                <c:pt idx="2518">
                  <c:v>16719288</c:v>
                </c:pt>
                <c:pt idx="2519">
                  <c:v>16719633</c:v>
                </c:pt>
                <c:pt idx="2520">
                  <c:v>16725943</c:v>
                </c:pt>
                <c:pt idx="2521">
                  <c:v>16727359</c:v>
                </c:pt>
                <c:pt idx="2522">
                  <c:v>16734478</c:v>
                </c:pt>
                <c:pt idx="2523">
                  <c:v>16745269</c:v>
                </c:pt>
                <c:pt idx="2524">
                  <c:v>16757269</c:v>
                </c:pt>
                <c:pt idx="2525">
                  <c:v>16771273</c:v>
                </c:pt>
                <c:pt idx="2526">
                  <c:v>16775911</c:v>
                </c:pt>
                <c:pt idx="2527">
                  <c:v>16777501</c:v>
                </c:pt>
                <c:pt idx="2528">
                  <c:v>16784212</c:v>
                </c:pt>
                <c:pt idx="2529">
                  <c:v>16784337</c:v>
                </c:pt>
                <c:pt idx="2530">
                  <c:v>16784882</c:v>
                </c:pt>
                <c:pt idx="2531">
                  <c:v>16785048</c:v>
                </c:pt>
                <c:pt idx="2532">
                  <c:v>16785483</c:v>
                </c:pt>
                <c:pt idx="2533">
                  <c:v>16785518</c:v>
                </c:pt>
                <c:pt idx="2534">
                  <c:v>16785688</c:v>
                </c:pt>
                <c:pt idx="2535">
                  <c:v>16785779</c:v>
                </c:pt>
                <c:pt idx="2536">
                  <c:v>16786019</c:v>
                </c:pt>
                <c:pt idx="2537">
                  <c:v>16786259</c:v>
                </c:pt>
                <c:pt idx="2538">
                  <c:v>16786668</c:v>
                </c:pt>
                <c:pt idx="2539">
                  <c:v>16802331</c:v>
                </c:pt>
                <c:pt idx="2540">
                  <c:v>16816712</c:v>
                </c:pt>
                <c:pt idx="2541">
                  <c:v>16820858</c:v>
                </c:pt>
                <c:pt idx="2542">
                  <c:v>16833243</c:v>
                </c:pt>
                <c:pt idx="2543">
                  <c:v>16846439</c:v>
                </c:pt>
                <c:pt idx="2544">
                  <c:v>16848352</c:v>
                </c:pt>
                <c:pt idx="2545">
                  <c:v>16852816</c:v>
                </c:pt>
                <c:pt idx="2546">
                  <c:v>16862265</c:v>
                </c:pt>
                <c:pt idx="2547">
                  <c:v>16866874</c:v>
                </c:pt>
                <c:pt idx="2548">
                  <c:v>16874062</c:v>
                </c:pt>
                <c:pt idx="2549">
                  <c:v>16874514</c:v>
                </c:pt>
                <c:pt idx="2550">
                  <c:v>16878759</c:v>
                </c:pt>
                <c:pt idx="2551">
                  <c:v>16879591</c:v>
                </c:pt>
                <c:pt idx="2552">
                  <c:v>16881066</c:v>
                </c:pt>
                <c:pt idx="2553">
                  <c:v>16886477</c:v>
                </c:pt>
                <c:pt idx="2554">
                  <c:v>16891051</c:v>
                </c:pt>
                <c:pt idx="2555">
                  <c:v>16892942</c:v>
                </c:pt>
                <c:pt idx="2556">
                  <c:v>16899357</c:v>
                </c:pt>
                <c:pt idx="2557">
                  <c:v>16899595</c:v>
                </c:pt>
                <c:pt idx="2558">
                  <c:v>16900153</c:v>
                </c:pt>
                <c:pt idx="2559">
                  <c:v>16900688</c:v>
                </c:pt>
                <c:pt idx="2560">
                  <c:v>16901262</c:v>
                </c:pt>
                <c:pt idx="2561">
                  <c:v>16901511</c:v>
                </c:pt>
                <c:pt idx="2562">
                  <c:v>16901691</c:v>
                </c:pt>
                <c:pt idx="2563">
                  <c:v>16901916</c:v>
                </c:pt>
                <c:pt idx="2564">
                  <c:v>16913834</c:v>
                </c:pt>
                <c:pt idx="2565">
                  <c:v>16917208</c:v>
                </c:pt>
                <c:pt idx="2566">
                  <c:v>16918182</c:v>
                </c:pt>
                <c:pt idx="2567">
                  <c:v>16923818</c:v>
                </c:pt>
                <c:pt idx="2568">
                  <c:v>16926115</c:v>
                </c:pt>
                <c:pt idx="2569">
                  <c:v>16931987</c:v>
                </c:pt>
                <c:pt idx="2570">
                  <c:v>16933740</c:v>
                </c:pt>
                <c:pt idx="2571">
                  <c:v>16934225</c:v>
                </c:pt>
                <c:pt idx="2572">
                  <c:v>16949209</c:v>
                </c:pt>
                <c:pt idx="2573">
                  <c:v>16965815</c:v>
                </c:pt>
                <c:pt idx="2574">
                  <c:v>16967611</c:v>
                </c:pt>
                <c:pt idx="2575">
                  <c:v>16969583</c:v>
                </c:pt>
                <c:pt idx="2576">
                  <c:v>16976265</c:v>
                </c:pt>
                <c:pt idx="2577">
                  <c:v>16978060</c:v>
                </c:pt>
                <c:pt idx="2578">
                  <c:v>16979440</c:v>
                </c:pt>
                <c:pt idx="2579">
                  <c:v>16981555</c:v>
                </c:pt>
                <c:pt idx="2580">
                  <c:v>16982464</c:v>
                </c:pt>
                <c:pt idx="2581">
                  <c:v>16988767</c:v>
                </c:pt>
                <c:pt idx="2582">
                  <c:v>16989951</c:v>
                </c:pt>
                <c:pt idx="2583">
                  <c:v>16991456</c:v>
                </c:pt>
                <c:pt idx="2584">
                  <c:v>16991511</c:v>
                </c:pt>
                <c:pt idx="2585">
                  <c:v>17006259</c:v>
                </c:pt>
                <c:pt idx="2586">
                  <c:v>17007746</c:v>
                </c:pt>
                <c:pt idx="2587">
                  <c:v>17017846</c:v>
                </c:pt>
                <c:pt idx="2588">
                  <c:v>17021671</c:v>
                </c:pt>
                <c:pt idx="2589">
                  <c:v>17022403</c:v>
                </c:pt>
                <c:pt idx="2590">
                  <c:v>17022404</c:v>
                </c:pt>
                <c:pt idx="2591">
                  <c:v>17031848</c:v>
                </c:pt>
                <c:pt idx="2592">
                  <c:v>17033450</c:v>
                </c:pt>
                <c:pt idx="2593">
                  <c:v>17034829</c:v>
                </c:pt>
                <c:pt idx="2594">
                  <c:v>17036946</c:v>
                </c:pt>
                <c:pt idx="2595">
                  <c:v>17040148</c:v>
                </c:pt>
                <c:pt idx="2596">
                  <c:v>17047141</c:v>
                </c:pt>
                <c:pt idx="2597">
                  <c:v>17049322</c:v>
                </c:pt>
                <c:pt idx="2598">
                  <c:v>17094065</c:v>
                </c:pt>
                <c:pt idx="2599">
                  <c:v>17097671</c:v>
                </c:pt>
                <c:pt idx="2600">
                  <c:v>17097828</c:v>
                </c:pt>
                <c:pt idx="2601">
                  <c:v>17098331</c:v>
                </c:pt>
                <c:pt idx="2602">
                  <c:v>17098512</c:v>
                </c:pt>
                <c:pt idx="2603">
                  <c:v>17100374</c:v>
                </c:pt>
                <c:pt idx="2604">
                  <c:v>17100923</c:v>
                </c:pt>
                <c:pt idx="2605">
                  <c:v>17101524</c:v>
                </c:pt>
                <c:pt idx="2606">
                  <c:v>17103022</c:v>
                </c:pt>
                <c:pt idx="2607">
                  <c:v>17115942</c:v>
                </c:pt>
                <c:pt idx="2608">
                  <c:v>17124659</c:v>
                </c:pt>
                <c:pt idx="2609">
                  <c:v>17127063</c:v>
                </c:pt>
                <c:pt idx="2610">
                  <c:v>17128579</c:v>
                </c:pt>
                <c:pt idx="2611">
                  <c:v>17133141</c:v>
                </c:pt>
                <c:pt idx="2612">
                  <c:v>17134165</c:v>
                </c:pt>
                <c:pt idx="2613">
                  <c:v>17134627</c:v>
                </c:pt>
                <c:pt idx="2614">
                  <c:v>17135867</c:v>
                </c:pt>
                <c:pt idx="2615">
                  <c:v>17141568</c:v>
                </c:pt>
                <c:pt idx="2616">
                  <c:v>17143061</c:v>
                </c:pt>
                <c:pt idx="2617">
                  <c:v>17147199</c:v>
                </c:pt>
                <c:pt idx="2618">
                  <c:v>17148402</c:v>
                </c:pt>
                <c:pt idx="2619">
                  <c:v>17162408</c:v>
                </c:pt>
                <c:pt idx="2620">
                  <c:v>17164516</c:v>
                </c:pt>
                <c:pt idx="2621">
                  <c:v>17172623</c:v>
                </c:pt>
                <c:pt idx="2622">
                  <c:v>17178158</c:v>
                </c:pt>
                <c:pt idx="2623">
                  <c:v>17179679</c:v>
                </c:pt>
                <c:pt idx="2624">
                  <c:v>17179924</c:v>
                </c:pt>
                <c:pt idx="2625">
                  <c:v>17180058</c:v>
                </c:pt>
                <c:pt idx="2626">
                  <c:v>17180408</c:v>
                </c:pt>
                <c:pt idx="2627">
                  <c:v>17182282</c:v>
                </c:pt>
                <c:pt idx="2628">
                  <c:v>17184128</c:v>
                </c:pt>
                <c:pt idx="2629">
                  <c:v>17184318</c:v>
                </c:pt>
                <c:pt idx="2630">
                  <c:v>17193533</c:v>
                </c:pt>
                <c:pt idx="2631">
                  <c:v>17205715</c:v>
                </c:pt>
                <c:pt idx="2632">
                  <c:v>17211067</c:v>
                </c:pt>
                <c:pt idx="2633">
                  <c:v>17213407</c:v>
                </c:pt>
                <c:pt idx="2634">
                  <c:v>17215461</c:v>
                </c:pt>
                <c:pt idx="2635">
                  <c:v>17219438</c:v>
                </c:pt>
                <c:pt idx="2636">
                  <c:v>17225888</c:v>
                </c:pt>
                <c:pt idx="2637">
                  <c:v>17225891</c:v>
                </c:pt>
                <c:pt idx="2638">
                  <c:v>17226205</c:v>
                </c:pt>
                <c:pt idx="2639">
                  <c:v>17227220</c:v>
                </c:pt>
                <c:pt idx="2640">
                  <c:v>17227458</c:v>
                </c:pt>
                <c:pt idx="2641">
                  <c:v>17227849</c:v>
                </c:pt>
                <c:pt idx="2642">
                  <c:v>17228821</c:v>
                </c:pt>
                <c:pt idx="2643">
                  <c:v>17229016</c:v>
                </c:pt>
                <c:pt idx="2644">
                  <c:v>17244092</c:v>
                </c:pt>
                <c:pt idx="2645">
                  <c:v>17244192</c:v>
                </c:pt>
                <c:pt idx="2646">
                  <c:v>17248425</c:v>
                </c:pt>
                <c:pt idx="2647">
                  <c:v>17256880</c:v>
                </c:pt>
                <c:pt idx="2648">
                  <c:v>17263391</c:v>
                </c:pt>
                <c:pt idx="2649">
                  <c:v>17270157</c:v>
                </c:pt>
                <c:pt idx="2650">
                  <c:v>17271132</c:v>
                </c:pt>
                <c:pt idx="2651">
                  <c:v>17280491</c:v>
                </c:pt>
                <c:pt idx="2652">
                  <c:v>17289747</c:v>
                </c:pt>
                <c:pt idx="2653">
                  <c:v>17309862</c:v>
                </c:pt>
                <c:pt idx="2654">
                  <c:v>17320616</c:v>
                </c:pt>
                <c:pt idx="2655">
                  <c:v>17321098</c:v>
                </c:pt>
                <c:pt idx="2656">
                  <c:v>17321276</c:v>
                </c:pt>
                <c:pt idx="2657">
                  <c:v>17321361</c:v>
                </c:pt>
                <c:pt idx="2658">
                  <c:v>17322536</c:v>
                </c:pt>
                <c:pt idx="2659">
                  <c:v>17324541</c:v>
                </c:pt>
                <c:pt idx="2660">
                  <c:v>17336628</c:v>
                </c:pt>
                <c:pt idx="2661">
                  <c:v>17336812</c:v>
                </c:pt>
                <c:pt idx="2662">
                  <c:v>17338953</c:v>
                </c:pt>
                <c:pt idx="2663">
                  <c:v>17348034</c:v>
                </c:pt>
                <c:pt idx="2664">
                  <c:v>17349364</c:v>
                </c:pt>
                <c:pt idx="2665">
                  <c:v>17352121</c:v>
                </c:pt>
                <c:pt idx="2666">
                  <c:v>17377102</c:v>
                </c:pt>
                <c:pt idx="2667">
                  <c:v>17378927</c:v>
                </c:pt>
                <c:pt idx="2668">
                  <c:v>17387066</c:v>
                </c:pt>
                <c:pt idx="2669">
                  <c:v>17387854</c:v>
                </c:pt>
                <c:pt idx="2670">
                  <c:v>17392610</c:v>
                </c:pt>
                <c:pt idx="2671">
                  <c:v>17397864</c:v>
                </c:pt>
                <c:pt idx="2672">
                  <c:v>17408037</c:v>
                </c:pt>
                <c:pt idx="2673">
                  <c:v>17411373</c:v>
                </c:pt>
                <c:pt idx="2674">
                  <c:v>17417089</c:v>
                </c:pt>
                <c:pt idx="2675">
                  <c:v>17417322</c:v>
                </c:pt>
                <c:pt idx="2676">
                  <c:v>17417698</c:v>
                </c:pt>
                <c:pt idx="2677">
                  <c:v>17422558</c:v>
                </c:pt>
                <c:pt idx="2678">
                  <c:v>17422719</c:v>
                </c:pt>
                <c:pt idx="2679">
                  <c:v>17422813</c:v>
                </c:pt>
                <c:pt idx="2680">
                  <c:v>17422874</c:v>
                </c:pt>
                <c:pt idx="2681">
                  <c:v>17436614</c:v>
                </c:pt>
                <c:pt idx="2682">
                  <c:v>17439399</c:v>
                </c:pt>
                <c:pt idx="2683">
                  <c:v>17440532</c:v>
                </c:pt>
                <c:pt idx="2684">
                  <c:v>17440739</c:v>
                </c:pt>
                <c:pt idx="2685">
                  <c:v>17441110</c:v>
                </c:pt>
                <c:pt idx="2686">
                  <c:v>17441613</c:v>
                </c:pt>
                <c:pt idx="2687">
                  <c:v>17443022</c:v>
                </c:pt>
                <c:pt idx="2688">
                  <c:v>17444947</c:v>
                </c:pt>
                <c:pt idx="2689">
                  <c:v>17448342</c:v>
                </c:pt>
                <c:pt idx="2690">
                  <c:v>17449731</c:v>
                </c:pt>
                <c:pt idx="2691">
                  <c:v>17450530</c:v>
                </c:pt>
                <c:pt idx="2692">
                  <c:v>17451099</c:v>
                </c:pt>
                <c:pt idx="2693">
                  <c:v>17451565</c:v>
                </c:pt>
                <c:pt idx="2694">
                  <c:v>17453335</c:v>
                </c:pt>
                <c:pt idx="2695">
                  <c:v>17453442</c:v>
                </c:pt>
                <c:pt idx="2696">
                  <c:v>17455247</c:v>
                </c:pt>
                <c:pt idx="2697">
                  <c:v>17463964</c:v>
                </c:pt>
                <c:pt idx="2698">
                  <c:v>17465596</c:v>
                </c:pt>
                <c:pt idx="2699">
                  <c:v>17466223</c:v>
                </c:pt>
                <c:pt idx="2700">
                  <c:v>17467258</c:v>
                </c:pt>
                <c:pt idx="2701">
                  <c:v>17468439</c:v>
                </c:pt>
                <c:pt idx="2702">
                  <c:v>17470507</c:v>
                </c:pt>
                <c:pt idx="2703">
                  <c:v>17471048</c:v>
                </c:pt>
                <c:pt idx="2704">
                  <c:v>17471194</c:v>
                </c:pt>
                <c:pt idx="2705">
                  <c:v>17472163</c:v>
                </c:pt>
                <c:pt idx="2706">
                  <c:v>17473037</c:v>
                </c:pt>
                <c:pt idx="2707">
                  <c:v>17474679</c:v>
                </c:pt>
                <c:pt idx="2708">
                  <c:v>17481659</c:v>
                </c:pt>
                <c:pt idx="2709">
                  <c:v>17491027</c:v>
                </c:pt>
                <c:pt idx="2710">
                  <c:v>17491406</c:v>
                </c:pt>
                <c:pt idx="2711">
                  <c:v>17494389</c:v>
                </c:pt>
                <c:pt idx="2712">
                  <c:v>17499622</c:v>
                </c:pt>
                <c:pt idx="2713">
                  <c:v>17508459</c:v>
                </c:pt>
                <c:pt idx="2714">
                  <c:v>17516796</c:v>
                </c:pt>
                <c:pt idx="2715">
                  <c:v>17517188</c:v>
                </c:pt>
                <c:pt idx="2716">
                  <c:v>17517841</c:v>
                </c:pt>
                <c:pt idx="2717">
                  <c:v>17518450</c:v>
                </c:pt>
                <c:pt idx="2718">
                  <c:v>17519150</c:v>
                </c:pt>
                <c:pt idx="2719">
                  <c:v>17519301</c:v>
                </c:pt>
                <c:pt idx="2720">
                  <c:v>17520888</c:v>
                </c:pt>
                <c:pt idx="2721">
                  <c:v>17530168</c:v>
                </c:pt>
                <c:pt idx="2722">
                  <c:v>17531570</c:v>
                </c:pt>
                <c:pt idx="2723">
                  <c:v>17533593</c:v>
                </c:pt>
                <c:pt idx="2724">
                  <c:v>17535188</c:v>
                </c:pt>
                <c:pt idx="2725">
                  <c:v>17547345</c:v>
                </c:pt>
                <c:pt idx="2726">
                  <c:v>17547593</c:v>
                </c:pt>
                <c:pt idx="2727">
                  <c:v>17549865</c:v>
                </c:pt>
                <c:pt idx="2728">
                  <c:v>17550494</c:v>
                </c:pt>
                <c:pt idx="2729">
                  <c:v>17561011</c:v>
                </c:pt>
                <c:pt idx="2730">
                  <c:v>17561446</c:v>
                </c:pt>
                <c:pt idx="2731">
                  <c:v>17562125</c:v>
                </c:pt>
                <c:pt idx="2732">
                  <c:v>17563174</c:v>
                </c:pt>
                <c:pt idx="2733">
                  <c:v>17565947</c:v>
                </c:pt>
                <c:pt idx="2734">
                  <c:v>17566930</c:v>
                </c:pt>
                <c:pt idx="2735">
                  <c:v>17567105</c:v>
                </c:pt>
                <c:pt idx="2736">
                  <c:v>17567575</c:v>
                </c:pt>
                <c:pt idx="2737">
                  <c:v>17567768</c:v>
                </c:pt>
                <c:pt idx="2738">
                  <c:v>17577215</c:v>
                </c:pt>
                <c:pt idx="2739">
                  <c:v>17577635</c:v>
                </c:pt>
                <c:pt idx="2740">
                  <c:v>17578669</c:v>
                </c:pt>
                <c:pt idx="2741">
                  <c:v>17578670</c:v>
                </c:pt>
                <c:pt idx="2742">
                  <c:v>17578836</c:v>
                </c:pt>
                <c:pt idx="2743">
                  <c:v>17578874</c:v>
                </c:pt>
                <c:pt idx="2744">
                  <c:v>17580854</c:v>
                </c:pt>
                <c:pt idx="2745">
                  <c:v>17591666</c:v>
                </c:pt>
                <c:pt idx="2746">
                  <c:v>17595580</c:v>
                </c:pt>
                <c:pt idx="2747">
                  <c:v>17597822</c:v>
                </c:pt>
                <c:pt idx="2748">
                  <c:v>17598078</c:v>
                </c:pt>
                <c:pt idx="2749">
                  <c:v>17598735</c:v>
                </c:pt>
                <c:pt idx="2750">
                  <c:v>17602696</c:v>
                </c:pt>
                <c:pt idx="2751">
                  <c:v>17603643</c:v>
                </c:pt>
                <c:pt idx="2752">
                  <c:v>17616861</c:v>
                </c:pt>
                <c:pt idx="2753">
                  <c:v>17626896</c:v>
                </c:pt>
                <c:pt idx="2754">
                  <c:v>17630584</c:v>
                </c:pt>
                <c:pt idx="2755">
                  <c:v>17633116</c:v>
                </c:pt>
                <c:pt idx="2756">
                  <c:v>17640458</c:v>
                </c:pt>
                <c:pt idx="2757">
                  <c:v>17645478</c:v>
                </c:pt>
                <c:pt idx="2758">
                  <c:v>17650353</c:v>
                </c:pt>
                <c:pt idx="2759">
                  <c:v>17670283</c:v>
                </c:pt>
                <c:pt idx="2760">
                  <c:v>17671270</c:v>
                </c:pt>
                <c:pt idx="2761">
                  <c:v>17677370</c:v>
                </c:pt>
                <c:pt idx="2762">
                  <c:v>17677853</c:v>
                </c:pt>
                <c:pt idx="2763">
                  <c:v>17688071</c:v>
                </c:pt>
                <c:pt idx="2764">
                  <c:v>17689863</c:v>
                </c:pt>
                <c:pt idx="2765">
                  <c:v>17700557</c:v>
                </c:pt>
                <c:pt idx="2766">
                  <c:v>17720311</c:v>
                </c:pt>
                <c:pt idx="2767">
                  <c:v>17720998</c:v>
                </c:pt>
                <c:pt idx="2768">
                  <c:v>17722417</c:v>
                </c:pt>
                <c:pt idx="2769">
                  <c:v>17732197</c:v>
                </c:pt>
                <c:pt idx="2770">
                  <c:v>17736784</c:v>
                </c:pt>
                <c:pt idx="2771">
                  <c:v>17738366</c:v>
                </c:pt>
                <c:pt idx="2772">
                  <c:v>17738501</c:v>
                </c:pt>
                <c:pt idx="2773">
                  <c:v>17740903</c:v>
                </c:pt>
                <c:pt idx="2774">
                  <c:v>17740983</c:v>
                </c:pt>
                <c:pt idx="2775">
                  <c:v>17752670</c:v>
                </c:pt>
                <c:pt idx="2776">
                  <c:v>17753569</c:v>
                </c:pt>
                <c:pt idx="2777">
                  <c:v>17754483</c:v>
                </c:pt>
                <c:pt idx="2778">
                  <c:v>17756045</c:v>
                </c:pt>
                <c:pt idx="2779">
                  <c:v>17759314</c:v>
                </c:pt>
                <c:pt idx="2780">
                  <c:v>17766275</c:v>
                </c:pt>
                <c:pt idx="2781">
                  <c:v>17770545</c:v>
                </c:pt>
                <c:pt idx="2782">
                  <c:v>17771822</c:v>
                </c:pt>
                <c:pt idx="2783">
                  <c:v>17780521</c:v>
                </c:pt>
                <c:pt idx="2784">
                  <c:v>17789230</c:v>
                </c:pt>
                <c:pt idx="2785">
                  <c:v>17790199</c:v>
                </c:pt>
                <c:pt idx="2786">
                  <c:v>17795162</c:v>
                </c:pt>
                <c:pt idx="2787">
                  <c:v>17795748</c:v>
                </c:pt>
                <c:pt idx="2788">
                  <c:v>17813806</c:v>
                </c:pt>
                <c:pt idx="2789">
                  <c:v>17815655</c:v>
                </c:pt>
                <c:pt idx="2790">
                  <c:v>17816399</c:v>
                </c:pt>
                <c:pt idx="2791">
                  <c:v>17822494</c:v>
                </c:pt>
                <c:pt idx="2792">
                  <c:v>17826130</c:v>
                </c:pt>
                <c:pt idx="2793">
                  <c:v>17831847</c:v>
                </c:pt>
                <c:pt idx="2794">
                  <c:v>17832739</c:v>
                </c:pt>
                <c:pt idx="2795">
                  <c:v>17833826</c:v>
                </c:pt>
                <c:pt idx="2796">
                  <c:v>17837705</c:v>
                </c:pt>
                <c:pt idx="2797">
                  <c:v>17840807</c:v>
                </c:pt>
                <c:pt idx="2798">
                  <c:v>17850992</c:v>
                </c:pt>
                <c:pt idx="2799">
                  <c:v>17854126</c:v>
                </c:pt>
                <c:pt idx="2800">
                  <c:v>17855646</c:v>
                </c:pt>
                <c:pt idx="2801">
                  <c:v>17856633</c:v>
                </c:pt>
                <c:pt idx="2802">
                  <c:v>17856919</c:v>
                </c:pt>
                <c:pt idx="2803">
                  <c:v>17857147</c:v>
                </c:pt>
                <c:pt idx="2804">
                  <c:v>17857237</c:v>
                </c:pt>
                <c:pt idx="2805">
                  <c:v>17881811</c:v>
                </c:pt>
                <c:pt idx="2806">
                  <c:v>17884369</c:v>
                </c:pt>
                <c:pt idx="2807">
                  <c:v>17884455</c:v>
                </c:pt>
                <c:pt idx="2808">
                  <c:v>17884565</c:v>
                </c:pt>
                <c:pt idx="2809">
                  <c:v>17884665</c:v>
                </c:pt>
                <c:pt idx="2810">
                  <c:v>17884782</c:v>
                </c:pt>
                <c:pt idx="2811">
                  <c:v>17886397</c:v>
                </c:pt>
                <c:pt idx="2812">
                  <c:v>17886523</c:v>
                </c:pt>
                <c:pt idx="2813">
                  <c:v>17886623</c:v>
                </c:pt>
                <c:pt idx="2814">
                  <c:v>17888186</c:v>
                </c:pt>
                <c:pt idx="2815">
                  <c:v>17903036</c:v>
                </c:pt>
                <c:pt idx="2816">
                  <c:v>17918685</c:v>
                </c:pt>
                <c:pt idx="2817">
                  <c:v>17918868</c:v>
                </c:pt>
                <c:pt idx="2818">
                  <c:v>17919552</c:v>
                </c:pt>
                <c:pt idx="2819">
                  <c:v>17928907</c:v>
                </c:pt>
                <c:pt idx="2820">
                  <c:v>17930558</c:v>
                </c:pt>
                <c:pt idx="2821">
                  <c:v>17932458</c:v>
                </c:pt>
                <c:pt idx="2822">
                  <c:v>17932736</c:v>
                </c:pt>
                <c:pt idx="2823">
                  <c:v>17933003</c:v>
                </c:pt>
                <c:pt idx="2824">
                  <c:v>17933279</c:v>
                </c:pt>
                <c:pt idx="2825">
                  <c:v>17933415</c:v>
                </c:pt>
                <c:pt idx="2826">
                  <c:v>17934114</c:v>
                </c:pt>
                <c:pt idx="2827">
                  <c:v>17939817</c:v>
                </c:pt>
                <c:pt idx="2828">
                  <c:v>17945415</c:v>
                </c:pt>
                <c:pt idx="2829">
                  <c:v>17945716</c:v>
                </c:pt>
                <c:pt idx="2830">
                  <c:v>17947255</c:v>
                </c:pt>
                <c:pt idx="2831">
                  <c:v>17947366</c:v>
                </c:pt>
                <c:pt idx="2832">
                  <c:v>17953432</c:v>
                </c:pt>
                <c:pt idx="2833">
                  <c:v>17966282</c:v>
                </c:pt>
                <c:pt idx="2834">
                  <c:v>17972462</c:v>
                </c:pt>
                <c:pt idx="2835">
                  <c:v>17972963</c:v>
                </c:pt>
                <c:pt idx="2836">
                  <c:v>17973429</c:v>
                </c:pt>
                <c:pt idx="2837">
                  <c:v>17980313</c:v>
                </c:pt>
                <c:pt idx="2838">
                  <c:v>17982006</c:v>
                </c:pt>
                <c:pt idx="2839">
                  <c:v>17985671</c:v>
                </c:pt>
                <c:pt idx="2840">
                  <c:v>17987523</c:v>
                </c:pt>
                <c:pt idx="2841">
                  <c:v>17988149</c:v>
                </c:pt>
                <c:pt idx="2842">
                  <c:v>17988724</c:v>
                </c:pt>
                <c:pt idx="2843">
                  <c:v>17991742</c:v>
                </c:pt>
                <c:pt idx="2844">
                  <c:v>17999659</c:v>
                </c:pt>
                <c:pt idx="2845">
                  <c:v>18001943</c:v>
                </c:pt>
                <c:pt idx="2846">
                  <c:v>18002233</c:v>
                </c:pt>
                <c:pt idx="2847">
                  <c:v>18003438</c:v>
                </c:pt>
                <c:pt idx="2848">
                  <c:v>18011265</c:v>
                </c:pt>
                <c:pt idx="2849">
                  <c:v>18011312</c:v>
                </c:pt>
                <c:pt idx="2850">
                  <c:v>18012370</c:v>
                </c:pt>
                <c:pt idx="2851">
                  <c:v>18014236</c:v>
                </c:pt>
                <c:pt idx="2852">
                  <c:v>18014713</c:v>
                </c:pt>
                <c:pt idx="2853">
                  <c:v>18018226</c:v>
                </c:pt>
                <c:pt idx="2854">
                  <c:v>18026878</c:v>
                </c:pt>
                <c:pt idx="2855">
                  <c:v>18028110</c:v>
                </c:pt>
                <c:pt idx="2856">
                  <c:v>18029377</c:v>
                </c:pt>
                <c:pt idx="2857">
                  <c:v>18029869</c:v>
                </c:pt>
                <c:pt idx="2858">
                  <c:v>18030626</c:v>
                </c:pt>
                <c:pt idx="2859">
                  <c:v>18035168</c:v>
                </c:pt>
                <c:pt idx="2860">
                  <c:v>18042094</c:v>
                </c:pt>
                <c:pt idx="2861">
                  <c:v>18042620</c:v>
                </c:pt>
                <c:pt idx="2862">
                  <c:v>18042686</c:v>
                </c:pt>
                <c:pt idx="2863">
                  <c:v>18044505</c:v>
                </c:pt>
                <c:pt idx="2864">
                  <c:v>18045542</c:v>
                </c:pt>
                <c:pt idx="2865">
                  <c:v>18046807</c:v>
                </c:pt>
                <c:pt idx="2866">
                  <c:v>18057562</c:v>
                </c:pt>
                <c:pt idx="2867">
                  <c:v>18057797</c:v>
                </c:pt>
                <c:pt idx="2868">
                  <c:v>18062203</c:v>
                </c:pt>
                <c:pt idx="2869">
                  <c:v>18062410</c:v>
                </c:pt>
                <c:pt idx="2870">
                  <c:v>18063248</c:v>
                </c:pt>
                <c:pt idx="2871">
                  <c:v>18063987</c:v>
                </c:pt>
                <c:pt idx="2872">
                  <c:v>18064035</c:v>
                </c:pt>
                <c:pt idx="2873">
                  <c:v>18068841</c:v>
                </c:pt>
                <c:pt idx="2874">
                  <c:v>18068872</c:v>
                </c:pt>
                <c:pt idx="2875">
                  <c:v>18071477</c:v>
                </c:pt>
                <c:pt idx="2876">
                  <c:v>18078191</c:v>
                </c:pt>
                <c:pt idx="2877">
                  <c:v>18078798</c:v>
                </c:pt>
                <c:pt idx="2878">
                  <c:v>18080147</c:v>
                </c:pt>
                <c:pt idx="2879">
                  <c:v>18084726</c:v>
                </c:pt>
                <c:pt idx="2880">
                  <c:v>18087292</c:v>
                </c:pt>
                <c:pt idx="2881">
                  <c:v>18088571</c:v>
                </c:pt>
                <c:pt idx="2882">
                  <c:v>18089011</c:v>
                </c:pt>
                <c:pt idx="2883">
                  <c:v>18089359</c:v>
                </c:pt>
                <c:pt idx="2884">
                  <c:v>18089771</c:v>
                </c:pt>
                <c:pt idx="2885">
                  <c:v>18090509</c:v>
                </c:pt>
                <c:pt idx="2886">
                  <c:v>18098501</c:v>
                </c:pt>
                <c:pt idx="2887">
                  <c:v>18098945</c:v>
                </c:pt>
                <c:pt idx="2888">
                  <c:v>18099944</c:v>
                </c:pt>
                <c:pt idx="2889">
                  <c:v>18112330</c:v>
                </c:pt>
                <c:pt idx="2890">
                  <c:v>18114816</c:v>
                </c:pt>
                <c:pt idx="2891">
                  <c:v>18115473</c:v>
                </c:pt>
                <c:pt idx="2892">
                  <c:v>18118075</c:v>
                </c:pt>
                <c:pt idx="2893">
                  <c:v>18119888</c:v>
                </c:pt>
                <c:pt idx="2894">
                  <c:v>18120065</c:v>
                </c:pt>
                <c:pt idx="2895">
                  <c:v>18120201</c:v>
                </c:pt>
                <c:pt idx="2896">
                  <c:v>18120231</c:v>
                </c:pt>
                <c:pt idx="2897">
                  <c:v>18120362</c:v>
                </c:pt>
                <c:pt idx="2898">
                  <c:v>18120517</c:v>
                </c:pt>
                <c:pt idx="2899">
                  <c:v>18120890</c:v>
                </c:pt>
                <c:pt idx="2900">
                  <c:v>18121238</c:v>
                </c:pt>
                <c:pt idx="2901">
                  <c:v>18125569</c:v>
                </c:pt>
                <c:pt idx="2902">
                  <c:v>18126573</c:v>
                </c:pt>
                <c:pt idx="2903">
                  <c:v>18126807</c:v>
                </c:pt>
                <c:pt idx="2904">
                  <c:v>18127423</c:v>
                </c:pt>
                <c:pt idx="2905">
                  <c:v>18129251</c:v>
                </c:pt>
                <c:pt idx="2906">
                  <c:v>18129469</c:v>
                </c:pt>
                <c:pt idx="2907">
                  <c:v>18130962</c:v>
                </c:pt>
                <c:pt idx="2908">
                  <c:v>18131019</c:v>
                </c:pt>
                <c:pt idx="2909">
                  <c:v>18133940</c:v>
                </c:pt>
                <c:pt idx="2910">
                  <c:v>18135564</c:v>
                </c:pt>
                <c:pt idx="2911">
                  <c:v>18155163</c:v>
                </c:pt>
                <c:pt idx="2912">
                  <c:v>18155339</c:v>
                </c:pt>
                <c:pt idx="2913">
                  <c:v>18155743</c:v>
                </c:pt>
                <c:pt idx="2914">
                  <c:v>18156112</c:v>
                </c:pt>
                <c:pt idx="2915">
                  <c:v>18156758</c:v>
                </c:pt>
                <c:pt idx="2916">
                  <c:v>18156924</c:v>
                </c:pt>
                <c:pt idx="2917">
                  <c:v>18162277</c:v>
                </c:pt>
                <c:pt idx="2918">
                  <c:v>18163378</c:v>
                </c:pt>
                <c:pt idx="2919">
                  <c:v>18163498</c:v>
                </c:pt>
                <c:pt idx="2920">
                  <c:v>18166513</c:v>
                </c:pt>
                <c:pt idx="2921">
                  <c:v>18166740</c:v>
                </c:pt>
                <c:pt idx="2922">
                  <c:v>18168586</c:v>
                </c:pt>
                <c:pt idx="2923">
                  <c:v>18168967</c:v>
                </c:pt>
                <c:pt idx="2924">
                  <c:v>18169117</c:v>
                </c:pt>
                <c:pt idx="2925">
                  <c:v>18170200</c:v>
                </c:pt>
                <c:pt idx="2926">
                  <c:v>18170867</c:v>
                </c:pt>
                <c:pt idx="2927">
                  <c:v>18170909</c:v>
                </c:pt>
                <c:pt idx="2928">
                  <c:v>18171276</c:v>
                </c:pt>
                <c:pt idx="2929">
                  <c:v>18171457</c:v>
                </c:pt>
                <c:pt idx="2930">
                  <c:v>18178834</c:v>
                </c:pt>
                <c:pt idx="2931">
                  <c:v>18181915</c:v>
                </c:pt>
                <c:pt idx="2932">
                  <c:v>18183322</c:v>
                </c:pt>
                <c:pt idx="2933">
                  <c:v>18183324</c:v>
                </c:pt>
                <c:pt idx="2934">
                  <c:v>18183520</c:v>
                </c:pt>
                <c:pt idx="2935">
                  <c:v>18185560</c:v>
                </c:pt>
                <c:pt idx="2936">
                  <c:v>18185705</c:v>
                </c:pt>
                <c:pt idx="2937">
                  <c:v>18185880</c:v>
                </c:pt>
                <c:pt idx="2938">
                  <c:v>18190176</c:v>
                </c:pt>
                <c:pt idx="2939">
                  <c:v>18191525</c:v>
                </c:pt>
                <c:pt idx="2940">
                  <c:v>18192027</c:v>
                </c:pt>
                <c:pt idx="2941">
                  <c:v>18192154</c:v>
                </c:pt>
                <c:pt idx="2942">
                  <c:v>18192274</c:v>
                </c:pt>
                <c:pt idx="2943">
                  <c:v>18192395</c:v>
                </c:pt>
                <c:pt idx="2944">
                  <c:v>18198280</c:v>
                </c:pt>
                <c:pt idx="2945">
                  <c:v>18202566</c:v>
                </c:pt>
                <c:pt idx="2946">
                  <c:v>18202755</c:v>
                </c:pt>
                <c:pt idx="2947">
                  <c:v>18217469</c:v>
                </c:pt>
                <c:pt idx="2948">
                  <c:v>18231919</c:v>
                </c:pt>
                <c:pt idx="2949">
                  <c:v>18232132</c:v>
                </c:pt>
                <c:pt idx="2950">
                  <c:v>18234550</c:v>
                </c:pt>
                <c:pt idx="2951">
                  <c:v>18234861</c:v>
                </c:pt>
                <c:pt idx="2952">
                  <c:v>18244093</c:v>
                </c:pt>
                <c:pt idx="2953">
                  <c:v>18245536</c:v>
                </c:pt>
                <c:pt idx="2954">
                  <c:v>18245883</c:v>
                </c:pt>
                <c:pt idx="2955">
                  <c:v>18248481</c:v>
                </c:pt>
                <c:pt idx="2956">
                  <c:v>18257772</c:v>
                </c:pt>
                <c:pt idx="2957">
                  <c:v>18259300</c:v>
                </c:pt>
                <c:pt idx="2958">
                  <c:v>18261646</c:v>
                </c:pt>
                <c:pt idx="2959">
                  <c:v>18268430</c:v>
                </c:pt>
                <c:pt idx="2960">
                  <c:v>18276024</c:v>
                </c:pt>
                <c:pt idx="2961">
                  <c:v>18276112</c:v>
                </c:pt>
                <c:pt idx="2962">
                  <c:v>18278770</c:v>
                </c:pt>
                <c:pt idx="2963">
                  <c:v>18278875</c:v>
                </c:pt>
                <c:pt idx="2964">
                  <c:v>18280277</c:v>
                </c:pt>
                <c:pt idx="2965">
                  <c:v>18294979</c:v>
                </c:pt>
                <c:pt idx="2966">
                  <c:v>18297067</c:v>
                </c:pt>
                <c:pt idx="2967">
                  <c:v>18305292</c:v>
                </c:pt>
                <c:pt idx="2968">
                  <c:v>18314680</c:v>
                </c:pt>
                <c:pt idx="2969">
                  <c:v>18315836</c:v>
                </c:pt>
                <c:pt idx="2970">
                  <c:v>18316532</c:v>
                </c:pt>
                <c:pt idx="2971">
                  <c:v>18322485</c:v>
                </c:pt>
                <c:pt idx="2972">
                  <c:v>18334702</c:v>
                </c:pt>
                <c:pt idx="2973">
                  <c:v>18336006</c:v>
                </c:pt>
                <c:pt idx="2974">
                  <c:v>18341653</c:v>
                </c:pt>
                <c:pt idx="2975">
                  <c:v>18344075</c:v>
                </c:pt>
                <c:pt idx="2976">
                  <c:v>18344626</c:v>
                </c:pt>
                <c:pt idx="2977">
                  <c:v>18352179</c:v>
                </c:pt>
                <c:pt idx="2978">
                  <c:v>18354647</c:v>
                </c:pt>
                <c:pt idx="2979">
                  <c:v>18377547</c:v>
                </c:pt>
                <c:pt idx="2980">
                  <c:v>18378207</c:v>
                </c:pt>
                <c:pt idx="2981">
                  <c:v>18380510</c:v>
                </c:pt>
                <c:pt idx="2982">
                  <c:v>18385542</c:v>
                </c:pt>
                <c:pt idx="2983">
                  <c:v>18388134</c:v>
                </c:pt>
                <c:pt idx="2984">
                  <c:v>18396802</c:v>
                </c:pt>
                <c:pt idx="2985">
                  <c:v>18400040</c:v>
                </c:pt>
                <c:pt idx="2986">
                  <c:v>18405557</c:v>
                </c:pt>
                <c:pt idx="2987">
                  <c:v>18415099</c:v>
                </c:pt>
                <c:pt idx="2988">
                  <c:v>18434126</c:v>
                </c:pt>
                <c:pt idx="2989">
                  <c:v>18435026</c:v>
                </c:pt>
                <c:pt idx="2990">
                  <c:v>18451974</c:v>
                </c:pt>
                <c:pt idx="2991">
                  <c:v>18452828</c:v>
                </c:pt>
                <c:pt idx="2992">
                  <c:v>18455635</c:v>
                </c:pt>
                <c:pt idx="2993">
                  <c:v>18467697</c:v>
                </c:pt>
                <c:pt idx="2994">
                  <c:v>18476771</c:v>
                </c:pt>
                <c:pt idx="2995">
                  <c:v>18483173</c:v>
                </c:pt>
                <c:pt idx="2996">
                  <c:v>18484096</c:v>
                </c:pt>
                <c:pt idx="2997">
                  <c:v>18491942</c:v>
                </c:pt>
                <c:pt idx="2998">
                  <c:v>18492223</c:v>
                </c:pt>
                <c:pt idx="2999">
                  <c:v>18492414</c:v>
                </c:pt>
                <c:pt idx="3000">
                  <c:v>18501344</c:v>
                </c:pt>
                <c:pt idx="3001">
                  <c:v>18513304</c:v>
                </c:pt>
                <c:pt idx="3002">
                  <c:v>18520057</c:v>
                </c:pt>
                <c:pt idx="3003">
                  <c:v>18527843</c:v>
                </c:pt>
                <c:pt idx="3004">
                  <c:v>18528111</c:v>
                </c:pt>
                <c:pt idx="3005">
                  <c:v>18535097</c:v>
                </c:pt>
                <c:pt idx="3006">
                  <c:v>18543326</c:v>
                </c:pt>
                <c:pt idx="3007">
                  <c:v>18549362</c:v>
                </c:pt>
                <c:pt idx="3008">
                  <c:v>18549668</c:v>
                </c:pt>
                <c:pt idx="3009">
                  <c:v>18556062</c:v>
                </c:pt>
                <c:pt idx="3010">
                  <c:v>18558926</c:v>
                </c:pt>
                <c:pt idx="3011">
                  <c:v>18559076</c:v>
                </c:pt>
                <c:pt idx="3012">
                  <c:v>18569729</c:v>
                </c:pt>
                <c:pt idx="3013">
                  <c:v>18573409</c:v>
                </c:pt>
                <c:pt idx="3014">
                  <c:v>18588302</c:v>
                </c:pt>
                <c:pt idx="3015">
                  <c:v>18589306</c:v>
                </c:pt>
                <c:pt idx="3016">
                  <c:v>18591386</c:v>
                </c:pt>
                <c:pt idx="3017">
                  <c:v>18594563</c:v>
                </c:pt>
                <c:pt idx="3018">
                  <c:v>18600952</c:v>
                </c:pt>
                <c:pt idx="3019">
                  <c:v>18602390</c:v>
                </c:pt>
                <c:pt idx="3020">
                  <c:v>18604369</c:v>
                </c:pt>
                <c:pt idx="3021">
                  <c:v>18605008</c:v>
                </c:pt>
                <c:pt idx="3022">
                  <c:v>18605131</c:v>
                </c:pt>
                <c:pt idx="3023">
                  <c:v>18605498</c:v>
                </c:pt>
                <c:pt idx="3024">
                  <c:v>18606052</c:v>
                </c:pt>
                <c:pt idx="3025">
                  <c:v>18606286</c:v>
                </c:pt>
                <c:pt idx="3026">
                  <c:v>18622547</c:v>
                </c:pt>
                <c:pt idx="3027">
                  <c:v>18625776</c:v>
                </c:pt>
                <c:pt idx="3028">
                  <c:v>18627848</c:v>
                </c:pt>
                <c:pt idx="3029">
                  <c:v>18629456</c:v>
                </c:pt>
                <c:pt idx="3030">
                  <c:v>18629461</c:v>
                </c:pt>
                <c:pt idx="3031">
                  <c:v>18629467</c:v>
                </c:pt>
                <c:pt idx="3032">
                  <c:v>18629470</c:v>
                </c:pt>
                <c:pt idx="3033">
                  <c:v>18629472</c:v>
                </c:pt>
                <c:pt idx="3034">
                  <c:v>18629474</c:v>
                </c:pt>
                <c:pt idx="3035">
                  <c:v>18639292</c:v>
                </c:pt>
                <c:pt idx="3036">
                  <c:v>18640734</c:v>
                </c:pt>
                <c:pt idx="3037">
                  <c:v>18644048</c:v>
                </c:pt>
                <c:pt idx="3038">
                  <c:v>18645598</c:v>
                </c:pt>
                <c:pt idx="3039">
                  <c:v>18661416</c:v>
                </c:pt>
                <c:pt idx="3040">
                  <c:v>18663143</c:v>
                </c:pt>
                <c:pt idx="3041">
                  <c:v>18665068</c:v>
                </c:pt>
                <c:pt idx="3042">
                  <c:v>18667173</c:v>
                </c:pt>
                <c:pt idx="3043">
                  <c:v>18676372</c:v>
                </c:pt>
                <c:pt idx="3044">
                  <c:v>18682540</c:v>
                </c:pt>
                <c:pt idx="3045">
                  <c:v>18692347</c:v>
                </c:pt>
                <c:pt idx="3046">
                  <c:v>18694514</c:v>
                </c:pt>
                <c:pt idx="3047">
                  <c:v>18710453</c:v>
                </c:pt>
                <c:pt idx="3048">
                  <c:v>18714720</c:v>
                </c:pt>
                <c:pt idx="3049">
                  <c:v>18720948</c:v>
                </c:pt>
                <c:pt idx="3050">
                  <c:v>18722251</c:v>
                </c:pt>
                <c:pt idx="3051">
                  <c:v>18723588</c:v>
                </c:pt>
                <c:pt idx="3052">
                  <c:v>18728546</c:v>
                </c:pt>
                <c:pt idx="3053">
                  <c:v>18738319</c:v>
                </c:pt>
                <c:pt idx="3054">
                  <c:v>18744412</c:v>
                </c:pt>
                <c:pt idx="3055">
                  <c:v>18747123</c:v>
                </c:pt>
                <c:pt idx="3056">
                  <c:v>18750953</c:v>
                </c:pt>
                <c:pt idx="3057">
                  <c:v>18760150</c:v>
                </c:pt>
                <c:pt idx="3058">
                  <c:v>18760660</c:v>
                </c:pt>
                <c:pt idx="3059">
                  <c:v>18763136</c:v>
                </c:pt>
                <c:pt idx="3060">
                  <c:v>18779906</c:v>
                </c:pt>
                <c:pt idx="3061">
                  <c:v>18782501</c:v>
                </c:pt>
                <c:pt idx="3062">
                  <c:v>18794289</c:v>
                </c:pt>
                <c:pt idx="3063">
                  <c:v>18794556</c:v>
                </c:pt>
                <c:pt idx="3064">
                  <c:v>18795177</c:v>
                </c:pt>
                <c:pt idx="3065">
                  <c:v>18800894</c:v>
                </c:pt>
                <c:pt idx="3066">
                  <c:v>18804295</c:v>
                </c:pt>
                <c:pt idx="3067">
                  <c:v>18806239</c:v>
                </c:pt>
                <c:pt idx="3068">
                  <c:v>18812892</c:v>
                </c:pt>
                <c:pt idx="3069">
                  <c:v>18821956</c:v>
                </c:pt>
                <c:pt idx="3070">
                  <c:v>18822653</c:v>
                </c:pt>
                <c:pt idx="3071">
                  <c:v>18829807</c:v>
                </c:pt>
                <c:pt idx="3072">
                  <c:v>18829983</c:v>
                </c:pt>
                <c:pt idx="3073">
                  <c:v>18830591</c:v>
                </c:pt>
                <c:pt idx="3074">
                  <c:v>18841418</c:v>
                </c:pt>
                <c:pt idx="3075">
                  <c:v>18842933</c:v>
                </c:pt>
                <c:pt idx="3076">
                  <c:v>18846041</c:v>
                </c:pt>
                <c:pt idx="3077">
                  <c:v>18859742</c:v>
                </c:pt>
                <c:pt idx="3078">
                  <c:v>18860730</c:v>
                </c:pt>
                <c:pt idx="3079">
                  <c:v>18863554</c:v>
                </c:pt>
                <c:pt idx="3080">
                  <c:v>18864066</c:v>
                </c:pt>
                <c:pt idx="3081">
                  <c:v>18877382</c:v>
                </c:pt>
                <c:pt idx="3082">
                  <c:v>18880780</c:v>
                </c:pt>
                <c:pt idx="3083">
                  <c:v>18881609</c:v>
                </c:pt>
                <c:pt idx="3084">
                  <c:v>18888264</c:v>
                </c:pt>
                <c:pt idx="3085">
                  <c:v>18890466</c:v>
                </c:pt>
                <c:pt idx="3086">
                  <c:v>18897454</c:v>
                </c:pt>
                <c:pt idx="3087">
                  <c:v>18899920</c:v>
                </c:pt>
                <c:pt idx="3088">
                  <c:v>18909192</c:v>
                </c:pt>
                <c:pt idx="3089">
                  <c:v>18914321</c:v>
                </c:pt>
                <c:pt idx="3090">
                  <c:v>18922648</c:v>
                </c:pt>
                <c:pt idx="3091">
                  <c:v>18937650</c:v>
                </c:pt>
                <c:pt idx="3092">
                  <c:v>18940000</c:v>
                </c:pt>
                <c:pt idx="3093">
                  <c:v>18956853</c:v>
                </c:pt>
                <c:pt idx="3094">
                  <c:v>18965177</c:v>
                </c:pt>
                <c:pt idx="3095">
                  <c:v>18965798</c:v>
                </c:pt>
                <c:pt idx="3096">
                  <c:v>18968779</c:v>
                </c:pt>
                <c:pt idx="3097">
                  <c:v>18968899</c:v>
                </c:pt>
                <c:pt idx="3098">
                  <c:v>18971941</c:v>
                </c:pt>
                <c:pt idx="3099">
                  <c:v>18982516</c:v>
                </c:pt>
                <c:pt idx="3100">
                  <c:v>18986915</c:v>
                </c:pt>
                <c:pt idx="3101">
                  <c:v>19000129</c:v>
                </c:pt>
                <c:pt idx="3102">
                  <c:v>19000743</c:v>
                </c:pt>
                <c:pt idx="3103">
                  <c:v>19010392</c:v>
                </c:pt>
                <c:pt idx="3104">
                  <c:v>19011386</c:v>
                </c:pt>
                <c:pt idx="3105">
                  <c:v>19020863</c:v>
                </c:pt>
                <c:pt idx="3106">
                  <c:v>19030260</c:v>
                </c:pt>
                <c:pt idx="3107">
                  <c:v>19042037</c:v>
                </c:pt>
                <c:pt idx="3108">
                  <c:v>19045323</c:v>
                </c:pt>
                <c:pt idx="3109">
                  <c:v>19050712</c:v>
                </c:pt>
                <c:pt idx="3110">
                  <c:v>19066551</c:v>
                </c:pt>
                <c:pt idx="3111">
                  <c:v>19072380</c:v>
                </c:pt>
                <c:pt idx="3112">
                  <c:v>19073902</c:v>
                </c:pt>
                <c:pt idx="3113">
                  <c:v>19074182</c:v>
                </c:pt>
                <c:pt idx="3114">
                  <c:v>19077470</c:v>
                </c:pt>
                <c:pt idx="3115">
                  <c:v>19082619</c:v>
                </c:pt>
                <c:pt idx="3116">
                  <c:v>19083341</c:v>
                </c:pt>
                <c:pt idx="3117">
                  <c:v>19087631</c:v>
                </c:pt>
                <c:pt idx="3118">
                  <c:v>19088105</c:v>
                </c:pt>
                <c:pt idx="3119">
                  <c:v>19091160</c:v>
                </c:pt>
                <c:pt idx="3120">
                  <c:v>19092006</c:v>
                </c:pt>
                <c:pt idx="3121">
                  <c:v>19092383</c:v>
                </c:pt>
                <c:pt idx="3122">
                  <c:v>19093219</c:v>
                </c:pt>
                <c:pt idx="3123">
                  <c:v>19094020</c:v>
                </c:pt>
                <c:pt idx="3124">
                  <c:v>19103879</c:v>
                </c:pt>
                <c:pt idx="3125">
                  <c:v>19104189</c:v>
                </c:pt>
                <c:pt idx="3126">
                  <c:v>19108196</c:v>
                </c:pt>
                <c:pt idx="3127">
                  <c:v>19124042</c:v>
                </c:pt>
                <c:pt idx="3128">
                  <c:v>19125546</c:v>
                </c:pt>
                <c:pt idx="3129">
                  <c:v>19126263</c:v>
                </c:pt>
                <c:pt idx="3130">
                  <c:v>19126623</c:v>
                </c:pt>
                <c:pt idx="3131">
                  <c:v>19127100</c:v>
                </c:pt>
                <c:pt idx="3132">
                  <c:v>19127428</c:v>
                </c:pt>
                <c:pt idx="3133">
                  <c:v>19128399</c:v>
                </c:pt>
                <c:pt idx="3134">
                  <c:v>19134566</c:v>
                </c:pt>
                <c:pt idx="3135">
                  <c:v>19134670</c:v>
                </c:pt>
                <c:pt idx="3136">
                  <c:v>19165052</c:v>
                </c:pt>
                <c:pt idx="3137">
                  <c:v>19166411</c:v>
                </c:pt>
                <c:pt idx="3138">
                  <c:v>19173305</c:v>
                </c:pt>
                <c:pt idx="3139">
                  <c:v>19181585</c:v>
                </c:pt>
                <c:pt idx="3140">
                  <c:v>19183602</c:v>
                </c:pt>
                <c:pt idx="3141">
                  <c:v>19190036</c:v>
                </c:pt>
                <c:pt idx="3142">
                  <c:v>19198885</c:v>
                </c:pt>
                <c:pt idx="3143">
                  <c:v>19200815</c:v>
                </c:pt>
                <c:pt idx="3144">
                  <c:v>19205421</c:v>
                </c:pt>
                <c:pt idx="3145">
                  <c:v>19213979</c:v>
                </c:pt>
                <c:pt idx="3146">
                  <c:v>19215532</c:v>
                </c:pt>
                <c:pt idx="3147">
                  <c:v>19218884</c:v>
                </c:pt>
                <c:pt idx="3148">
                  <c:v>19235888</c:v>
                </c:pt>
                <c:pt idx="3149">
                  <c:v>19239312</c:v>
                </c:pt>
                <c:pt idx="3150">
                  <c:v>19239860</c:v>
                </c:pt>
                <c:pt idx="3151">
                  <c:v>19274009</c:v>
                </c:pt>
                <c:pt idx="3152">
                  <c:v>19301423</c:v>
                </c:pt>
                <c:pt idx="3153">
                  <c:v>19307501</c:v>
                </c:pt>
                <c:pt idx="3154">
                  <c:v>19315964</c:v>
                </c:pt>
                <c:pt idx="3155">
                  <c:v>19317056</c:v>
                </c:pt>
                <c:pt idx="3156">
                  <c:v>19317602</c:v>
                </c:pt>
                <c:pt idx="3157">
                  <c:v>19334882</c:v>
                </c:pt>
                <c:pt idx="3158">
                  <c:v>19336181</c:v>
                </c:pt>
                <c:pt idx="3159">
                  <c:v>19336318</c:v>
                </c:pt>
                <c:pt idx="3160">
                  <c:v>19337543</c:v>
                </c:pt>
                <c:pt idx="3161">
                  <c:v>19341433</c:v>
                </c:pt>
                <c:pt idx="3162">
                  <c:v>19346230</c:v>
                </c:pt>
                <c:pt idx="3163">
                  <c:v>19347996</c:v>
                </c:pt>
                <c:pt idx="3164">
                  <c:v>19351065</c:v>
                </c:pt>
                <c:pt idx="3165">
                  <c:v>19351138</c:v>
                </c:pt>
                <c:pt idx="3166">
                  <c:v>19354113</c:v>
                </c:pt>
                <c:pt idx="3167">
                  <c:v>19356266</c:v>
                </c:pt>
                <c:pt idx="3168">
                  <c:v>19356694</c:v>
                </c:pt>
                <c:pt idx="3169">
                  <c:v>19378264</c:v>
                </c:pt>
                <c:pt idx="3170">
                  <c:v>19394437</c:v>
                </c:pt>
                <c:pt idx="3171">
                  <c:v>19418814</c:v>
                </c:pt>
                <c:pt idx="3172">
                  <c:v>19418886</c:v>
                </c:pt>
                <c:pt idx="3173">
                  <c:v>19429477</c:v>
                </c:pt>
                <c:pt idx="3174">
                  <c:v>19446347</c:v>
                </c:pt>
                <c:pt idx="3175">
                  <c:v>19462947</c:v>
                </c:pt>
                <c:pt idx="3176">
                  <c:v>19464580</c:v>
                </c:pt>
                <c:pt idx="3177">
                  <c:v>19465126</c:v>
                </c:pt>
                <c:pt idx="3178">
                  <c:v>19480942</c:v>
                </c:pt>
                <c:pt idx="3179">
                  <c:v>19495335</c:v>
                </c:pt>
                <c:pt idx="3180">
                  <c:v>19497285</c:v>
                </c:pt>
                <c:pt idx="3181">
                  <c:v>19500040</c:v>
                </c:pt>
                <c:pt idx="3182">
                  <c:v>19516499</c:v>
                </c:pt>
                <c:pt idx="3183">
                  <c:v>19523971</c:v>
                </c:pt>
                <c:pt idx="3184">
                  <c:v>19541442</c:v>
                </c:pt>
                <c:pt idx="3185">
                  <c:v>19566339</c:v>
                </c:pt>
                <c:pt idx="3186">
                  <c:v>19568276</c:v>
                </c:pt>
                <c:pt idx="3187">
                  <c:v>19568545</c:v>
                </c:pt>
                <c:pt idx="3188">
                  <c:v>19575560</c:v>
                </c:pt>
                <c:pt idx="3189">
                  <c:v>19576047</c:v>
                </c:pt>
                <c:pt idx="3190">
                  <c:v>19578455</c:v>
                </c:pt>
                <c:pt idx="3191">
                  <c:v>19585021</c:v>
                </c:pt>
                <c:pt idx="3192">
                  <c:v>19594516</c:v>
                </c:pt>
                <c:pt idx="3193">
                  <c:v>19595404</c:v>
                </c:pt>
                <c:pt idx="3194">
                  <c:v>19596050</c:v>
                </c:pt>
                <c:pt idx="3195">
                  <c:v>19597373</c:v>
                </c:pt>
                <c:pt idx="3196">
                  <c:v>19600632</c:v>
                </c:pt>
                <c:pt idx="3197">
                  <c:v>19600995</c:v>
                </c:pt>
                <c:pt idx="3198">
                  <c:v>19611951</c:v>
                </c:pt>
                <c:pt idx="3199">
                  <c:v>19613136</c:v>
                </c:pt>
                <c:pt idx="3200">
                  <c:v>19613525</c:v>
                </c:pt>
                <c:pt idx="3201">
                  <c:v>19615669</c:v>
                </c:pt>
                <c:pt idx="3202">
                  <c:v>19627331</c:v>
                </c:pt>
                <c:pt idx="3203">
                  <c:v>19630336</c:v>
                </c:pt>
                <c:pt idx="3204">
                  <c:v>19632698</c:v>
                </c:pt>
                <c:pt idx="3205">
                  <c:v>19633579</c:v>
                </c:pt>
                <c:pt idx="3206">
                  <c:v>19644752</c:v>
                </c:pt>
                <c:pt idx="3207">
                  <c:v>19648627</c:v>
                </c:pt>
                <c:pt idx="3208">
                  <c:v>19648958</c:v>
                </c:pt>
                <c:pt idx="3209">
                  <c:v>19649237</c:v>
                </c:pt>
                <c:pt idx="3210">
                  <c:v>19649632</c:v>
                </c:pt>
                <c:pt idx="3211">
                  <c:v>19653613</c:v>
                </c:pt>
                <c:pt idx="3212">
                  <c:v>19662584</c:v>
                </c:pt>
                <c:pt idx="3213">
                  <c:v>19671256</c:v>
                </c:pt>
                <c:pt idx="3214">
                  <c:v>19682464</c:v>
                </c:pt>
                <c:pt idx="3215">
                  <c:v>19692039</c:v>
                </c:pt>
                <c:pt idx="3216">
                  <c:v>19699801</c:v>
                </c:pt>
                <c:pt idx="3217">
                  <c:v>19702707</c:v>
                </c:pt>
                <c:pt idx="3218">
                  <c:v>19709583</c:v>
                </c:pt>
                <c:pt idx="3219">
                  <c:v>19727301</c:v>
                </c:pt>
                <c:pt idx="3220">
                  <c:v>19731060</c:v>
                </c:pt>
                <c:pt idx="3221">
                  <c:v>19739951</c:v>
                </c:pt>
                <c:pt idx="3222">
                  <c:v>19754011</c:v>
                </c:pt>
                <c:pt idx="3223">
                  <c:v>19754787</c:v>
                </c:pt>
                <c:pt idx="3224">
                  <c:v>19755489</c:v>
                </c:pt>
                <c:pt idx="3225">
                  <c:v>19757676</c:v>
                </c:pt>
                <c:pt idx="3226">
                  <c:v>19772349</c:v>
                </c:pt>
                <c:pt idx="3227">
                  <c:v>19790950</c:v>
                </c:pt>
                <c:pt idx="3228">
                  <c:v>19792773</c:v>
                </c:pt>
                <c:pt idx="3229">
                  <c:v>19796786</c:v>
                </c:pt>
                <c:pt idx="3230">
                  <c:v>19801815</c:v>
                </c:pt>
                <c:pt idx="3231">
                  <c:v>19815026</c:v>
                </c:pt>
                <c:pt idx="3232">
                  <c:v>19831381</c:v>
                </c:pt>
                <c:pt idx="3233">
                  <c:v>19832165</c:v>
                </c:pt>
                <c:pt idx="3234">
                  <c:v>19833385</c:v>
                </c:pt>
                <c:pt idx="3235">
                  <c:v>19842130</c:v>
                </c:pt>
                <c:pt idx="3236">
                  <c:v>19847558</c:v>
                </c:pt>
                <c:pt idx="3237">
                  <c:v>19848984</c:v>
                </c:pt>
                <c:pt idx="3238">
                  <c:v>19865517</c:v>
                </c:pt>
                <c:pt idx="3239">
                  <c:v>19867600</c:v>
                </c:pt>
                <c:pt idx="3240">
                  <c:v>19867756</c:v>
                </c:pt>
                <c:pt idx="3241">
                  <c:v>19867815</c:v>
                </c:pt>
                <c:pt idx="3242">
                  <c:v>19867848</c:v>
                </c:pt>
                <c:pt idx="3243">
                  <c:v>19868480</c:v>
                </c:pt>
                <c:pt idx="3244">
                  <c:v>19893980</c:v>
                </c:pt>
                <c:pt idx="3245">
                  <c:v>19895028</c:v>
                </c:pt>
                <c:pt idx="3246">
                  <c:v>19895040</c:v>
                </c:pt>
                <c:pt idx="3247">
                  <c:v>19901447</c:v>
                </c:pt>
                <c:pt idx="3248">
                  <c:v>19901997</c:v>
                </c:pt>
                <c:pt idx="3249">
                  <c:v>19917236</c:v>
                </c:pt>
                <c:pt idx="3250">
                  <c:v>19918034</c:v>
                </c:pt>
                <c:pt idx="3251">
                  <c:v>19918087</c:v>
                </c:pt>
                <c:pt idx="3252">
                  <c:v>19918281</c:v>
                </c:pt>
                <c:pt idx="3253">
                  <c:v>19918607</c:v>
                </c:pt>
                <c:pt idx="3254">
                  <c:v>19920216</c:v>
                </c:pt>
                <c:pt idx="3255">
                  <c:v>19920243</c:v>
                </c:pt>
                <c:pt idx="3256">
                  <c:v>19933225</c:v>
                </c:pt>
                <c:pt idx="3257">
                  <c:v>19934198</c:v>
                </c:pt>
                <c:pt idx="3258">
                  <c:v>19936635</c:v>
                </c:pt>
                <c:pt idx="3259">
                  <c:v>19937245</c:v>
                </c:pt>
                <c:pt idx="3260">
                  <c:v>19943259</c:v>
                </c:pt>
                <c:pt idx="3261">
                  <c:v>19945644</c:v>
                </c:pt>
                <c:pt idx="3262">
                  <c:v>19972019</c:v>
                </c:pt>
                <c:pt idx="3263">
                  <c:v>19972160</c:v>
                </c:pt>
                <c:pt idx="3264">
                  <c:v>19974397</c:v>
                </c:pt>
                <c:pt idx="3265">
                  <c:v>19976789</c:v>
                </c:pt>
                <c:pt idx="3266">
                  <c:v>19977073</c:v>
                </c:pt>
                <c:pt idx="3267">
                  <c:v>19985067</c:v>
                </c:pt>
                <c:pt idx="3268">
                  <c:v>19987868</c:v>
                </c:pt>
                <c:pt idx="3269">
                  <c:v>19992494</c:v>
                </c:pt>
                <c:pt idx="3270">
                  <c:v>20020020</c:v>
                </c:pt>
                <c:pt idx="3271">
                  <c:v>20024509</c:v>
                </c:pt>
                <c:pt idx="3272">
                  <c:v>20035548</c:v>
                </c:pt>
                <c:pt idx="3273">
                  <c:v>20039553</c:v>
                </c:pt>
                <c:pt idx="3274">
                  <c:v>20048395</c:v>
                </c:pt>
                <c:pt idx="3275">
                  <c:v>20058048</c:v>
                </c:pt>
                <c:pt idx="3276">
                  <c:v>20058402</c:v>
                </c:pt>
                <c:pt idx="3277">
                  <c:v>20059207</c:v>
                </c:pt>
                <c:pt idx="3278">
                  <c:v>20066499</c:v>
                </c:pt>
                <c:pt idx="3279">
                  <c:v>20083013</c:v>
                </c:pt>
                <c:pt idx="3280">
                  <c:v>20086125</c:v>
                </c:pt>
                <c:pt idx="3281">
                  <c:v>20092892</c:v>
                </c:pt>
                <c:pt idx="3282">
                  <c:v>20093280</c:v>
                </c:pt>
                <c:pt idx="3283">
                  <c:v>20126898</c:v>
                </c:pt>
                <c:pt idx="3284">
                  <c:v>20128937</c:v>
                </c:pt>
                <c:pt idx="3285">
                  <c:v>20129286</c:v>
                </c:pt>
                <c:pt idx="3286">
                  <c:v>20129823</c:v>
                </c:pt>
                <c:pt idx="3287">
                  <c:v>20146526</c:v>
                </c:pt>
                <c:pt idx="3288">
                  <c:v>20147018</c:v>
                </c:pt>
                <c:pt idx="3289">
                  <c:v>20148208</c:v>
                </c:pt>
                <c:pt idx="3290">
                  <c:v>20156757</c:v>
                </c:pt>
                <c:pt idx="3291">
                  <c:v>20156867</c:v>
                </c:pt>
                <c:pt idx="3292">
                  <c:v>20169695</c:v>
                </c:pt>
                <c:pt idx="3293">
                  <c:v>20187206</c:v>
                </c:pt>
                <c:pt idx="3294">
                  <c:v>20197642</c:v>
                </c:pt>
                <c:pt idx="3295">
                  <c:v>20198108</c:v>
                </c:pt>
                <c:pt idx="3296">
                  <c:v>20204072</c:v>
                </c:pt>
                <c:pt idx="3297">
                  <c:v>20205618</c:v>
                </c:pt>
                <c:pt idx="3298">
                  <c:v>20206091</c:v>
                </c:pt>
                <c:pt idx="3299">
                  <c:v>20216957</c:v>
                </c:pt>
                <c:pt idx="3300">
                  <c:v>20219680</c:v>
                </c:pt>
                <c:pt idx="3301">
                  <c:v>20225881</c:v>
                </c:pt>
                <c:pt idx="3302">
                  <c:v>20230951</c:v>
                </c:pt>
                <c:pt idx="3303">
                  <c:v>20231713</c:v>
                </c:pt>
                <c:pt idx="3304">
                  <c:v>20238171</c:v>
                </c:pt>
                <c:pt idx="3305">
                  <c:v>20265614</c:v>
                </c:pt>
                <c:pt idx="3306">
                  <c:v>20269517</c:v>
                </c:pt>
                <c:pt idx="3307">
                  <c:v>20272879</c:v>
                </c:pt>
                <c:pt idx="3308">
                  <c:v>20272933</c:v>
                </c:pt>
                <c:pt idx="3309">
                  <c:v>20273305</c:v>
                </c:pt>
                <c:pt idx="3310">
                  <c:v>20285860</c:v>
                </c:pt>
                <c:pt idx="3311">
                  <c:v>20307897</c:v>
                </c:pt>
                <c:pt idx="3312">
                  <c:v>20308374</c:v>
                </c:pt>
                <c:pt idx="3313">
                  <c:v>20310823</c:v>
                </c:pt>
                <c:pt idx="3314">
                  <c:v>20311513</c:v>
                </c:pt>
                <c:pt idx="3315">
                  <c:v>20313425</c:v>
                </c:pt>
                <c:pt idx="3316">
                  <c:v>20316037</c:v>
                </c:pt>
                <c:pt idx="3317">
                  <c:v>20316842</c:v>
                </c:pt>
                <c:pt idx="3318">
                  <c:v>20336542</c:v>
                </c:pt>
                <c:pt idx="3319">
                  <c:v>20336576</c:v>
                </c:pt>
                <c:pt idx="3320">
                  <c:v>20339602</c:v>
                </c:pt>
                <c:pt idx="3321">
                  <c:v>20347136</c:v>
                </c:pt>
                <c:pt idx="3322">
                  <c:v>20368910</c:v>
                </c:pt>
                <c:pt idx="3323">
                  <c:v>20370002</c:v>
                </c:pt>
                <c:pt idx="3324">
                  <c:v>20371084</c:v>
                </c:pt>
                <c:pt idx="3325">
                  <c:v>20396566</c:v>
                </c:pt>
                <c:pt idx="3326">
                  <c:v>20403043</c:v>
                </c:pt>
                <c:pt idx="3327">
                  <c:v>20415091</c:v>
                </c:pt>
                <c:pt idx="3328">
                  <c:v>20418242</c:v>
                </c:pt>
                <c:pt idx="3329">
                  <c:v>20428365</c:v>
                </c:pt>
                <c:pt idx="3330">
                  <c:v>20446225</c:v>
                </c:pt>
                <c:pt idx="3331">
                  <c:v>20450646</c:v>
                </c:pt>
                <c:pt idx="3332">
                  <c:v>20461013</c:v>
                </c:pt>
                <c:pt idx="3333">
                  <c:v>20467299</c:v>
                </c:pt>
                <c:pt idx="3334">
                  <c:v>20467559</c:v>
                </c:pt>
                <c:pt idx="3335">
                  <c:v>20468971</c:v>
                </c:pt>
                <c:pt idx="3336">
                  <c:v>20470771</c:v>
                </c:pt>
                <c:pt idx="3337">
                  <c:v>20482515</c:v>
                </c:pt>
                <c:pt idx="3338">
                  <c:v>20493267</c:v>
                </c:pt>
                <c:pt idx="3339">
                  <c:v>20513267</c:v>
                </c:pt>
                <c:pt idx="3340">
                  <c:v>20530551</c:v>
                </c:pt>
                <c:pt idx="3341">
                  <c:v>20533776</c:v>
                </c:pt>
                <c:pt idx="3342">
                  <c:v>20534835</c:v>
                </c:pt>
                <c:pt idx="3343">
                  <c:v>20547386</c:v>
                </c:pt>
                <c:pt idx="3344">
                  <c:v>20547545</c:v>
                </c:pt>
                <c:pt idx="3345">
                  <c:v>20548678</c:v>
                </c:pt>
                <c:pt idx="3346">
                  <c:v>20559597</c:v>
                </c:pt>
                <c:pt idx="3347">
                  <c:v>20560839</c:v>
                </c:pt>
                <c:pt idx="3348">
                  <c:v>20560889</c:v>
                </c:pt>
                <c:pt idx="3349">
                  <c:v>20560914</c:v>
                </c:pt>
                <c:pt idx="3350">
                  <c:v>20561111</c:v>
                </c:pt>
                <c:pt idx="3351">
                  <c:v>20563551</c:v>
                </c:pt>
                <c:pt idx="3352">
                  <c:v>20564650</c:v>
                </c:pt>
                <c:pt idx="3353">
                  <c:v>20565541</c:v>
                </c:pt>
                <c:pt idx="3354">
                  <c:v>20566077</c:v>
                </c:pt>
                <c:pt idx="3355">
                  <c:v>20574020</c:v>
                </c:pt>
                <c:pt idx="3356">
                  <c:v>20575330</c:v>
                </c:pt>
                <c:pt idx="3357">
                  <c:v>20575395</c:v>
                </c:pt>
                <c:pt idx="3358">
                  <c:v>20575565</c:v>
                </c:pt>
                <c:pt idx="3359">
                  <c:v>20578468</c:v>
                </c:pt>
                <c:pt idx="3360">
                  <c:v>20579311</c:v>
                </c:pt>
                <c:pt idx="3361">
                  <c:v>20580301</c:v>
                </c:pt>
                <c:pt idx="3362">
                  <c:v>20608627</c:v>
                </c:pt>
                <c:pt idx="3363">
                  <c:v>20610330</c:v>
                </c:pt>
                <c:pt idx="3364">
                  <c:v>20613103</c:v>
                </c:pt>
                <c:pt idx="3365">
                  <c:v>20614926</c:v>
                </c:pt>
                <c:pt idx="3366">
                  <c:v>20615886</c:v>
                </c:pt>
                <c:pt idx="3367">
                  <c:v>20627248</c:v>
                </c:pt>
                <c:pt idx="3368">
                  <c:v>20641381</c:v>
                </c:pt>
                <c:pt idx="3369">
                  <c:v>20642390</c:v>
                </c:pt>
                <c:pt idx="3370">
                  <c:v>20646219</c:v>
                </c:pt>
                <c:pt idx="3371">
                  <c:v>20649246</c:v>
                </c:pt>
                <c:pt idx="3372">
                  <c:v>20664765</c:v>
                </c:pt>
                <c:pt idx="3373">
                  <c:v>20664929</c:v>
                </c:pt>
                <c:pt idx="3374">
                  <c:v>20672750</c:v>
                </c:pt>
                <c:pt idx="3375">
                  <c:v>20675194</c:v>
                </c:pt>
                <c:pt idx="3376">
                  <c:v>20680188</c:v>
                </c:pt>
                <c:pt idx="3377">
                  <c:v>20682913</c:v>
                </c:pt>
                <c:pt idx="3378">
                  <c:v>20689007</c:v>
                </c:pt>
                <c:pt idx="3379">
                  <c:v>20689364</c:v>
                </c:pt>
                <c:pt idx="3380">
                  <c:v>20698276</c:v>
                </c:pt>
                <c:pt idx="3381">
                  <c:v>20700353</c:v>
                </c:pt>
                <c:pt idx="3382">
                  <c:v>20700435</c:v>
                </c:pt>
                <c:pt idx="3383">
                  <c:v>20721173</c:v>
                </c:pt>
                <c:pt idx="3384">
                  <c:v>20723727</c:v>
                </c:pt>
                <c:pt idx="3385">
                  <c:v>20732314</c:v>
                </c:pt>
                <c:pt idx="3386">
                  <c:v>20740856</c:v>
                </c:pt>
                <c:pt idx="3387">
                  <c:v>20745097</c:v>
                </c:pt>
                <c:pt idx="3388">
                  <c:v>20751483</c:v>
                </c:pt>
                <c:pt idx="3389">
                  <c:v>20753327</c:v>
                </c:pt>
                <c:pt idx="3390">
                  <c:v>20756842</c:v>
                </c:pt>
                <c:pt idx="3391">
                  <c:v>20757560</c:v>
                </c:pt>
                <c:pt idx="3392">
                  <c:v>20762910</c:v>
                </c:pt>
                <c:pt idx="3393">
                  <c:v>20767709</c:v>
                </c:pt>
                <c:pt idx="3394">
                  <c:v>20767772</c:v>
                </c:pt>
                <c:pt idx="3395">
                  <c:v>20769517</c:v>
                </c:pt>
                <c:pt idx="3396">
                  <c:v>20770090</c:v>
                </c:pt>
                <c:pt idx="3397">
                  <c:v>20781192</c:v>
                </c:pt>
                <c:pt idx="3398">
                  <c:v>20788826</c:v>
                </c:pt>
                <c:pt idx="3399">
                  <c:v>20792519</c:v>
                </c:pt>
                <c:pt idx="3400">
                  <c:v>20792684</c:v>
                </c:pt>
                <c:pt idx="3401">
                  <c:v>20794431</c:v>
                </c:pt>
                <c:pt idx="3402">
                  <c:v>20795025</c:v>
                </c:pt>
                <c:pt idx="3403">
                  <c:v>20805644</c:v>
                </c:pt>
                <c:pt idx="3404">
                  <c:v>20805700</c:v>
                </c:pt>
                <c:pt idx="3405">
                  <c:v>20814207</c:v>
                </c:pt>
                <c:pt idx="3406">
                  <c:v>20820893</c:v>
                </c:pt>
                <c:pt idx="3407">
                  <c:v>20822559</c:v>
                </c:pt>
                <c:pt idx="3408">
                  <c:v>20823922</c:v>
                </c:pt>
                <c:pt idx="3409">
                  <c:v>20830335</c:v>
                </c:pt>
                <c:pt idx="3410">
                  <c:v>20838911</c:v>
                </c:pt>
                <c:pt idx="3411">
                  <c:v>20840686</c:v>
                </c:pt>
                <c:pt idx="3412">
                  <c:v>20849955</c:v>
                </c:pt>
                <c:pt idx="3413">
                  <c:v>20850355</c:v>
                </c:pt>
                <c:pt idx="3414">
                  <c:v>20850461</c:v>
                </c:pt>
                <c:pt idx="3415">
                  <c:v>20850577</c:v>
                </c:pt>
                <c:pt idx="3416">
                  <c:v>20850627</c:v>
                </c:pt>
                <c:pt idx="3417">
                  <c:v>20851210</c:v>
                </c:pt>
                <c:pt idx="3418">
                  <c:v>20852409</c:v>
                </c:pt>
                <c:pt idx="3419">
                  <c:v>20853144</c:v>
                </c:pt>
                <c:pt idx="3420">
                  <c:v>20853480</c:v>
                </c:pt>
                <c:pt idx="3421">
                  <c:v>20855731</c:v>
                </c:pt>
                <c:pt idx="3422">
                  <c:v>20867123</c:v>
                </c:pt>
                <c:pt idx="3423">
                  <c:v>20869092</c:v>
                </c:pt>
                <c:pt idx="3424">
                  <c:v>20869989</c:v>
                </c:pt>
                <c:pt idx="3425">
                  <c:v>20874895</c:v>
                </c:pt>
                <c:pt idx="3426">
                  <c:v>20876542</c:v>
                </c:pt>
                <c:pt idx="3427">
                  <c:v>20876699</c:v>
                </c:pt>
                <c:pt idx="3428">
                  <c:v>20879268</c:v>
                </c:pt>
                <c:pt idx="3429">
                  <c:v>20886996</c:v>
                </c:pt>
                <c:pt idx="3430">
                  <c:v>20891167</c:v>
                </c:pt>
                <c:pt idx="3431">
                  <c:v>20891241</c:v>
                </c:pt>
                <c:pt idx="3432">
                  <c:v>20899136</c:v>
                </c:pt>
                <c:pt idx="3433">
                  <c:v>20903272</c:v>
                </c:pt>
                <c:pt idx="3434">
                  <c:v>20904882</c:v>
                </c:pt>
                <c:pt idx="3435">
                  <c:v>20905046</c:v>
                </c:pt>
                <c:pt idx="3436">
                  <c:v>20905237</c:v>
                </c:pt>
                <c:pt idx="3437">
                  <c:v>20905715</c:v>
                </c:pt>
                <c:pt idx="3438">
                  <c:v>20905969</c:v>
                </c:pt>
                <c:pt idx="3439">
                  <c:v>20906841</c:v>
                </c:pt>
                <c:pt idx="3440">
                  <c:v>20908242</c:v>
                </c:pt>
                <c:pt idx="3441">
                  <c:v>20909293</c:v>
                </c:pt>
                <c:pt idx="3442">
                  <c:v>20924284</c:v>
                </c:pt>
                <c:pt idx="3443">
                  <c:v>20930023</c:v>
                </c:pt>
                <c:pt idx="3444">
                  <c:v>20930504</c:v>
                </c:pt>
                <c:pt idx="3445">
                  <c:v>20931671</c:v>
                </c:pt>
                <c:pt idx="3446">
                  <c:v>20932180</c:v>
                </c:pt>
                <c:pt idx="3447">
                  <c:v>20932436</c:v>
                </c:pt>
                <c:pt idx="3448">
                  <c:v>20932648</c:v>
                </c:pt>
                <c:pt idx="3449">
                  <c:v>20937360</c:v>
                </c:pt>
                <c:pt idx="3450">
                  <c:v>20938622</c:v>
                </c:pt>
                <c:pt idx="3451">
                  <c:v>20949232</c:v>
                </c:pt>
                <c:pt idx="3452">
                  <c:v>20953813</c:v>
                </c:pt>
                <c:pt idx="3453">
                  <c:v>20967003</c:v>
                </c:pt>
                <c:pt idx="3454">
                  <c:v>20972231</c:v>
                </c:pt>
                <c:pt idx="3455">
                  <c:v>20972459</c:v>
                </c:pt>
                <c:pt idx="3456">
                  <c:v>20972755</c:v>
                </c:pt>
                <c:pt idx="3457">
                  <c:v>20973350</c:v>
                </c:pt>
                <c:pt idx="3458">
                  <c:v>20975801</c:v>
                </c:pt>
                <c:pt idx="3459">
                  <c:v>20976893</c:v>
                </c:pt>
                <c:pt idx="3460">
                  <c:v>20985092</c:v>
                </c:pt>
                <c:pt idx="3461">
                  <c:v>20987416</c:v>
                </c:pt>
                <c:pt idx="3462">
                  <c:v>20989034</c:v>
                </c:pt>
                <c:pt idx="3463">
                  <c:v>20999170</c:v>
                </c:pt>
                <c:pt idx="3464">
                  <c:v>21001151</c:v>
                </c:pt>
                <c:pt idx="3465">
                  <c:v>21002835</c:v>
                </c:pt>
                <c:pt idx="3466">
                  <c:v>21014424</c:v>
                </c:pt>
                <c:pt idx="3467">
                  <c:v>21017022</c:v>
                </c:pt>
                <c:pt idx="3468">
                  <c:v>21018982</c:v>
                </c:pt>
                <c:pt idx="3469">
                  <c:v>21021749</c:v>
                </c:pt>
                <c:pt idx="3470">
                  <c:v>21030659</c:v>
                </c:pt>
                <c:pt idx="3471">
                  <c:v>21030979</c:v>
                </c:pt>
                <c:pt idx="3472">
                  <c:v>21031455</c:v>
                </c:pt>
                <c:pt idx="3473">
                  <c:v>21031681</c:v>
                </c:pt>
                <c:pt idx="3474">
                  <c:v>21031995</c:v>
                </c:pt>
                <c:pt idx="3475">
                  <c:v>21033033</c:v>
                </c:pt>
                <c:pt idx="3476">
                  <c:v>21034829</c:v>
                </c:pt>
                <c:pt idx="3477">
                  <c:v>21034869</c:v>
                </c:pt>
                <c:pt idx="3478">
                  <c:v>21044856</c:v>
                </c:pt>
                <c:pt idx="3479">
                  <c:v>21044867</c:v>
                </c:pt>
                <c:pt idx="3480">
                  <c:v>21044870</c:v>
                </c:pt>
                <c:pt idx="3481">
                  <c:v>21044871</c:v>
                </c:pt>
                <c:pt idx="3482">
                  <c:v>21044873</c:v>
                </c:pt>
                <c:pt idx="3483">
                  <c:v>21044877</c:v>
                </c:pt>
                <c:pt idx="3484">
                  <c:v>21044880</c:v>
                </c:pt>
                <c:pt idx="3485">
                  <c:v>21045033</c:v>
                </c:pt>
                <c:pt idx="3486">
                  <c:v>21045036</c:v>
                </c:pt>
                <c:pt idx="3487">
                  <c:v>21045044</c:v>
                </c:pt>
                <c:pt idx="3488">
                  <c:v>21045056</c:v>
                </c:pt>
                <c:pt idx="3489">
                  <c:v>21045059</c:v>
                </c:pt>
                <c:pt idx="3490">
                  <c:v>21045065</c:v>
                </c:pt>
                <c:pt idx="3491">
                  <c:v>21045091</c:v>
                </c:pt>
                <c:pt idx="3492">
                  <c:v>21045093</c:v>
                </c:pt>
                <c:pt idx="3493">
                  <c:v>21045103</c:v>
                </c:pt>
                <c:pt idx="3494">
                  <c:v>21045104</c:v>
                </c:pt>
                <c:pt idx="3495">
                  <c:v>21045107</c:v>
                </c:pt>
                <c:pt idx="3496">
                  <c:v>21045109</c:v>
                </c:pt>
                <c:pt idx="3497">
                  <c:v>21045130</c:v>
                </c:pt>
                <c:pt idx="3498">
                  <c:v>21045135</c:v>
                </c:pt>
                <c:pt idx="3499">
                  <c:v>21047945</c:v>
                </c:pt>
                <c:pt idx="3500">
                  <c:v>21048258</c:v>
                </c:pt>
                <c:pt idx="3501">
                  <c:v>21048681</c:v>
                </c:pt>
                <c:pt idx="3502">
                  <c:v>21061487</c:v>
                </c:pt>
                <c:pt idx="3503">
                  <c:v>21061845</c:v>
                </c:pt>
                <c:pt idx="3504">
                  <c:v>21062654</c:v>
                </c:pt>
                <c:pt idx="3505">
                  <c:v>21063464</c:v>
                </c:pt>
                <c:pt idx="3506">
                  <c:v>21065013</c:v>
                </c:pt>
                <c:pt idx="3507">
                  <c:v>21065403</c:v>
                </c:pt>
                <c:pt idx="3508">
                  <c:v>21068753</c:v>
                </c:pt>
                <c:pt idx="3509">
                  <c:v>21070773</c:v>
                </c:pt>
                <c:pt idx="3510">
                  <c:v>21070941</c:v>
                </c:pt>
                <c:pt idx="3511">
                  <c:v>21072292</c:v>
                </c:pt>
                <c:pt idx="3512">
                  <c:v>21074706</c:v>
                </c:pt>
                <c:pt idx="3513">
                  <c:v>21075097</c:v>
                </c:pt>
                <c:pt idx="3514">
                  <c:v>21076400</c:v>
                </c:pt>
                <c:pt idx="3515">
                  <c:v>21080055</c:v>
                </c:pt>
                <c:pt idx="3516">
                  <c:v>21081206</c:v>
                </c:pt>
                <c:pt idx="3517">
                  <c:v>21083789</c:v>
                </c:pt>
                <c:pt idx="3518">
                  <c:v>21085801</c:v>
                </c:pt>
                <c:pt idx="3519">
                  <c:v>21098426</c:v>
                </c:pt>
                <c:pt idx="3520">
                  <c:v>21099384</c:v>
                </c:pt>
                <c:pt idx="3521">
                  <c:v>21111748</c:v>
                </c:pt>
                <c:pt idx="3522">
                  <c:v>21113648</c:v>
                </c:pt>
                <c:pt idx="3523">
                  <c:v>21120142</c:v>
                </c:pt>
                <c:pt idx="3524">
                  <c:v>21130383</c:v>
                </c:pt>
                <c:pt idx="3525">
                  <c:v>21133620</c:v>
                </c:pt>
                <c:pt idx="3526">
                  <c:v>21145110</c:v>
                </c:pt>
                <c:pt idx="3527">
                  <c:v>21146864</c:v>
                </c:pt>
                <c:pt idx="3528">
                  <c:v>21147383</c:v>
                </c:pt>
                <c:pt idx="3529">
                  <c:v>21150535</c:v>
                </c:pt>
                <c:pt idx="3530">
                  <c:v>21158450</c:v>
                </c:pt>
                <c:pt idx="3531">
                  <c:v>21159364</c:v>
                </c:pt>
                <c:pt idx="3532">
                  <c:v>21164665</c:v>
                </c:pt>
                <c:pt idx="3533">
                  <c:v>21167737</c:v>
                </c:pt>
                <c:pt idx="3534">
                  <c:v>21167774</c:v>
                </c:pt>
                <c:pt idx="3535">
                  <c:v>21171161</c:v>
                </c:pt>
                <c:pt idx="3536">
                  <c:v>21173197</c:v>
                </c:pt>
                <c:pt idx="3537">
                  <c:v>21177746</c:v>
                </c:pt>
                <c:pt idx="3538">
                  <c:v>21179257</c:v>
                </c:pt>
                <c:pt idx="3539">
                  <c:v>21184526</c:v>
                </c:pt>
                <c:pt idx="3540">
                  <c:v>21185949</c:v>
                </c:pt>
                <c:pt idx="3541">
                  <c:v>21191965</c:v>
                </c:pt>
                <c:pt idx="3542">
                  <c:v>21192257</c:v>
                </c:pt>
                <c:pt idx="3543">
                  <c:v>21193361</c:v>
                </c:pt>
                <c:pt idx="3544">
                  <c:v>21197026</c:v>
                </c:pt>
                <c:pt idx="3545">
                  <c:v>21200681</c:v>
                </c:pt>
                <c:pt idx="3546">
                  <c:v>21208387</c:v>
                </c:pt>
                <c:pt idx="3547">
                  <c:v>21209134</c:v>
                </c:pt>
                <c:pt idx="3548">
                  <c:v>21220993</c:v>
                </c:pt>
                <c:pt idx="3549">
                  <c:v>21222241</c:v>
                </c:pt>
                <c:pt idx="3550">
                  <c:v>21230462</c:v>
                </c:pt>
                <c:pt idx="3551">
                  <c:v>21233147</c:v>
                </c:pt>
                <c:pt idx="3552">
                  <c:v>21234048</c:v>
                </c:pt>
                <c:pt idx="3553">
                  <c:v>21244581</c:v>
                </c:pt>
                <c:pt idx="3554">
                  <c:v>21245034</c:v>
                </c:pt>
                <c:pt idx="3555">
                  <c:v>21245106</c:v>
                </c:pt>
                <c:pt idx="3556">
                  <c:v>21249824</c:v>
                </c:pt>
                <c:pt idx="3557">
                  <c:v>21250762</c:v>
                </c:pt>
                <c:pt idx="3558">
                  <c:v>21257504</c:v>
                </c:pt>
                <c:pt idx="3559">
                  <c:v>21258764</c:v>
                </c:pt>
                <c:pt idx="3560">
                  <c:v>21260859</c:v>
                </c:pt>
                <c:pt idx="3561">
                  <c:v>21266304</c:v>
                </c:pt>
                <c:pt idx="3562">
                  <c:v>21267402</c:v>
                </c:pt>
                <c:pt idx="3563">
                  <c:v>21274246</c:v>
                </c:pt>
                <c:pt idx="3564">
                  <c:v>21284283</c:v>
                </c:pt>
                <c:pt idx="3565">
                  <c:v>21286908</c:v>
                </c:pt>
                <c:pt idx="3566">
                  <c:v>21290756</c:v>
                </c:pt>
                <c:pt idx="3567">
                  <c:v>21294138</c:v>
                </c:pt>
                <c:pt idx="3568">
                  <c:v>21298650</c:v>
                </c:pt>
                <c:pt idx="3569">
                  <c:v>21316704</c:v>
                </c:pt>
                <c:pt idx="3570">
                  <c:v>21317186</c:v>
                </c:pt>
                <c:pt idx="3571">
                  <c:v>21317206</c:v>
                </c:pt>
                <c:pt idx="3572">
                  <c:v>21319612</c:v>
                </c:pt>
                <c:pt idx="3573">
                  <c:v>21347910</c:v>
                </c:pt>
                <c:pt idx="3574">
                  <c:v>21348281</c:v>
                </c:pt>
                <c:pt idx="3575">
                  <c:v>21349255</c:v>
                </c:pt>
                <c:pt idx="3576">
                  <c:v>21352476</c:v>
                </c:pt>
                <c:pt idx="3577">
                  <c:v>21354036</c:v>
                </c:pt>
                <c:pt idx="3578">
                  <c:v>21354548</c:v>
                </c:pt>
                <c:pt idx="3579">
                  <c:v>21354779</c:v>
                </c:pt>
                <c:pt idx="3580">
                  <c:v>21370153</c:v>
                </c:pt>
                <c:pt idx="3581">
                  <c:v>21370799</c:v>
                </c:pt>
                <c:pt idx="3582">
                  <c:v>21373288</c:v>
                </c:pt>
                <c:pt idx="3583">
                  <c:v>21378386</c:v>
                </c:pt>
                <c:pt idx="3584">
                  <c:v>21385936</c:v>
                </c:pt>
                <c:pt idx="3585">
                  <c:v>21388194</c:v>
                </c:pt>
                <c:pt idx="3586">
                  <c:v>21391890</c:v>
                </c:pt>
                <c:pt idx="3587">
                  <c:v>21392580</c:v>
                </c:pt>
                <c:pt idx="3588">
                  <c:v>21399698</c:v>
                </c:pt>
                <c:pt idx="3589">
                  <c:v>21399781</c:v>
                </c:pt>
                <c:pt idx="3590">
                  <c:v>21401474</c:v>
                </c:pt>
                <c:pt idx="3591">
                  <c:v>21407360</c:v>
                </c:pt>
                <c:pt idx="3592">
                  <c:v>21412661</c:v>
                </c:pt>
                <c:pt idx="3593">
                  <c:v>21417046</c:v>
                </c:pt>
                <c:pt idx="3594">
                  <c:v>21422044</c:v>
                </c:pt>
                <c:pt idx="3595">
                  <c:v>21426981</c:v>
                </c:pt>
                <c:pt idx="3596">
                  <c:v>21428443</c:v>
                </c:pt>
                <c:pt idx="3597">
                  <c:v>21430673</c:v>
                </c:pt>
                <c:pt idx="3598">
                  <c:v>21431477</c:v>
                </c:pt>
                <c:pt idx="3599">
                  <c:v>21434292</c:v>
                </c:pt>
                <c:pt idx="3600">
                  <c:v>21435743</c:v>
                </c:pt>
                <c:pt idx="3601">
                  <c:v>21440753</c:v>
                </c:pt>
                <c:pt idx="3602">
                  <c:v>21440898</c:v>
                </c:pt>
                <c:pt idx="3603">
                  <c:v>21441797</c:v>
                </c:pt>
                <c:pt idx="3604">
                  <c:v>21445539</c:v>
                </c:pt>
                <c:pt idx="3605">
                  <c:v>21446726</c:v>
                </c:pt>
                <c:pt idx="3606">
                  <c:v>21447481</c:v>
                </c:pt>
                <c:pt idx="3607">
                  <c:v>21451210</c:v>
                </c:pt>
                <c:pt idx="3608">
                  <c:v>21455340</c:v>
                </c:pt>
                <c:pt idx="3609">
                  <c:v>21471655</c:v>
                </c:pt>
                <c:pt idx="3610">
                  <c:v>21477496</c:v>
                </c:pt>
                <c:pt idx="3611">
                  <c:v>21478284</c:v>
                </c:pt>
                <c:pt idx="3612">
                  <c:v>21479757</c:v>
                </c:pt>
                <c:pt idx="3613">
                  <c:v>21484017</c:v>
                </c:pt>
                <c:pt idx="3614">
                  <c:v>21505914</c:v>
                </c:pt>
                <c:pt idx="3615">
                  <c:v>21524463</c:v>
                </c:pt>
                <c:pt idx="3616">
                  <c:v>21525541</c:v>
                </c:pt>
                <c:pt idx="3617">
                  <c:v>21533093</c:v>
                </c:pt>
                <c:pt idx="3618">
                  <c:v>21533475</c:v>
                </c:pt>
                <c:pt idx="3619">
                  <c:v>21542059</c:v>
                </c:pt>
                <c:pt idx="3620">
                  <c:v>21546178</c:v>
                </c:pt>
                <c:pt idx="3621">
                  <c:v>21547746</c:v>
                </c:pt>
                <c:pt idx="3622">
                  <c:v>21552831</c:v>
                </c:pt>
                <c:pt idx="3623">
                  <c:v>21554031</c:v>
                </c:pt>
                <c:pt idx="3624">
                  <c:v>21561329</c:v>
                </c:pt>
                <c:pt idx="3625">
                  <c:v>21568058</c:v>
                </c:pt>
                <c:pt idx="3626">
                  <c:v>21569807</c:v>
                </c:pt>
                <c:pt idx="3627">
                  <c:v>21570673</c:v>
                </c:pt>
                <c:pt idx="3628">
                  <c:v>21597901</c:v>
                </c:pt>
                <c:pt idx="3629">
                  <c:v>21597932</c:v>
                </c:pt>
                <c:pt idx="3630">
                  <c:v>21599362</c:v>
                </c:pt>
                <c:pt idx="3631">
                  <c:v>21601200</c:v>
                </c:pt>
                <c:pt idx="3632">
                  <c:v>21601258</c:v>
                </c:pt>
                <c:pt idx="3633">
                  <c:v>21603111</c:v>
                </c:pt>
                <c:pt idx="3634">
                  <c:v>21610858</c:v>
                </c:pt>
                <c:pt idx="3635">
                  <c:v>21614385</c:v>
                </c:pt>
                <c:pt idx="3636">
                  <c:v>21617434</c:v>
                </c:pt>
                <c:pt idx="3637">
                  <c:v>21624787</c:v>
                </c:pt>
                <c:pt idx="3638">
                  <c:v>21636442</c:v>
                </c:pt>
                <c:pt idx="3639">
                  <c:v>21636719</c:v>
                </c:pt>
                <c:pt idx="3640">
                  <c:v>21636890</c:v>
                </c:pt>
                <c:pt idx="3641">
                  <c:v>21637166</c:v>
                </c:pt>
                <c:pt idx="3642">
                  <c:v>21638318</c:v>
                </c:pt>
                <c:pt idx="3643">
                  <c:v>21642849</c:v>
                </c:pt>
                <c:pt idx="3644">
                  <c:v>21648541</c:v>
                </c:pt>
                <c:pt idx="3645">
                  <c:v>21649839</c:v>
                </c:pt>
                <c:pt idx="3646">
                  <c:v>21652039</c:v>
                </c:pt>
                <c:pt idx="3647">
                  <c:v>21652305</c:v>
                </c:pt>
                <c:pt idx="3648">
                  <c:v>21658889</c:v>
                </c:pt>
                <c:pt idx="3649">
                  <c:v>21667553</c:v>
                </c:pt>
                <c:pt idx="3650">
                  <c:v>21667727</c:v>
                </c:pt>
                <c:pt idx="3651">
                  <c:v>21669676</c:v>
                </c:pt>
                <c:pt idx="3652">
                  <c:v>21669858</c:v>
                </c:pt>
                <c:pt idx="3653">
                  <c:v>21670584</c:v>
                </c:pt>
                <c:pt idx="3654">
                  <c:v>21670754</c:v>
                </c:pt>
                <c:pt idx="3655">
                  <c:v>21674230</c:v>
                </c:pt>
                <c:pt idx="3656">
                  <c:v>21684885</c:v>
                </c:pt>
                <c:pt idx="3657">
                  <c:v>21688691</c:v>
                </c:pt>
                <c:pt idx="3658">
                  <c:v>21692397</c:v>
                </c:pt>
                <c:pt idx="3659">
                  <c:v>21706891</c:v>
                </c:pt>
                <c:pt idx="3660">
                  <c:v>21715651</c:v>
                </c:pt>
                <c:pt idx="3661">
                  <c:v>21717618</c:v>
                </c:pt>
                <c:pt idx="3662">
                  <c:v>21718129</c:v>
                </c:pt>
                <c:pt idx="3663">
                  <c:v>21718561</c:v>
                </c:pt>
                <c:pt idx="3664">
                  <c:v>21731803</c:v>
                </c:pt>
                <c:pt idx="3665">
                  <c:v>21734542</c:v>
                </c:pt>
                <c:pt idx="3666">
                  <c:v>21736366</c:v>
                </c:pt>
                <c:pt idx="3667">
                  <c:v>21740127</c:v>
                </c:pt>
                <c:pt idx="3668">
                  <c:v>21745601</c:v>
                </c:pt>
                <c:pt idx="3669">
                  <c:v>21745831</c:v>
                </c:pt>
                <c:pt idx="3670">
                  <c:v>21746150</c:v>
                </c:pt>
                <c:pt idx="3671">
                  <c:v>21746365</c:v>
                </c:pt>
                <c:pt idx="3672">
                  <c:v>21758612</c:v>
                </c:pt>
                <c:pt idx="3673">
                  <c:v>21774509</c:v>
                </c:pt>
                <c:pt idx="3674">
                  <c:v>21781172</c:v>
                </c:pt>
                <c:pt idx="3675">
                  <c:v>21787242</c:v>
                </c:pt>
                <c:pt idx="3676">
                  <c:v>21788920</c:v>
                </c:pt>
                <c:pt idx="3677">
                  <c:v>21790506</c:v>
                </c:pt>
                <c:pt idx="3678">
                  <c:v>21793918</c:v>
                </c:pt>
                <c:pt idx="3679">
                  <c:v>21795092</c:v>
                </c:pt>
                <c:pt idx="3680">
                  <c:v>21795722</c:v>
                </c:pt>
                <c:pt idx="3681">
                  <c:v>21796159</c:v>
                </c:pt>
                <c:pt idx="3682">
                  <c:v>21808515</c:v>
                </c:pt>
                <c:pt idx="3683">
                  <c:v>21809484</c:v>
                </c:pt>
                <c:pt idx="3684">
                  <c:v>21817325</c:v>
                </c:pt>
                <c:pt idx="3685">
                  <c:v>21818462</c:v>
                </c:pt>
                <c:pt idx="3686">
                  <c:v>21819972</c:v>
                </c:pt>
                <c:pt idx="3687">
                  <c:v>21820248</c:v>
                </c:pt>
                <c:pt idx="3688">
                  <c:v>21821252</c:v>
                </c:pt>
                <c:pt idx="3689">
                  <c:v>21823233</c:v>
                </c:pt>
                <c:pt idx="3690">
                  <c:v>21824058</c:v>
                </c:pt>
                <c:pt idx="3691">
                  <c:v>21830417</c:v>
                </c:pt>
                <c:pt idx="3692">
                  <c:v>21832814</c:v>
                </c:pt>
                <c:pt idx="3693">
                  <c:v>21835287</c:v>
                </c:pt>
                <c:pt idx="3694">
                  <c:v>21840515</c:v>
                </c:pt>
                <c:pt idx="3695">
                  <c:v>21840654</c:v>
                </c:pt>
                <c:pt idx="3696">
                  <c:v>21841510</c:v>
                </c:pt>
                <c:pt idx="3697">
                  <c:v>21841571</c:v>
                </c:pt>
                <c:pt idx="3698">
                  <c:v>21845390</c:v>
                </c:pt>
                <c:pt idx="3699">
                  <c:v>21851946</c:v>
                </c:pt>
                <c:pt idx="3700">
                  <c:v>21856084</c:v>
                </c:pt>
                <c:pt idx="3701">
                  <c:v>21876488</c:v>
                </c:pt>
                <c:pt idx="3702">
                  <c:v>21891673</c:v>
                </c:pt>
                <c:pt idx="3703">
                  <c:v>21892849</c:v>
                </c:pt>
                <c:pt idx="3704">
                  <c:v>21900857</c:v>
                </c:pt>
                <c:pt idx="3705">
                  <c:v>21902299</c:v>
                </c:pt>
                <c:pt idx="3706">
                  <c:v>21902645</c:v>
                </c:pt>
                <c:pt idx="3707">
                  <c:v>21906451</c:v>
                </c:pt>
                <c:pt idx="3708">
                  <c:v>21918200</c:v>
                </c:pt>
                <c:pt idx="3709">
                  <c:v>21919905</c:v>
                </c:pt>
                <c:pt idx="3710">
                  <c:v>21929938</c:v>
                </c:pt>
                <c:pt idx="3711">
                  <c:v>21939571</c:v>
                </c:pt>
                <c:pt idx="3712">
                  <c:v>21942316</c:v>
                </c:pt>
                <c:pt idx="3713">
                  <c:v>21942540</c:v>
                </c:pt>
                <c:pt idx="3714">
                  <c:v>21942763</c:v>
                </c:pt>
                <c:pt idx="3715">
                  <c:v>21942846</c:v>
                </c:pt>
                <c:pt idx="3716">
                  <c:v>21942959</c:v>
                </c:pt>
                <c:pt idx="3717">
                  <c:v>21952107</c:v>
                </c:pt>
                <c:pt idx="3718">
                  <c:v>21952364</c:v>
                </c:pt>
                <c:pt idx="3719">
                  <c:v>21953116</c:v>
                </c:pt>
                <c:pt idx="3720">
                  <c:v>21957932</c:v>
                </c:pt>
                <c:pt idx="3721">
                  <c:v>21966715</c:v>
                </c:pt>
                <c:pt idx="3722">
                  <c:v>21968042</c:v>
                </c:pt>
                <c:pt idx="3723">
                  <c:v>21968697</c:v>
                </c:pt>
                <c:pt idx="3724">
                  <c:v>21969000</c:v>
                </c:pt>
                <c:pt idx="3725">
                  <c:v>21977873</c:v>
                </c:pt>
                <c:pt idx="3726">
                  <c:v>21983567</c:v>
                </c:pt>
                <c:pt idx="3727">
                  <c:v>22002024</c:v>
                </c:pt>
                <c:pt idx="3728">
                  <c:v>22019184</c:v>
                </c:pt>
                <c:pt idx="3729">
                  <c:v>22052635</c:v>
                </c:pt>
                <c:pt idx="3730">
                  <c:v>22054377</c:v>
                </c:pt>
                <c:pt idx="3731">
                  <c:v>22068156</c:v>
                </c:pt>
                <c:pt idx="3732">
                  <c:v>22070861</c:v>
                </c:pt>
                <c:pt idx="3733">
                  <c:v>22075328</c:v>
                </c:pt>
                <c:pt idx="3734">
                  <c:v>22097083</c:v>
                </c:pt>
                <c:pt idx="3735">
                  <c:v>22099017</c:v>
                </c:pt>
                <c:pt idx="3736">
                  <c:v>22100179</c:v>
                </c:pt>
                <c:pt idx="3737">
                  <c:v>22107194</c:v>
                </c:pt>
                <c:pt idx="3738">
                  <c:v>22110378</c:v>
                </c:pt>
                <c:pt idx="3739">
                  <c:v>22110916</c:v>
                </c:pt>
                <c:pt idx="3740">
                  <c:v>22125527</c:v>
                </c:pt>
                <c:pt idx="3741">
                  <c:v>22132003</c:v>
                </c:pt>
                <c:pt idx="3742">
                  <c:v>22132208</c:v>
                </c:pt>
                <c:pt idx="3743">
                  <c:v>22132900</c:v>
                </c:pt>
                <c:pt idx="3744">
                  <c:v>22142840</c:v>
                </c:pt>
                <c:pt idx="3745">
                  <c:v>22143833</c:v>
                </c:pt>
                <c:pt idx="3746">
                  <c:v>22144221</c:v>
                </c:pt>
                <c:pt idx="3747">
                  <c:v>22151766</c:v>
                </c:pt>
                <c:pt idx="3748">
                  <c:v>22155424</c:v>
                </c:pt>
                <c:pt idx="3749">
                  <c:v>22156270</c:v>
                </c:pt>
                <c:pt idx="3750">
                  <c:v>22156499</c:v>
                </c:pt>
                <c:pt idx="3751">
                  <c:v>22156894</c:v>
                </c:pt>
                <c:pt idx="3752">
                  <c:v>22156917</c:v>
                </c:pt>
                <c:pt idx="3753">
                  <c:v>22161613</c:v>
                </c:pt>
                <c:pt idx="3754">
                  <c:v>22166312</c:v>
                </c:pt>
                <c:pt idx="3755">
                  <c:v>22168424</c:v>
                </c:pt>
                <c:pt idx="3756">
                  <c:v>22169512</c:v>
                </c:pt>
                <c:pt idx="3757">
                  <c:v>22169690</c:v>
                </c:pt>
                <c:pt idx="3758">
                  <c:v>22171528</c:v>
                </c:pt>
                <c:pt idx="3759">
                  <c:v>22172577</c:v>
                </c:pt>
                <c:pt idx="3760">
                  <c:v>22173614</c:v>
                </c:pt>
                <c:pt idx="3761">
                  <c:v>22181045</c:v>
                </c:pt>
                <c:pt idx="3762">
                  <c:v>22181208</c:v>
                </c:pt>
                <c:pt idx="3763">
                  <c:v>22185668</c:v>
                </c:pt>
                <c:pt idx="3764">
                  <c:v>22186491</c:v>
                </c:pt>
                <c:pt idx="3765">
                  <c:v>22195842</c:v>
                </c:pt>
                <c:pt idx="3766">
                  <c:v>22196253</c:v>
                </c:pt>
                <c:pt idx="3767">
                  <c:v>22196441</c:v>
                </c:pt>
                <c:pt idx="3768">
                  <c:v>22217367</c:v>
                </c:pt>
                <c:pt idx="3769">
                  <c:v>22218113</c:v>
                </c:pt>
                <c:pt idx="3770">
                  <c:v>22222063</c:v>
                </c:pt>
                <c:pt idx="3771">
                  <c:v>22228143</c:v>
                </c:pt>
                <c:pt idx="3772">
                  <c:v>22232892</c:v>
                </c:pt>
                <c:pt idx="3773">
                  <c:v>22234154</c:v>
                </c:pt>
                <c:pt idx="3774">
                  <c:v>22234460</c:v>
                </c:pt>
                <c:pt idx="3775">
                  <c:v>22243750</c:v>
                </c:pt>
                <c:pt idx="3776">
                  <c:v>22251564</c:v>
                </c:pt>
                <c:pt idx="3777">
                  <c:v>22256196</c:v>
                </c:pt>
                <c:pt idx="3778">
                  <c:v>22258920</c:v>
                </c:pt>
                <c:pt idx="3779">
                  <c:v>22266926</c:v>
                </c:pt>
                <c:pt idx="3780">
                  <c:v>22271333</c:v>
                </c:pt>
                <c:pt idx="3781">
                  <c:v>22273228</c:v>
                </c:pt>
                <c:pt idx="3782">
                  <c:v>22279911</c:v>
                </c:pt>
                <c:pt idx="3783">
                  <c:v>22283076</c:v>
                </c:pt>
                <c:pt idx="3784">
                  <c:v>22284287</c:v>
                </c:pt>
                <c:pt idx="3785">
                  <c:v>22284434</c:v>
                </c:pt>
                <c:pt idx="3786">
                  <c:v>22295995</c:v>
                </c:pt>
                <c:pt idx="3787">
                  <c:v>22297593</c:v>
                </c:pt>
                <c:pt idx="3788">
                  <c:v>22301682</c:v>
                </c:pt>
                <c:pt idx="3789">
                  <c:v>22302274</c:v>
                </c:pt>
                <c:pt idx="3790">
                  <c:v>22316847</c:v>
                </c:pt>
                <c:pt idx="3791">
                  <c:v>22317732</c:v>
                </c:pt>
                <c:pt idx="3792">
                  <c:v>22327424</c:v>
                </c:pt>
                <c:pt idx="3793">
                  <c:v>22328810</c:v>
                </c:pt>
                <c:pt idx="3794">
                  <c:v>22330068</c:v>
                </c:pt>
                <c:pt idx="3795">
                  <c:v>22330857</c:v>
                </c:pt>
                <c:pt idx="3796">
                  <c:v>22335241</c:v>
                </c:pt>
                <c:pt idx="3797">
                  <c:v>22336410</c:v>
                </c:pt>
                <c:pt idx="3798">
                  <c:v>22336521</c:v>
                </c:pt>
                <c:pt idx="3799">
                  <c:v>22345785</c:v>
                </c:pt>
                <c:pt idx="3800">
                  <c:v>22345930</c:v>
                </c:pt>
                <c:pt idx="3801">
                  <c:v>22346837</c:v>
                </c:pt>
                <c:pt idx="3802">
                  <c:v>22348457</c:v>
                </c:pt>
                <c:pt idx="3803">
                  <c:v>22349161</c:v>
                </c:pt>
                <c:pt idx="3804">
                  <c:v>22349792</c:v>
                </c:pt>
                <c:pt idx="3805">
                  <c:v>22351252</c:v>
                </c:pt>
                <c:pt idx="3806">
                  <c:v>22351415</c:v>
                </c:pt>
                <c:pt idx="3807">
                  <c:v>22351471</c:v>
                </c:pt>
                <c:pt idx="3808">
                  <c:v>22363300</c:v>
                </c:pt>
                <c:pt idx="3809">
                  <c:v>22365809</c:v>
                </c:pt>
                <c:pt idx="3810">
                  <c:v>22368365</c:v>
                </c:pt>
                <c:pt idx="3811">
                  <c:v>22379800</c:v>
                </c:pt>
                <c:pt idx="3812">
                  <c:v>22383523</c:v>
                </c:pt>
                <c:pt idx="3813">
                  <c:v>22384509</c:v>
                </c:pt>
                <c:pt idx="3814">
                  <c:v>22391105</c:v>
                </c:pt>
                <c:pt idx="3815">
                  <c:v>22392722</c:v>
                </c:pt>
                <c:pt idx="3816">
                  <c:v>22404446</c:v>
                </c:pt>
                <c:pt idx="3817">
                  <c:v>22413128</c:v>
                </c:pt>
                <c:pt idx="3818">
                  <c:v>22413168</c:v>
                </c:pt>
                <c:pt idx="3819">
                  <c:v>22430256</c:v>
                </c:pt>
                <c:pt idx="3820">
                  <c:v>22431176</c:v>
                </c:pt>
                <c:pt idx="3821">
                  <c:v>22432824</c:v>
                </c:pt>
                <c:pt idx="3822">
                  <c:v>22437825</c:v>
                </c:pt>
                <c:pt idx="3823">
                  <c:v>22438509</c:v>
                </c:pt>
                <c:pt idx="3824">
                  <c:v>22439911</c:v>
                </c:pt>
                <c:pt idx="3825">
                  <c:v>22441710</c:v>
                </c:pt>
                <c:pt idx="3826">
                  <c:v>22455119</c:v>
                </c:pt>
                <c:pt idx="3827">
                  <c:v>22455590</c:v>
                </c:pt>
                <c:pt idx="3828">
                  <c:v>22459666</c:v>
                </c:pt>
                <c:pt idx="3829">
                  <c:v>22461215</c:v>
                </c:pt>
                <c:pt idx="3830">
                  <c:v>22462758</c:v>
                </c:pt>
                <c:pt idx="3831">
                  <c:v>22473583</c:v>
                </c:pt>
                <c:pt idx="3832">
                  <c:v>22474451</c:v>
                </c:pt>
                <c:pt idx="3833">
                  <c:v>22475834</c:v>
                </c:pt>
                <c:pt idx="3834">
                  <c:v>22488327</c:v>
                </c:pt>
                <c:pt idx="3835">
                  <c:v>22488966</c:v>
                </c:pt>
                <c:pt idx="3836">
                  <c:v>22490370</c:v>
                </c:pt>
                <c:pt idx="3837">
                  <c:v>22491355</c:v>
                </c:pt>
                <c:pt idx="3838">
                  <c:v>22500325</c:v>
                </c:pt>
                <c:pt idx="3839">
                  <c:v>22509651</c:v>
                </c:pt>
                <c:pt idx="3840">
                  <c:v>22510361</c:v>
                </c:pt>
                <c:pt idx="3841">
                  <c:v>22510651</c:v>
                </c:pt>
                <c:pt idx="3842">
                  <c:v>22511441</c:v>
                </c:pt>
                <c:pt idx="3843">
                  <c:v>22527255</c:v>
                </c:pt>
                <c:pt idx="3844">
                  <c:v>22536456</c:v>
                </c:pt>
                <c:pt idx="3845">
                  <c:v>22538968</c:v>
                </c:pt>
                <c:pt idx="3846">
                  <c:v>22545210</c:v>
                </c:pt>
                <c:pt idx="3847">
                  <c:v>22546580</c:v>
                </c:pt>
                <c:pt idx="3848">
                  <c:v>22554393</c:v>
                </c:pt>
                <c:pt idx="3849">
                  <c:v>22559178</c:v>
                </c:pt>
                <c:pt idx="3850">
                  <c:v>22568399</c:v>
                </c:pt>
                <c:pt idx="3851">
                  <c:v>22573975</c:v>
                </c:pt>
                <c:pt idx="3852">
                  <c:v>22574856</c:v>
                </c:pt>
                <c:pt idx="3853">
                  <c:v>22574857</c:v>
                </c:pt>
                <c:pt idx="3854">
                  <c:v>22578271</c:v>
                </c:pt>
                <c:pt idx="3855">
                  <c:v>22584934</c:v>
                </c:pt>
                <c:pt idx="3856">
                  <c:v>22585252</c:v>
                </c:pt>
                <c:pt idx="3857">
                  <c:v>22585445</c:v>
                </c:pt>
                <c:pt idx="3858">
                  <c:v>22585734</c:v>
                </c:pt>
                <c:pt idx="3859">
                  <c:v>22590252</c:v>
                </c:pt>
                <c:pt idx="3860">
                  <c:v>22594004</c:v>
                </c:pt>
                <c:pt idx="3861">
                  <c:v>22594209</c:v>
                </c:pt>
                <c:pt idx="3862">
                  <c:v>22602761</c:v>
                </c:pt>
                <c:pt idx="3863">
                  <c:v>22604819</c:v>
                </c:pt>
                <c:pt idx="3864">
                  <c:v>22606769</c:v>
                </c:pt>
                <c:pt idx="3865">
                  <c:v>22608863</c:v>
                </c:pt>
                <c:pt idx="3866">
                  <c:v>22609580</c:v>
                </c:pt>
                <c:pt idx="3867">
                  <c:v>22609954</c:v>
                </c:pt>
                <c:pt idx="3868">
                  <c:v>22617317</c:v>
                </c:pt>
                <c:pt idx="3869">
                  <c:v>22618390</c:v>
                </c:pt>
                <c:pt idx="3870">
                  <c:v>22618516</c:v>
                </c:pt>
                <c:pt idx="3871">
                  <c:v>22626749</c:v>
                </c:pt>
                <c:pt idx="3872">
                  <c:v>22633450</c:v>
                </c:pt>
                <c:pt idx="3873">
                  <c:v>22639612</c:v>
                </c:pt>
                <c:pt idx="3874">
                  <c:v>22640407</c:v>
                </c:pt>
                <c:pt idx="3875">
                  <c:v>22640495</c:v>
                </c:pt>
                <c:pt idx="3876">
                  <c:v>22645841</c:v>
                </c:pt>
                <c:pt idx="3877">
                  <c:v>22647356</c:v>
                </c:pt>
                <c:pt idx="3878">
                  <c:v>22655831</c:v>
                </c:pt>
                <c:pt idx="3879">
                  <c:v>22659211</c:v>
                </c:pt>
                <c:pt idx="3880">
                  <c:v>22659556</c:v>
                </c:pt>
                <c:pt idx="3881">
                  <c:v>22664078</c:v>
                </c:pt>
                <c:pt idx="3882">
                  <c:v>22664504</c:v>
                </c:pt>
                <c:pt idx="3883">
                  <c:v>22692969</c:v>
                </c:pt>
                <c:pt idx="3884">
                  <c:v>22696163</c:v>
                </c:pt>
                <c:pt idx="3885">
                  <c:v>22701682</c:v>
                </c:pt>
                <c:pt idx="3886">
                  <c:v>22707030</c:v>
                </c:pt>
                <c:pt idx="3887">
                  <c:v>22708133</c:v>
                </c:pt>
                <c:pt idx="3888">
                  <c:v>22709500</c:v>
                </c:pt>
                <c:pt idx="3889">
                  <c:v>22710227</c:v>
                </c:pt>
                <c:pt idx="3890">
                  <c:v>22714075</c:v>
                </c:pt>
                <c:pt idx="3891">
                  <c:v>22719061</c:v>
                </c:pt>
                <c:pt idx="3892">
                  <c:v>22720159</c:v>
                </c:pt>
                <c:pt idx="3893">
                  <c:v>22720529</c:v>
                </c:pt>
                <c:pt idx="3894">
                  <c:v>22720798</c:v>
                </c:pt>
                <c:pt idx="3895">
                  <c:v>22724751</c:v>
                </c:pt>
                <c:pt idx="3896">
                  <c:v>22726784</c:v>
                </c:pt>
                <c:pt idx="3897">
                  <c:v>22727200</c:v>
                </c:pt>
                <c:pt idx="3898">
                  <c:v>22736042</c:v>
                </c:pt>
                <c:pt idx="3899">
                  <c:v>22736747</c:v>
                </c:pt>
                <c:pt idx="3900">
                  <c:v>22737156</c:v>
                </c:pt>
                <c:pt idx="3901">
                  <c:v>22737484</c:v>
                </c:pt>
                <c:pt idx="3902">
                  <c:v>22737633</c:v>
                </c:pt>
                <c:pt idx="3903">
                  <c:v>22737747</c:v>
                </c:pt>
                <c:pt idx="3904">
                  <c:v>22740018</c:v>
                </c:pt>
                <c:pt idx="3905">
                  <c:v>22741309</c:v>
                </c:pt>
                <c:pt idx="3906">
                  <c:v>22742883</c:v>
                </c:pt>
                <c:pt idx="3907">
                  <c:v>22743302</c:v>
                </c:pt>
                <c:pt idx="3908">
                  <c:v>22755692</c:v>
                </c:pt>
                <c:pt idx="3909">
                  <c:v>22755695</c:v>
                </c:pt>
                <c:pt idx="3910">
                  <c:v>22756079</c:v>
                </c:pt>
                <c:pt idx="3911">
                  <c:v>22756492</c:v>
                </c:pt>
                <c:pt idx="3912">
                  <c:v>22760168</c:v>
                </c:pt>
                <c:pt idx="3913">
                  <c:v>22774808</c:v>
                </c:pt>
                <c:pt idx="3914">
                  <c:v>22778177</c:v>
                </c:pt>
                <c:pt idx="3915">
                  <c:v>22779365</c:v>
                </c:pt>
                <c:pt idx="3916">
                  <c:v>22783074</c:v>
                </c:pt>
                <c:pt idx="3917">
                  <c:v>22784459</c:v>
                </c:pt>
                <c:pt idx="3918">
                  <c:v>22801623</c:v>
                </c:pt>
                <c:pt idx="3919">
                  <c:v>22807659</c:v>
                </c:pt>
                <c:pt idx="3920">
                  <c:v>22817803</c:v>
                </c:pt>
                <c:pt idx="3921">
                  <c:v>22832894</c:v>
                </c:pt>
                <c:pt idx="3922">
                  <c:v>22834294</c:v>
                </c:pt>
                <c:pt idx="3923">
                  <c:v>22835894</c:v>
                </c:pt>
                <c:pt idx="3924">
                  <c:v>22836444</c:v>
                </c:pt>
                <c:pt idx="3925">
                  <c:v>22836841</c:v>
                </c:pt>
                <c:pt idx="3926">
                  <c:v>22837193</c:v>
                </c:pt>
                <c:pt idx="3927">
                  <c:v>22837365</c:v>
                </c:pt>
                <c:pt idx="3928">
                  <c:v>22841226</c:v>
                </c:pt>
                <c:pt idx="3929">
                  <c:v>22852916</c:v>
                </c:pt>
                <c:pt idx="3930">
                  <c:v>22853398</c:v>
                </c:pt>
                <c:pt idx="3931">
                  <c:v>22853574</c:v>
                </c:pt>
                <c:pt idx="3932">
                  <c:v>22854235</c:v>
                </c:pt>
                <c:pt idx="3933">
                  <c:v>22869090</c:v>
                </c:pt>
                <c:pt idx="3934">
                  <c:v>22869452</c:v>
                </c:pt>
                <c:pt idx="3935">
                  <c:v>22876604</c:v>
                </c:pt>
                <c:pt idx="3936">
                  <c:v>22886810</c:v>
                </c:pt>
                <c:pt idx="3937">
                  <c:v>22888560</c:v>
                </c:pt>
                <c:pt idx="3938">
                  <c:v>22893443</c:v>
                </c:pt>
                <c:pt idx="3939">
                  <c:v>22893990</c:v>
                </c:pt>
                <c:pt idx="3940">
                  <c:v>22895065</c:v>
                </c:pt>
                <c:pt idx="3941">
                  <c:v>22896686</c:v>
                </c:pt>
                <c:pt idx="3942">
                  <c:v>22910495</c:v>
                </c:pt>
                <c:pt idx="3943">
                  <c:v>22911131</c:v>
                </c:pt>
                <c:pt idx="3944">
                  <c:v>22912629</c:v>
                </c:pt>
                <c:pt idx="3945">
                  <c:v>22913447</c:v>
                </c:pt>
                <c:pt idx="3946">
                  <c:v>22915468</c:v>
                </c:pt>
                <c:pt idx="3947">
                  <c:v>22916451</c:v>
                </c:pt>
                <c:pt idx="3948">
                  <c:v>22916915</c:v>
                </c:pt>
                <c:pt idx="3949">
                  <c:v>22929790</c:v>
                </c:pt>
                <c:pt idx="3950">
                  <c:v>22932038</c:v>
                </c:pt>
                <c:pt idx="3951">
                  <c:v>22936768</c:v>
                </c:pt>
                <c:pt idx="3952">
                  <c:v>22939074</c:v>
                </c:pt>
                <c:pt idx="3953">
                  <c:v>22946375</c:v>
                </c:pt>
                <c:pt idx="3954">
                  <c:v>22946541</c:v>
                </c:pt>
                <c:pt idx="3955">
                  <c:v>22951946</c:v>
                </c:pt>
                <c:pt idx="3956">
                  <c:v>22959687</c:v>
                </c:pt>
                <c:pt idx="3957">
                  <c:v>22961115</c:v>
                </c:pt>
                <c:pt idx="3958">
                  <c:v>22963172</c:v>
                </c:pt>
                <c:pt idx="3959">
                  <c:v>22964858</c:v>
                </c:pt>
                <c:pt idx="3960">
                  <c:v>22968102</c:v>
                </c:pt>
                <c:pt idx="3961">
                  <c:v>22973967</c:v>
                </c:pt>
                <c:pt idx="3962">
                  <c:v>22975832</c:v>
                </c:pt>
                <c:pt idx="3963">
                  <c:v>22976164</c:v>
                </c:pt>
                <c:pt idx="3964">
                  <c:v>22976592</c:v>
                </c:pt>
                <c:pt idx="3965">
                  <c:v>22978180</c:v>
                </c:pt>
                <c:pt idx="3966">
                  <c:v>22987603</c:v>
                </c:pt>
                <c:pt idx="3967">
                  <c:v>22994014</c:v>
                </c:pt>
                <c:pt idx="3968">
                  <c:v>22994896</c:v>
                </c:pt>
                <c:pt idx="3969">
                  <c:v>22995358</c:v>
                </c:pt>
                <c:pt idx="3970">
                  <c:v>22996005</c:v>
                </c:pt>
                <c:pt idx="3971">
                  <c:v>22996193</c:v>
                </c:pt>
                <c:pt idx="3972">
                  <c:v>22996329</c:v>
                </c:pt>
                <c:pt idx="3973">
                  <c:v>22997522</c:v>
                </c:pt>
                <c:pt idx="3974">
                  <c:v>23008528</c:v>
                </c:pt>
                <c:pt idx="3975">
                  <c:v>23008877</c:v>
                </c:pt>
                <c:pt idx="3976">
                  <c:v>23009645</c:v>
                </c:pt>
                <c:pt idx="3977">
                  <c:v>23011852</c:v>
                </c:pt>
                <c:pt idx="3978">
                  <c:v>23012260</c:v>
                </c:pt>
                <c:pt idx="3979">
                  <c:v>23012383</c:v>
                </c:pt>
                <c:pt idx="3980">
                  <c:v>23012504</c:v>
                </c:pt>
                <c:pt idx="3981">
                  <c:v>23012694</c:v>
                </c:pt>
                <c:pt idx="3982">
                  <c:v>23015088</c:v>
                </c:pt>
                <c:pt idx="3983">
                  <c:v>23020982</c:v>
                </c:pt>
                <c:pt idx="3984">
                  <c:v>23026389</c:v>
                </c:pt>
                <c:pt idx="3985">
                  <c:v>23027194</c:v>
                </c:pt>
                <c:pt idx="3986">
                  <c:v>23028305</c:v>
                </c:pt>
                <c:pt idx="3987">
                  <c:v>23044056</c:v>
                </c:pt>
                <c:pt idx="3988">
                  <c:v>23048195</c:v>
                </c:pt>
                <c:pt idx="3989">
                  <c:v>23053785</c:v>
                </c:pt>
                <c:pt idx="3990">
                  <c:v>23056209</c:v>
                </c:pt>
                <c:pt idx="3991">
                  <c:v>23063873</c:v>
                </c:pt>
                <c:pt idx="3992">
                  <c:v>23068875</c:v>
                </c:pt>
                <c:pt idx="3993">
                  <c:v>23070488</c:v>
                </c:pt>
                <c:pt idx="3994">
                  <c:v>23071152</c:v>
                </c:pt>
                <c:pt idx="3995">
                  <c:v>23073232</c:v>
                </c:pt>
                <c:pt idx="3996">
                  <c:v>23081317</c:v>
                </c:pt>
                <c:pt idx="3997">
                  <c:v>23081372</c:v>
                </c:pt>
                <c:pt idx="3998">
                  <c:v>23085430</c:v>
                </c:pt>
                <c:pt idx="3999">
                  <c:v>23086065</c:v>
                </c:pt>
                <c:pt idx="4000">
                  <c:v>23110790</c:v>
                </c:pt>
                <c:pt idx="4001">
                  <c:v>23113186</c:v>
                </c:pt>
                <c:pt idx="4002">
                  <c:v>23114016</c:v>
                </c:pt>
                <c:pt idx="4003">
                  <c:v>23114304</c:v>
                </c:pt>
                <c:pt idx="4004">
                  <c:v>23115677</c:v>
                </c:pt>
                <c:pt idx="4005">
                  <c:v>23117698</c:v>
                </c:pt>
                <c:pt idx="4006">
                  <c:v>23118569</c:v>
                </c:pt>
                <c:pt idx="4007">
                  <c:v>23119335</c:v>
                </c:pt>
                <c:pt idx="4008">
                  <c:v>23120058</c:v>
                </c:pt>
                <c:pt idx="4009">
                  <c:v>23129582</c:v>
                </c:pt>
                <c:pt idx="4010">
                  <c:v>23130709</c:v>
                </c:pt>
                <c:pt idx="4011">
                  <c:v>23131753</c:v>
                </c:pt>
                <c:pt idx="4012">
                  <c:v>23132145</c:v>
                </c:pt>
                <c:pt idx="4013">
                  <c:v>23132749</c:v>
                </c:pt>
                <c:pt idx="4014">
                  <c:v>23134130</c:v>
                </c:pt>
                <c:pt idx="4015">
                  <c:v>23137168</c:v>
                </c:pt>
                <c:pt idx="4016">
                  <c:v>23139543</c:v>
                </c:pt>
                <c:pt idx="4017">
                  <c:v>23140183</c:v>
                </c:pt>
                <c:pt idx="4018">
                  <c:v>23140605</c:v>
                </c:pt>
                <c:pt idx="4019">
                  <c:v>23141792</c:v>
                </c:pt>
                <c:pt idx="4020">
                  <c:v>23153427</c:v>
                </c:pt>
                <c:pt idx="4021">
                  <c:v>23155265</c:v>
                </c:pt>
                <c:pt idx="4022">
                  <c:v>23160088</c:v>
                </c:pt>
                <c:pt idx="4023">
                  <c:v>23170159</c:v>
                </c:pt>
                <c:pt idx="4024">
                  <c:v>23176361</c:v>
                </c:pt>
                <c:pt idx="4025">
                  <c:v>23192811</c:v>
                </c:pt>
                <c:pt idx="4026">
                  <c:v>23208595</c:v>
                </c:pt>
                <c:pt idx="4027">
                  <c:v>23210325</c:v>
                </c:pt>
                <c:pt idx="4028">
                  <c:v>23213119</c:v>
                </c:pt>
                <c:pt idx="4029">
                  <c:v>23213275</c:v>
                </c:pt>
                <c:pt idx="4030">
                  <c:v>23213539</c:v>
                </c:pt>
                <c:pt idx="4031">
                  <c:v>23214479</c:v>
                </c:pt>
                <c:pt idx="4032">
                  <c:v>23221961</c:v>
                </c:pt>
                <c:pt idx="4033">
                  <c:v>23224019</c:v>
                </c:pt>
                <c:pt idx="4034">
                  <c:v>23224285</c:v>
                </c:pt>
                <c:pt idx="4035">
                  <c:v>23224705</c:v>
                </c:pt>
                <c:pt idx="4036">
                  <c:v>23227714</c:v>
                </c:pt>
                <c:pt idx="4037">
                  <c:v>23232235</c:v>
                </c:pt>
                <c:pt idx="4038">
                  <c:v>23237466</c:v>
                </c:pt>
                <c:pt idx="4039">
                  <c:v>23238215</c:v>
                </c:pt>
                <c:pt idx="4040">
                  <c:v>23238551</c:v>
                </c:pt>
                <c:pt idx="4041">
                  <c:v>23238700</c:v>
                </c:pt>
                <c:pt idx="4042">
                  <c:v>23238837</c:v>
                </c:pt>
                <c:pt idx="4043">
                  <c:v>23239541</c:v>
                </c:pt>
                <c:pt idx="4044">
                  <c:v>23241466</c:v>
                </c:pt>
                <c:pt idx="4045">
                  <c:v>23243150</c:v>
                </c:pt>
                <c:pt idx="4046">
                  <c:v>23255695</c:v>
                </c:pt>
                <c:pt idx="4047">
                  <c:v>23258390</c:v>
                </c:pt>
                <c:pt idx="4048">
                  <c:v>23275952</c:v>
                </c:pt>
                <c:pt idx="4049">
                  <c:v>23277794</c:v>
                </c:pt>
                <c:pt idx="4050">
                  <c:v>23278359</c:v>
                </c:pt>
                <c:pt idx="4051">
                  <c:v>23279618</c:v>
                </c:pt>
                <c:pt idx="4052">
                  <c:v>23280094</c:v>
                </c:pt>
                <c:pt idx="4053">
                  <c:v>23295772</c:v>
                </c:pt>
                <c:pt idx="4054">
                  <c:v>23297131</c:v>
                </c:pt>
                <c:pt idx="4055">
                  <c:v>23312849</c:v>
                </c:pt>
                <c:pt idx="4056">
                  <c:v>23313393</c:v>
                </c:pt>
                <c:pt idx="4057">
                  <c:v>23316366</c:v>
                </c:pt>
                <c:pt idx="4058">
                  <c:v>23318339</c:v>
                </c:pt>
                <c:pt idx="4059">
                  <c:v>23330289</c:v>
                </c:pt>
                <c:pt idx="4060">
                  <c:v>23330348</c:v>
                </c:pt>
                <c:pt idx="4061">
                  <c:v>23341627</c:v>
                </c:pt>
                <c:pt idx="4062">
                  <c:v>23342582</c:v>
                </c:pt>
                <c:pt idx="4063">
                  <c:v>23344204</c:v>
                </c:pt>
                <c:pt idx="4064">
                  <c:v>23344209</c:v>
                </c:pt>
                <c:pt idx="4065">
                  <c:v>23344486</c:v>
                </c:pt>
                <c:pt idx="4066">
                  <c:v>23344589</c:v>
                </c:pt>
                <c:pt idx="4067">
                  <c:v>23344877</c:v>
                </c:pt>
                <c:pt idx="4068">
                  <c:v>23345444</c:v>
                </c:pt>
                <c:pt idx="4069">
                  <c:v>23349529</c:v>
                </c:pt>
                <c:pt idx="4070">
                  <c:v>23351201</c:v>
                </c:pt>
                <c:pt idx="4071">
                  <c:v>23352389</c:v>
                </c:pt>
                <c:pt idx="4072">
                  <c:v>23354457</c:v>
                </c:pt>
                <c:pt idx="4073">
                  <c:v>23360076</c:v>
                </c:pt>
                <c:pt idx="4074">
                  <c:v>23361628</c:v>
                </c:pt>
                <c:pt idx="4075">
                  <c:v>23362227</c:v>
                </c:pt>
                <c:pt idx="4076">
                  <c:v>23363600</c:v>
                </c:pt>
                <c:pt idx="4077">
                  <c:v>23363854</c:v>
                </c:pt>
                <c:pt idx="4078">
                  <c:v>23366902</c:v>
                </c:pt>
                <c:pt idx="4079">
                  <c:v>23367230</c:v>
                </c:pt>
                <c:pt idx="4080">
                  <c:v>23381589</c:v>
                </c:pt>
                <c:pt idx="4081">
                  <c:v>23381938</c:v>
                </c:pt>
                <c:pt idx="4082">
                  <c:v>23382038</c:v>
                </c:pt>
                <c:pt idx="4083">
                  <c:v>23382819</c:v>
                </c:pt>
                <c:pt idx="4084">
                  <c:v>23382885</c:v>
                </c:pt>
                <c:pt idx="4085">
                  <c:v>23384611</c:v>
                </c:pt>
                <c:pt idx="4086">
                  <c:v>23384806</c:v>
                </c:pt>
                <c:pt idx="4087">
                  <c:v>23385215</c:v>
                </c:pt>
                <c:pt idx="4088">
                  <c:v>23385865</c:v>
                </c:pt>
                <c:pt idx="4089">
                  <c:v>23390695</c:v>
                </c:pt>
                <c:pt idx="4090">
                  <c:v>23401937</c:v>
                </c:pt>
                <c:pt idx="4091">
                  <c:v>23402126</c:v>
                </c:pt>
                <c:pt idx="4092">
                  <c:v>23402524</c:v>
                </c:pt>
                <c:pt idx="4093">
                  <c:v>23418883</c:v>
                </c:pt>
                <c:pt idx="4094">
                  <c:v>23420691</c:v>
                </c:pt>
                <c:pt idx="4095">
                  <c:v>23423876</c:v>
                </c:pt>
                <c:pt idx="4096">
                  <c:v>23424763</c:v>
                </c:pt>
                <c:pt idx="4097">
                  <c:v>23425535</c:v>
                </c:pt>
                <c:pt idx="4098">
                  <c:v>23428790</c:v>
                </c:pt>
                <c:pt idx="4099">
                  <c:v>23430482</c:v>
                </c:pt>
                <c:pt idx="4100">
                  <c:v>23437780</c:v>
                </c:pt>
                <c:pt idx="4101">
                  <c:v>23439216</c:v>
                </c:pt>
                <c:pt idx="4102">
                  <c:v>23439296</c:v>
                </c:pt>
                <c:pt idx="4103">
                  <c:v>23440555</c:v>
                </c:pt>
                <c:pt idx="4104">
                  <c:v>23441022</c:v>
                </c:pt>
                <c:pt idx="4105">
                  <c:v>23442715</c:v>
                </c:pt>
                <c:pt idx="4106">
                  <c:v>23446599</c:v>
                </c:pt>
                <c:pt idx="4107">
                  <c:v>23447374</c:v>
                </c:pt>
                <c:pt idx="4108">
                  <c:v>23450083</c:v>
                </c:pt>
                <c:pt idx="4109">
                  <c:v>23455323</c:v>
                </c:pt>
                <c:pt idx="4110">
                  <c:v>23457164</c:v>
                </c:pt>
                <c:pt idx="4111">
                  <c:v>23458068</c:v>
                </c:pt>
                <c:pt idx="4112">
                  <c:v>23458671</c:v>
                </c:pt>
                <c:pt idx="4113">
                  <c:v>23460198</c:v>
                </c:pt>
                <c:pt idx="4114">
                  <c:v>23463397</c:v>
                </c:pt>
                <c:pt idx="4115">
                  <c:v>23470809</c:v>
                </c:pt>
                <c:pt idx="4116">
                  <c:v>23471670</c:v>
                </c:pt>
                <c:pt idx="4117">
                  <c:v>23492984</c:v>
                </c:pt>
                <c:pt idx="4118">
                  <c:v>23493787</c:v>
                </c:pt>
                <c:pt idx="4119">
                  <c:v>23493939</c:v>
                </c:pt>
                <c:pt idx="4120">
                  <c:v>23498446</c:v>
                </c:pt>
                <c:pt idx="4121">
                  <c:v>23506813</c:v>
                </c:pt>
                <c:pt idx="4122">
                  <c:v>23509405</c:v>
                </c:pt>
                <c:pt idx="4123">
                  <c:v>23509893</c:v>
                </c:pt>
                <c:pt idx="4124">
                  <c:v>23509934</c:v>
                </c:pt>
                <c:pt idx="4125">
                  <c:v>23512920</c:v>
                </c:pt>
                <c:pt idx="4126">
                  <c:v>23513639</c:v>
                </c:pt>
                <c:pt idx="4127">
                  <c:v>23527479</c:v>
                </c:pt>
                <c:pt idx="4128">
                  <c:v>23531505</c:v>
                </c:pt>
                <c:pt idx="4129">
                  <c:v>23546119</c:v>
                </c:pt>
                <c:pt idx="4130">
                  <c:v>23557009</c:v>
                </c:pt>
                <c:pt idx="4131">
                  <c:v>23566023</c:v>
                </c:pt>
                <c:pt idx="4132">
                  <c:v>23567131</c:v>
                </c:pt>
                <c:pt idx="4133">
                  <c:v>23568004</c:v>
                </c:pt>
                <c:pt idx="4134">
                  <c:v>23569602</c:v>
                </c:pt>
                <c:pt idx="4135">
                  <c:v>23582002</c:v>
                </c:pt>
                <c:pt idx="4136">
                  <c:v>23584210</c:v>
                </c:pt>
                <c:pt idx="4137">
                  <c:v>23586487</c:v>
                </c:pt>
                <c:pt idx="4138">
                  <c:v>23586622</c:v>
                </c:pt>
                <c:pt idx="4139">
                  <c:v>23587064</c:v>
                </c:pt>
                <c:pt idx="4140">
                  <c:v>23587957</c:v>
                </c:pt>
                <c:pt idx="4141">
                  <c:v>23588357</c:v>
                </c:pt>
                <c:pt idx="4142">
                  <c:v>23591301</c:v>
                </c:pt>
                <c:pt idx="4143">
                  <c:v>23591557</c:v>
                </c:pt>
                <c:pt idx="4144">
                  <c:v>23593740</c:v>
                </c:pt>
                <c:pt idx="4145">
                  <c:v>23602429</c:v>
                </c:pt>
                <c:pt idx="4146">
                  <c:v>23615875</c:v>
                </c:pt>
                <c:pt idx="4147">
                  <c:v>23634384</c:v>
                </c:pt>
                <c:pt idx="4148">
                  <c:v>23635105</c:v>
                </c:pt>
                <c:pt idx="4149">
                  <c:v>23635500</c:v>
                </c:pt>
                <c:pt idx="4150">
                  <c:v>23652116</c:v>
                </c:pt>
                <c:pt idx="4151">
                  <c:v>23662130</c:v>
                </c:pt>
                <c:pt idx="4152">
                  <c:v>23674905</c:v>
                </c:pt>
                <c:pt idx="4153">
                  <c:v>23675672</c:v>
                </c:pt>
                <c:pt idx="4154">
                  <c:v>23687087</c:v>
                </c:pt>
                <c:pt idx="4155">
                  <c:v>23687586</c:v>
                </c:pt>
                <c:pt idx="4156">
                  <c:v>23703830</c:v>
                </c:pt>
                <c:pt idx="4157">
                  <c:v>23705399</c:v>
                </c:pt>
                <c:pt idx="4158">
                  <c:v>23705432</c:v>
                </c:pt>
                <c:pt idx="4159">
                  <c:v>23709142</c:v>
                </c:pt>
                <c:pt idx="4160">
                  <c:v>23722185</c:v>
                </c:pt>
                <c:pt idx="4161">
                  <c:v>23723032</c:v>
                </c:pt>
                <c:pt idx="4162">
                  <c:v>23734831</c:v>
                </c:pt>
                <c:pt idx="4163">
                  <c:v>23739717</c:v>
                </c:pt>
                <c:pt idx="4164">
                  <c:v>23740993</c:v>
                </c:pt>
                <c:pt idx="4165">
                  <c:v>23752078</c:v>
                </c:pt>
                <c:pt idx="4166">
                  <c:v>23755545</c:v>
                </c:pt>
                <c:pt idx="4167">
                  <c:v>23772758</c:v>
                </c:pt>
                <c:pt idx="4168">
                  <c:v>23793960</c:v>
                </c:pt>
                <c:pt idx="4169">
                  <c:v>23794529</c:v>
                </c:pt>
                <c:pt idx="4170">
                  <c:v>23795123</c:v>
                </c:pt>
                <c:pt idx="4171">
                  <c:v>23795444</c:v>
                </c:pt>
                <c:pt idx="4172">
                  <c:v>23813393</c:v>
                </c:pt>
                <c:pt idx="4173">
                  <c:v>23818150</c:v>
                </c:pt>
                <c:pt idx="4174">
                  <c:v>23832894</c:v>
                </c:pt>
                <c:pt idx="4175">
                  <c:v>23835175</c:v>
                </c:pt>
                <c:pt idx="4176">
                  <c:v>23836420</c:v>
                </c:pt>
                <c:pt idx="4177">
                  <c:v>23853024</c:v>
                </c:pt>
                <c:pt idx="4178">
                  <c:v>23860784</c:v>
                </c:pt>
                <c:pt idx="4179">
                  <c:v>23861669</c:v>
                </c:pt>
                <c:pt idx="4180">
                  <c:v>23862109</c:v>
                </c:pt>
                <c:pt idx="4181">
                  <c:v>23863409</c:v>
                </c:pt>
                <c:pt idx="4182">
                  <c:v>23864014</c:v>
                </c:pt>
                <c:pt idx="4183">
                  <c:v>23864529</c:v>
                </c:pt>
                <c:pt idx="4184">
                  <c:v>23884907</c:v>
                </c:pt>
                <c:pt idx="4185">
                  <c:v>23886398</c:v>
                </c:pt>
                <c:pt idx="4186">
                  <c:v>23895499</c:v>
                </c:pt>
                <c:pt idx="4187">
                  <c:v>23904686</c:v>
                </c:pt>
                <c:pt idx="4188">
                  <c:v>23905770</c:v>
                </c:pt>
                <c:pt idx="4189">
                  <c:v>23906232</c:v>
                </c:pt>
                <c:pt idx="4190">
                  <c:v>23907037</c:v>
                </c:pt>
                <c:pt idx="4191">
                  <c:v>23907508</c:v>
                </c:pt>
                <c:pt idx="4192">
                  <c:v>23907672</c:v>
                </c:pt>
                <c:pt idx="4193">
                  <c:v>23907839</c:v>
                </c:pt>
                <c:pt idx="4194">
                  <c:v>23908185</c:v>
                </c:pt>
                <c:pt idx="4195">
                  <c:v>23909989</c:v>
                </c:pt>
                <c:pt idx="4196">
                  <c:v>23930337</c:v>
                </c:pt>
                <c:pt idx="4197">
                  <c:v>23930531</c:v>
                </c:pt>
                <c:pt idx="4198">
                  <c:v>23934230</c:v>
                </c:pt>
                <c:pt idx="4199">
                  <c:v>23937210</c:v>
                </c:pt>
                <c:pt idx="4200">
                  <c:v>23949148</c:v>
                </c:pt>
                <c:pt idx="4201">
                  <c:v>23949297</c:v>
                </c:pt>
                <c:pt idx="4202">
                  <c:v>23950386</c:v>
                </c:pt>
                <c:pt idx="4203">
                  <c:v>23953216</c:v>
                </c:pt>
                <c:pt idx="4204">
                  <c:v>23957278</c:v>
                </c:pt>
                <c:pt idx="4205">
                  <c:v>23959136</c:v>
                </c:pt>
                <c:pt idx="4206">
                  <c:v>23959331</c:v>
                </c:pt>
                <c:pt idx="4207">
                  <c:v>23967118</c:v>
                </c:pt>
                <c:pt idx="4208">
                  <c:v>23967589</c:v>
                </c:pt>
                <c:pt idx="4209">
                  <c:v>23967968</c:v>
                </c:pt>
                <c:pt idx="4210">
                  <c:v>23987230</c:v>
                </c:pt>
                <c:pt idx="4211">
                  <c:v>23995954</c:v>
                </c:pt>
                <c:pt idx="4212">
                  <c:v>23996675</c:v>
                </c:pt>
                <c:pt idx="4213">
                  <c:v>24000122</c:v>
                </c:pt>
                <c:pt idx="4214">
                  <c:v>24001405</c:v>
                </c:pt>
                <c:pt idx="4215">
                  <c:v>24002828</c:v>
                </c:pt>
                <c:pt idx="4216">
                  <c:v>24007821</c:v>
                </c:pt>
                <c:pt idx="4217">
                  <c:v>24010980</c:v>
                </c:pt>
                <c:pt idx="4218">
                  <c:v>24015419</c:v>
                </c:pt>
                <c:pt idx="4219">
                  <c:v>24022031</c:v>
                </c:pt>
                <c:pt idx="4220">
                  <c:v>24025501</c:v>
                </c:pt>
                <c:pt idx="4221">
                  <c:v>24033171</c:v>
                </c:pt>
                <c:pt idx="4222">
                  <c:v>24045442</c:v>
                </c:pt>
                <c:pt idx="4223">
                  <c:v>24045709</c:v>
                </c:pt>
                <c:pt idx="4224">
                  <c:v>24046017</c:v>
                </c:pt>
                <c:pt idx="4225">
                  <c:v>24046213</c:v>
                </c:pt>
                <c:pt idx="4226">
                  <c:v>24047636</c:v>
                </c:pt>
                <c:pt idx="4227">
                  <c:v>24067487</c:v>
                </c:pt>
                <c:pt idx="4228">
                  <c:v>24072827</c:v>
                </c:pt>
                <c:pt idx="4229">
                  <c:v>24073318</c:v>
                </c:pt>
                <c:pt idx="4230">
                  <c:v>24084882</c:v>
                </c:pt>
                <c:pt idx="4231">
                  <c:v>24086868</c:v>
                </c:pt>
                <c:pt idx="4232">
                  <c:v>24093510</c:v>
                </c:pt>
                <c:pt idx="4233">
                  <c:v>24095060</c:v>
                </c:pt>
                <c:pt idx="4234">
                  <c:v>24097857</c:v>
                </c:pt>
                <c:pt idx="4235">
                  <c:v>24107532</c:v>
                </c:pt>
                <c:pt idx="4236">
                  <c:v>24122638</c:v>
                </c:pt>
                <c:pt idx="4237">
                  <c:v>24126248</c:v>
                </c:pt>
                <c:pt idx="4238">
                  <c:v>24135602</c:v>
                </c:pt>
                <c:pt idx="4239">
                  <c:v>24140223</c:v>
                </c:pt>
                <c:pt idx="4240">
                  <c:v>24162855</c:v>
                </c:pt>
                <c:pt idx="4241">
                  <c:v>24163036</c:v>
                </c:pt>
                <c:pt idx="4242">
                  <c:v>24164241</c:v>
                </c:pt>
                <c:pt idx="4243">
                  <c:v>24169187</c:v>
                </c:pt>
                <c:pt idx="4244">
                  <c:v>24169811</c:v>
                </c:pt>
                <c:pt idx="4245">
                  <c:v>24169914</c:v>
                </c:pt>
                <c:pt idx="4246">
                  <c:v>24176969</c:v>
                </c:pt>
                <c:pt idx="4247">
                  <c:v>24187122</c:v>
                </c:pt>
                <c:pt idx="4248">
                  <c:v>24191309</c:v>
                </c:pt>
                <c:pt idx="4249">
                  <c:v>24193055</c:v>
                </c:pt>
                <c:pt idx="4250">
                  <c:v>24211247</c:v>
                </c:pt>
                <c:pt idx="4251">
                  <c:v>24213110</c:v>
                </c:pt>
                <c:pt idx="4252">
                  <c:v>24214182</c:v>
                </c:pt>
                <c:pt idx="4253">
                  <c:v>24217672</c:v>
                </c:pt>
                <c:pt idx="4254">
                  <c:v>24225834</c:v>
                </c:pt>
                <c:pt idx="4255">
                  <c:v>24233381</c:v>
                </c:pt>
                <c:pt idx="4256">
                  <c:v>24233487</c:v>
                </c:pt>
                <c:pt idx="4257">
                  <c:v>24233773</c:v>
                </c:pt>
                <c:pt idx="4258">
                  <c:v>24234542</c:v>
                </c:pt>
                <c:pt idx="4259">
                  <c:v>24234934</c:v>
                </c:pt>
                <c:pt idx="4260">
                  <c:v>24235229</c:v>
                </c:pt>
                <c:pt idx="4261">
                  <c:v>24244961</c:v>
                </c:pt>
                <c:pt idx="4262">
                  <c:v>24250398</c:v>
                </c:pt>
                <c:pt idx="4263">
                  <c:v>24251438</c:v>
                </c:pt>
                <c:pt idx="4264">
                  <c:v>24251602</c:v>
                </c:pt>
                <c:pt idx="4265">
                  <c:v>24253318</c:v>
                </c:pt>
                <c:pt idx="4266">
                  <c:v>24257366</c:v>
                </c:pt>
                <c:pt idx="4267">
                  <c:v>24259756</c:v>
                </c:pt>
                <c:pt idx="4268">
                  <c:v>24270235</c:v>
                </c:pt>
                <c:pt idx="4269">
                  <c:v>24270329</c:v>
                </c:pt>
                <c:pt idx="4270">
                  <c:v>24287691</c:v>
                </c:pt>
                <c:pt idx="4271">
                  <c:v>24291415</c:v>
                </c:pt>
                <c:pt idx="4272">
                  <c:v>24292678</c:v>
                </c:pt>
                <c:pt idx="4273">
                  <c:v>24293543</c:v>
                </c:pt>
                <c:pt idx="4274">
                  <c:v>24293746</c:v>
                </c:pt>
                <c:pt idx="4275">
                  <c:v>24294565</c:v>
                </c:pt>
                <c:pt idx="4276">
                  <c:v>24294849</c:v>
                </c:pt>
                <c:pt idx="4277">
                  <c:v>24301898</c:v>
                </c:pt>
                <c:pt idx="4278">
                  <c:v>24303892</c:v>
                </c:pt>
                <c:pt idx="4279">
                  <c:v>24316282</c:v>
                </c:pt>
                <c:pt idx="4280">
                  <c:v>24318292</c:v>
                </c:pt>
                <c:pt idx="4281">
                  <c:v>24318423</c:v>
                </c:pt>
                <c:pt idx="4282">
                  <c:v>24318701</c:v>
                </c:pt>
                <c:pt idx="4283">
                  <c:v>24323575</c:v>
                </c:pt>
                <c:pt idx="4284">
                  <c:v>24325528</c:v>
                </c:pt>
                <c:pt idx="4285">
                  <c:v>24326047</c:v>
                </c:pt>
                <c:pt idx="4286">
                  <c:v>24326828</c:v>
                </c:pt>
                <c:pt idx="4287">
                  <c:v>24335645</c:v>
                </c:pt>
                <c:pt idx="4288">
                  <c:v>24344416</c:v>
                </c:pt>
                <c:pt idx="4289">
                  <c:v>24348226</c:v>
                </c:pt>
                <c:pt idx="4290">
                  <c:v>24351152</c:v>
                </c:pt>
                <c:pt idx="4291">
                  <c:v>24362480</c:v>
                </c:pt>
                <c:pt idx="4292">
                  <c:v>24369443</c:v>
                </c:pt>
                <c:pt idx="4293">
                  <c:v>24388665</c:v>
                </c:pt>
                <c:pt idx="4294">
                  <c:v>24392895</c:v>
                </c:pt>
                <c:pt idx="4295">
                  <c:v>24398426</c:v>
                </c:pt>
                <c:pt idx="4296">
                  <c:v>24399752</c:v>
                </c:pt>
                <c:pt idx="4297">
                  <c:v>24403486</c:v>
                </c:pt>
                <c:pt idx="4298">
                  <c:v>24405373</c:v>
                </c:pt>
                <c:pt idx="4299">
                  <c:v>24406915</c:v>
                </c:pt>
                <c:pt idx="4300">
                  <c:v>24406939</c:v>
                </c:pt>
                <c:pt idx="4301">
                  <c:v>24418517</c:v>
                </c:pt>
                <c:pt idx="4302">
                  <c:v>24441156</c:v>
                </c:pt>
                <c:pt idx="4303">
                  <c:v>24441585</c:v>
                </c:pt>
                <c:pt idx="4304">
                  <c:v>24444803</c:v>
                </c:pt>
                <c:pt idx="4305">
                  <c:v>24453546</c:v>
                </c:pt>
                <c:pt idx="4306">
                  <c:v>24455459</c:v>
                </c:pt>
                <c:pt idx="4307">
                  <c:v>24456427</c:v>
                </c:pt>
                <c:pt idx="4308">
                  <c:v>24457942</c:v>
                </c:pt>
                <c:pt idx="4309">
                  <c:v>24461454</c:v>
                </c:pt>
                <c:pt idx="4310">
                  <c:v>24466219</c:v>
                </c:pt>
                <c:pt idx="4311">
                  <c:v>24474802</c:v>
                </c:pt>
                <c:pt idx="4312">
                  <c:v>24477904</c:v>
                </c:pt>
                <c:pt idx="4313">
                  <c:v>24481417</c:v>
                </c:pt>
                <c:pt idx="4314">
                  <c:v>24485408</c:v>
                </c:pt>
                <c:pt idx="4315">
                  <c:v>24486806</c:v>
                </c:pt>
                <c:pt idx="4316">
                  <c:v>24487114</c:v>
                </c:pt>
                <c:pt idx="4317">
                  <c:v>24498210</c:v>
                </c:pt>
                <c:pt idx="4318">
                  <c:v>24501685</c:v>
                </c:pt>
                <c:pt idx="4319">
                  <c:v>24503255</c:v>
                </c:pt>
                <c:pt idx="4320">
                  <c:v>24524452</c:v>
                </c:pt>
                <c:pt idx="4321">
                  <c:v>24524641</c:v>
                </c:pt>
                <c:pt idx="4322">
                  <c:v>24556088</c:v>
                </c:pt>
                <c:pt idx="4323">
                  <c:v>24562732</c:v>
                </c:pt>
                <c:pt idx="4324">
                  <c:v>24563069</c:v>
                </c:pt>
                <c:pt idx="4325">
                  <c:v>24566926</c:v>
                </c:pt>
                <c:pt idx="4326">
                  <c:v>24571415</c:v>
                </c:pt>
                <c:pt idx="4327">
                  <c:v>24573474</c:v>
                </c:pt>
                <c:pt idx="4328">
                  <c:v>24578211</c:v>
                </c:pt>
                <c:pt idx="4329">
                  <c:v>24581877</c:v>
                </c:pt>
                <c:pt idx="4330">
                  <c:v>24607801</c:v>
                </c:pt>
                <c:pt idx="4331">
                  <c:v>24607988</c:v>
                </c:pt>
                <c:pt idx="4332">
                  <c:v>24611804</c:v>
                </c:pt>
                <c:pt idx="4333">
                  <c:v>24634651</c:v>
                </c:pt>
                <c:pt idx="4334">
                  <c:v>24635382</c:v>
                </c:pt>
                <c:pt idx="4335">
                  <c:v>24635563</c:v>
                </c:pt>
                <c:pt idx="4336">
                  <c:v>24636894</c:v>
                </c:pt>
                <c:pt idx="4337">
                  <c:v>24638879</c:v>
                </c:pt>
                <c:pt idx="4338">
                  <c:v>24640406</c:v>
                </c:pt>
                <c:pt idx="4339">
                  <c:v>24643848</c:v>
                </c:pt>
                <c:pt idx="4340">
                  <c:v>24646448</c:v>
                </c:pt>
                <c:pt idx="4341">
                  <c:v>24663806</c:v>
                </c:pt>
                <c:pt idx="4342">
                  <c:v>24670904</c:v>
                </c:pt>
                <c:pt idx="4343">
                  <c:v>24693620</c:v>
                </c:pt>
                <c:pt idx="4344">
                  <c:v>24702844</c:v>
                </c:pt>
                <c:pt idx="4345">
                  <c:v>24703364</c:v>
                </c:pt>
                <c:pt idx="4346">
                  <c:v>24704039</c:v>
                </c:pt>
                <c:pt idx="4347">
                  <c:v>24718874</c:v>
                </c:pt>
                <c:pt idx="4348">
                  <c:v>24719726</c:v>
                </c:pt>
                <c:pt idx="4349">
                  <c:v>24725940</c:v>
                </c:pt>
                <c:pt idx="4350">
                  <c:v>24727112</c:v>
                </c:pt>
                <c:pt idx="4351">
                  <c:v>24742291</c:v>
                </c:pt>
                <c:pt idx="4352">
                  <c:v>24745487</c:v>
                </c:pt>
                <c:pt idx="4353">
                  <c:v>24749846</c:v>
                </c:pt>
                <c:pt idx="4354">
                  <c:v>24750410</c:v>
                </c:pt>
                <c:pt idx="4355">
                  <c:v>24760824</c:v>
                </c:pt>
                <c:pt idx="4356">
                  <c:v>24761575</c:v>
                </c:pt>
                <c:pt idx="4357">
                  <c:v>24764684</c:v>
                </c:pt>
                <c:pt idx="4358">
                  <c:v>24767024</c:v>
                </c:pt>
                <c:pt idx="4359">
                  <c:v>24767977</c:v>
                </c:pt>
                <c:pt idx="4360">
                  <c:v>24784663</c:v>
                </c:pt>
                <c:pt idx="4361">
                  <c:v>24784739</c:v>
                </c:pt>
                <c:pt idx="4362">
                  <c:v>24787926</c:v>
                </c:pt>
                <c:pt idx="4363">
                  <c:v>24796845</c:v>
                </c:pt>
                <c:pt idx="4364">
                  <c:v>24810346</c:v>
                </c:pt>
                <c:pt idx="4365">
                  <c:v>24816382</c:v>
                </c:pt>
                <c:pt idx="4366">
                  <c:v>24825682</c:v>
                </c:pt>
                <c:pt idx="4367">
                  <c:v>24839324</c:v>
                </c:pt>
                <c:pt idx="4368">
                  <c:v>24856880</c:v>
                </c:pt>
                <c:pt idx="4369">
                  <c:v>24867270</c:v>
                </c:pt>
                <c:pt idx="4370">
                  <c:v>24867793</c:v>
                </c:pt>
                <c:pt idx="4371">
                  <c:v>24868228</c:v>
                </c:pt>
                <c:pt idx="4372">
                  <c:v>24868630</c:v>
                </c:pt>
                <c:pt idx="4373">
                  <c:v>24869516</c:v>
                </c:pt>
                <c:pt idx="4374">
                  <c:v>24869954</c:v>
                </c:pt>
                <c:pt idx="4375">
                  <c:v>24875048</c:v>
                </c:pt>
                <c:pt idx="4376">
                  <c:v>24882757</c:v>
                </c:pt>
                <c:pt idx="4377">
                  <c:v>24883237</c:v>
                </c:pt>
                <c:pt idx="4378">
                  <c:v>24886024</c:v>
                </c:pt>
                <c:pt idx="4379">
                  <c:v>24886074</c:v>
                </c:pt>
                <c:pt idx="4380">
                  <c:v>24887995</c:v>
                </c:pt>
                <c:pt idx="4381">
                  <c:v>24891178</c:v>
                </c:pt>
                <c:pt idx="4382">
                  <c:v>24895023</c:v>
                </c:pt>
                <c:pt idx="4383">
                  <c:v>24897926</c:v>
                </c:pt>
                <c:pt idx="4384">
                  <c:v>24898622</c:v>
                </c:pt>
                <c:pt idx="4385">
                  <c:v>24900784</c:v>
                </c:pt>
                <c:pt idx="4386">
                  <c:v>24900825</c:v>
                </c:pt>
                <c:pt idx="4387">
                  <c:v>24902645</c:v>
                </c:pt>
                <c:pt idx="4388">
                  <c:v>24903389</c:v>
                </c:pt>
                <c:pt idx="4389">
                  <c:v>24921168</c:v>
                </c:pt>
                <c:pt idx="4390">
                  <c:v>24931147</c:v>
                </c:pt>
                <c:pt idx="4391">
                  <c:v>24932049</c:v>
                </c:pt>
                <c:pt idx="4392">
                  <c:v>24934432</c:v>
                </c:pt>
                <c:pt idx="4393">
                  <c:v>24946484</c:v>
                </c:pt>
                <c:pt idx="4394">
                  <c:v>24947512</c:v>
                </c:pt>
                <c:pt idx="4395">
                  <c:v>24947599</c:v>
                </c:pt>
                <c:pt idx="4396">
                  <c:v>24947795</c:v>
                </c:pt>
                <c:pt idx="4397">
                  <c:v>24950810</c:v>
                </c:pt>
                <c:pt idx="4398">
                  <c:v>24972995</c:v>
                </c:pt>
                <c:pt idx="4399">
                  <c:v>24975091</c:v>
                </c:pt>
                <c:pt idx="4400">
                  <c:v>24976168</c:v>
                </c:pt>
                <c:pt idx="4401">
                  <c:v>24976647</c:v>
                </c:pt>
                <c:pt idx="4402">
                  <c:v>24978380</c:v>
                </c:pt>
                <c:pt idx="4403">
                  <c:v>24981583</c:v>
                </c:pt>
                <c:pt idx="4404">
                  <c:v>25017522</c:v>
                </c:pt>
                <c:pt idx="4405">
                  <c:v>25017848</c:v>
                </c:pt>
                <c:pt idx="4406">
                  <c:v>25019388</c:v>
                </c:pt>
                <c:pt idx="4407">
                  <c:v>25036393</c:v>
                </c:pt>
                <c:pt idx="4408">
                  <c:v>25044971</c:v>
                </c:pt>
                <c:pt idx="4409">
                  <c:v>25046526</c:v>
                </c:pt>
                <c:pt idx="4410">
                  <c:v>25047501</c:v>
                </c:pt>
                <c:pt idx="4411">
                  <c:v>25047727</c:v>
                </c:pt>
                <c:pt idx="4412">
                  <c:v>25056764</c:v>
                </c:pt>
                <c:pt idx="4413">
                  <c:v>25057044</c:v>
                </c:pt>
                <c:pt idx="4414">
                  <c:v>25062410</c:v>
                </c:pt>
                <c:pt idx="4415">
                  <c:v>25077162</c:v>
                </c:pt>
                <c:pt idx="4416">
                  <c:v>25084818</c:v>
                </c:pt>
                <c:pt idx="4417">
                  <c:v>25085379</c:v>
                </c:pt>
                <c:pt idx="4418">
                  <c:v>25085506</c:v>
                </c:pt>
                <c:pt idx="4419">
                  <c:v>25085550</c:v>
                </c:pt>
                <c:pt idx="4420">
                  <c:v>25085737</c:v>
                </c:pt>
                <c:pt idx="4421">
                  <c:v>25085786</c:v>
                </c:pt>
                <c:pt idx="4422">
                  <c:v>25088680</c:v>
                </c:pt>
                <c:pt idx="4423">
                  <c:v>25091691</c:v>
                </c:pt>
                <c:pt idx="4424">
                  <c:v>25101993</c:v>
                </c:pt>
                <c:pt idx="4425">
                  <c:v>25103281</c:v>
                </c:pt>
                <c:pt idx="4426">
                  <c:v>25104187</c:v>
                </c:pt>
                <c:pt idx="4427">
                  <c:v>25117967</c:v>
                </c:pt>
                <c:pt idx="4428">
                  <c:v>25119475</c:v>
                </c:pt>
                <c:pt idx="4429">
                  <c:v>25120115</c:v>
                </c:pt>
                <c:pt idx="4430">
                  <c:v>25155290</c:v>
                </c:pt>
                <c:pt idx="4431">
                  <c:v>25157975</c:v>
                </c:pt>
                <c:pt idx="4432">
                  <c:v>25158121</c:v>
                </c:pt>
                <c:pt idx="4433">
                  <c:v>25171723</c:v>
                </c:pt>
                <c:pt idx="4434">
                  <c:v>25172185</c:v>
                </c:pt>
                <c:pt idx="4435">
                  <c:v>25174940</c:v>
                </c:pt>
                <c:pt idx="4436">
                  <c:v>25175745</c:v>
                </c:pt>
                <c:pt idx="4437">
                  <c:v>25175903</c:v>
                </c:pt>
                <c:pt idx="4438">
                  <c:v>25176038</c:v>
                </c:pt>
                <c:pt idx="4439">
                  <c:v>25176081</c:v>
                </c:pt>
                <c:pt idx="4440">
                  <c:v>25176169</c:v>
                </c:pt>
                <c:pt idx="4441">
                  <c:v>25179177</c:v>
                </c:pt>
                <c:pt idx="4442">
                  <c:v>25185474</c:v>
                </c:pt>
                <c:pt idx="4443">
                  <c:v>25191127</c:v>
                </c:pt>
                <c:pt idx="4444">
                  <c:v>25192685</c:v>
                </c:pt>
                <c:pt idx="4445">
                  <c:v>25194208</c:v>
                </c:pt>
                <c:pt idx="4446">
                  <c:v>25196542</c:v>
                </c:pt>
                <c:pt idx="4447">
                  <c:v>25199247</c:v>
                </c:pt>
                <c:pt idx="4448">
                  <c:v>25201759</c:v>
                </c:pt>
                <c:pt idx="4449">
                  <c:v>25215723</c:v>
                </c:pt>
                <c:pt idx="4450">
                  <c:v>25216011</c:v>
                </c:pt>
                <c:pt idx="4451">
                  <c:v>25216560</c:v>
                </c:pt>
                <c:pt idx="4452">
                  <c:v>25216749</c:v>
                </c:pt>
                <c:pt idx="4453">
                  <c:v>25220529</c:v>
                </c:pt>
                <c:pt idx="4454">
                  <c:v>25221632</c:v>
                </c:pt>
                <c:pt idx="4455">
                  <c:v>25225463</c:v>
                </c:pt>
                <c:pt idx="4456">
                  <c:v>25264305</c:v>
                </c:pt>
                <c:pt idx="4457">
                  <c:v>25266121</c:v>
                </c:pt>
                <c:pt idx="4458">
                  <c:v>25283325</c:v>
                </c:pt>
                <c:pt idx="4459">
                  <c:v>25285015</c:v>
                </c:pt>
                <c:pt idx="4460">
                  <c:v>25297102</c:v>
                </c:pt>
                <c:pt idx="4461">
                  <c:v>25305365</c:v>
                </c:pt>
                <c:pt idx="4462">
                  <c:v>25327105</c:v>
                </c:pt>
                <c:pt idx="4463">
                  <c:v>25354105</c:v>
                </c:pt>
                <c:pt idx="4464">
                  <c:v>25356630</c:v>
                </c:pt>
                <c:pt idx="4465">
                  <c:v>25358257</c:v>
                </c:pt>
                <c:pt idx="4466">
                  <c:v>25358983</c:v>
                </c:pt>
                <c:pt idx="4467">
                  <c:v>25359296</c:v>
                </c:pt>
                <c:pt idx="4468">
                  <c:v>25363374</c:v>
                </c:pt>
                <c:pt idx="4469">
                  <c:v>25364669</c:v>
                </c:pt>
                <c:pt idx="4470">
                  <c:v>25380089</c:v>
                </c:pt>
                <c:pt idx="4471">
                  <c:v>25382964</c:v>
                </c:pt>
                <c:pt idx="4472">
                  <c:v>25407754</c:v>
                </c:pt>
                <c:pt idx="4473">
                  <c:v>25407755</c:v>
                </c:pt>
                <c:pt idx="4474">
                  <c:v>25421225</c:v>
                </c:pt>
                <c:pt idx="4475">
                  <c:v>25426658</c:v>
                </c:pt>
                <c:pt idx="4476">
                  <c:v>25428278</c:v>
                </c:pt>
                <c:pt idx="4477">
                  <c:v>25429707</c:v>
                </c:pt>
                <c:pt idx="4478">
                  <c:v>25431936</c:v>
                </c:pt>
                <c:pt idx="4479">
                  <c:v>25432174</c:v>
                </c:pt>
                <c:pt idx="4480">
                  <c:v>25434238</c:v>
                </c:pt>
                <c:pt idx="4481">
                  <c:v>25434663</c:v>
                </c:pt>
                <c:pt idx="4482">
                  <c:v>25435163</c:v>
                </c:pt>
                <c:pt idx="4483">
                  <c:v>25436163</c:v>
                </c:pt>
                <c:pt idx="4484">
                  <c:v>25438511</c:v>
                </c:pt>
                <c:pt idx="4485">
                  <c:v>25440550</c:v>
                </c:pt>
                <c:pt idx="4486">
                  <c:v>25445663</c:v>
                </c:pt>
                <c:pt idx="4487">
                  <c:v>25459033</c:v>
                </c:pt>
                <c:pt idx="4488">
                  <c:v>25462240</c:v>
                </c:pt>
                <c:pt idx="4489">
                  <c:v>25472861</c:v>
                </c:pt>
                <c:pt idx="4490">
                  <c:v>25473006</c:v>
                </c:pt>
                <c:pt idx="4491">
                  <c:v>25474019</c:v>
                </c:pt>
                <c:pt idx="4492">
                  <c:v>25474788</c:v>
                </c:pt>
                <c:pt idx="4493">
                  <c:v>25478075</c:v>
                </c:pt>
                <c:pt idx="4494">
                  <c:v>25479408</c:v>
                </c:pt>
                <c:pt idx="4495">
                  <c:v>25491845</c:v>
                </c:pt>
                <c:pt idx="4496">
                  <c:v>25493646</c:v>
                </c:pt>
                <c:pt idx="4497">
                  <c:v>25498625</c:v>
                </c:pt>
                <c:pt idx="4498">
                  <c:v>25503732</c:v>
                </c:pt>
                <c:pt idx="4499">
                  <c:v>25511389</c:v>
                </c:pt>
                <c:pt idx="4500">
                  <c:v>25522757</c:v>
                </c:pt>
                <c:pt idx="4501">
                  <c:v>25522759</c:v>
                </c:pt>
                <c:pt idx="4502">
                  <c:v>25522780</c:v>
                </c:pt>
                <c:pt idx="4503">
                  <c:v>25523792</c:v>
                </c:pt>
                <c:pt idx="4504">
                  <c:v>25524379</c:v>
                </c:pt>
                <c:pt idx="4505">
                  <c:v>25525957</c:v>
                </c:pt>
                <c:pt idx="4506">
                  <c:v>25526549</c:v>
                </c:pt>
                <c:pt idx="4507">
                  <c:v>25548273</c:v>
                </c:pt>
                <c:pt idx="4508">
                  <c:v>25551778</c:v>
                </c:pt>
                <c:pt idx="4509">
                  <c:v>25562943</c:v>
                </c:pt>
                <c:pt idx="4510">
                  <c:v>25570470</c:v>
                </c:pt>
                <c:pt idx="4511">
                  <c:v>25587758</c:v>
                </c:pt>
                <c:pt idx="4512">
                  <c:v>25592377</c:v>
                </c:pt>
                <c:pt idx="4513">
                  <c:v>25605727</c:v>
                </c:pt>
                <c:pt idx="4514">
                  <c:v>25630119</c:v>
                </c:pt>
                <c:pt idx="4515">
                  <c:v>25633054</c:v>
                </c:pt>
                <c:pt idx="4516">
                  <c:v>25642629</c:v>
                </c:pt>
                <c:pt idx="4517">
                  <c:v>25646292</c:v>
                </c:pt>
                <c:pt idx="4518">
                  <c:v>25646370</c:v>
                </c:pt>
                <c:pt idx="4519">
                  <c:v>25647011</c:v>
                </c:pt>
                <c:pt idx="4520">
                  <c:v>25650089</c:v>
                </c:pt>
                <c:pt idx="4521">
                  <c:v>25653209</c:v>
                </c:pt>
                <c:pt idx="4522">
                  <c:v>25657110</c:v>
                </c:pt>
                <c:pt idx="4523">
                  <c:v>25660661</c:v>
                </c:pt>
                <c:pt idx="4524">
                  <c:v>25662758</c:v>
                </c:pt>
                <c:pt idx="4525">
                  <c:v>25693771</c:v>
                </c:pt>
                <c:pt idx="4526">
                  <c:v>25696035</c:v>
                </c:pt>
                <c:pt idx="4527">
                  <c:v>25699658</c:v>
                </c:pt>
                <c:pt idx="4528">
                  <c:v>25715921</c:v>
                </c:pt>
                <c:pt idx="4529">
                  <c:v>25751259</c:v>
                </c:pt>
                <c:pt idx="4530">
                  <c:v>25757231</c:v>
                </c:pt>
                <c:pt idx="4531">
                  <c:v>25757344</c:v>
                </c:pt>
                <c:pt idx="4532">
                  <c:v>25761910</c:v>
                </c:pt>
                <c:pt idx="4533">
                  <c:v>25783312</c:v>
                </c:pt>
                <c:pt idx="4534">
                  <c:v>25787896</c:v>
                </c:pt>
                <c:pt idx="4535">
                  <c:v>25790154</c:v>
                </c:pt>
                <c:pt idx="4536">
                  <c:v>25792330</c:v>
                </c:pt>
                <c:pt idx="4537">
                  <c:v>25820143</c:v>
                </c:pt>
                <c:pt idx="4538">
                  <c:v>25824728</c:v>
                </c:pt>
                <c:pt idx="4539">
                  <c:v>25825618</c:v>
                </c:pt>
                <c:pt idx="4540">
                  <c:v>25826933</c:v>
                </c:pt>
                <c:pt idx="4541">
                  <c:v>25835073</c:v>
                </c:pt>
                <c:pt idx="4542">
                  <c:v>25845079</c:v>
                </c:pt>
                <c:pt idx="4543">
                  <c:v>25845551</c:v>
                </c:pt>
                <c:pt idx="4544">
                  <c:v>25850173</c:v>
                </c:pt>
                <c:pt idx="4545">
                  <c:v>25853380</c:v>
                </c:pt>
                <c:pt idx="4546">
                  <c:v>25856164</c:v>
                </c:pt>
                <c:pt idx="4547">
                  <c:v>25874640</c:v>
                </c:pt>
                <c:pt idx="4548">
                  <c:v>25874672</c:v>
                </c:pt>
                <c:pt idx="4549">
                  <c:v>25876484</c:v>
                </c:pt>
                <c:pt idx="4550">
                  <c:v>25876914</c:v>
                </c:pt>
                <c:pt idx="4551">
                  <c:v>25879450</c:v>
                </c:pt>
                <c:pt idx="4552">
                  <c:v>25880335</c:v>
                </c:pt>
                <c:pt idx="4553">
                  <c:v>25883305</c:v>
                </c:pt>
                <c:pt idx="4554">
                  <c:v>25884903</c:v>
                </c:pt>
                <c:pt idx="4555">
                  <c:v>25889900</c:v>
                </c:pt>
                <c:pt idx="4556">
                  <c:v>25895712</c:v>
                </c:pt>
                <c:pt idx="4557">
                  <c:v>25902599</c:v>
                </c:pt>
                <c:pt idx="4558">
                  <c:v>25907546</c:v>
                </c:pt>
                <c:pt idx="4559">
                  <c:v>25927157</c:v>
                </c:pt>
                <c:pt idx="4560">
                  <c:v>25935406</c:v>
                </c:pt>
                <c:pt idx="4561">
                  <c:v>25936805</c:v>
                </c:pt>
                <c:pt idx="4562">
                  <c:v>25937305</c:v>
                </c:pt>
                <c:pt idx="4563">
                  <c:v>25938232</c:v>
                </c:pt>
                <c:pt idx="4564">
                  <c:v>25952474</c:v>
                </c:pt>
                <c:pt idx="4565">
                  <c:v>25953607</c:v>
                </c:pt>
                <c:pt idx="4566">
                  <c:v>25953754</c:v>
                </c:pt>
                <c:pt idx="4567">
                  <c:v>25959249</c:v>
                </c:pt>
                <c:pt idx="4568">
                  <c:v>25981545</c:v>
                </c:pt>
                <c:pt idx="4569">
                  <c:v>25981890</c:v>
                </c:pt>
                <c:pt idx="4570">
                  <c:v>25982098</c:v>
                </c:pt>
                <c:pt idx="4571">
                  <c:v>25983985</c:v>
                </c:pt>
                <c:pt idx="4572">
                  <c:v>25987858</c:v>
                </c:pt>
                <c:pt idx="4573">
                  <c:v>25995569</c:v>
                </c:pt>
                <c:pt idx="4574">
                  <c:v>25996853</c:v>
                </c:pt>
                <c:pt idx="4575">
                  <c:v>25998585</c:v>
                </c:pt>
                <c:pt idx="4576">
                  <c:v>25999354</c:v>
                </c:pt>
                <c:pt idx="4577">
                  <c:v>26017477</c:v>
                </c:pt>
                <c:pt idx="4578">
                  <c:v>26019914</c:v>
                </c:pt>
                <c:pt idx="4579">
                  <c:v>26039562</c:v>
                </c:pt>
                <c:pt idx="4580">
                  <c:v>26043475</c:v>
                </c:pt>
                <c:pt idx="4581">
                  <c:v>26045746</c:v>
                </c:pt>
                <c:pt idx="4582">
                  <c:v>26050356</c:v>
                </c:pt>
                <c:pt idx="4583">
                  <c:v>26055660</c:v>
                </c:pt>
                <c:pt idx="4584">
                  <c:v>26064778</c:v>
                </c:pt>
                <c:pt idx="4585">
                  <c:v>26066199</c:v>
                </c:pt>
                <c:pt idx="4586">
                  <c:v>26067757</c:v>
                </c:pt>
                <c:pt idx="4587">
                  <c:v>26070261</c:v>
                </c:pt>
                <c:pt idx="4588">
                  <c:v>26080024</c:v>
                </c:pt>
                <c:pt idx="4589">
                  <c:v>26085209</c:v>
                </c:pt>
                <c:pt idx="4590">
                  <c:v>26090078</c:v>
                </c:pt>
                <c:pt idx="4591">
                  <c:v>26094448</c:v>
                </c:pt>
                <c:pt idx="4592">
                  <c:v>26099418</c:v>
                </c:pt>
                <c:pt idx="4593">
                  <c:v>26104132</c:v>
                </c:pt>
                <c:pt idx="4594">
                  <c:v>26121134</c:v>
                </c:pt>
                <c:pt idx="4595">
                  <c:v>26121530</c:v>
                </c:pt>
                <c:pt idx="4596">
                  <c:v>26121895</c:v>
                </c:pt>
                <c:pt idx="4597">
                  <c:v>26142174</c:v>
                </c:pt>
                <c:pt idx="4598">
                  <c:v>26163651</c:v>
                </c:pt>
                <c:pt idx="4599">
                  <c:v>26175924</c:v>
                </c:pt>
                <c:pt idx="4600">
                  <c:v>26203294</c:v>
                </c:pt>
                <c:pt idx="4601">
                  <c:v>26234696</c:v>
                </c:pt>
                <c:pt idx="4602">
                  <c:v>26234905</c:v>
                </c:pt>
                <c:pt idx="4603">
                  <c:v>26238451</c:v>
                </c:pt>
                <c:pt idx="4604">
                  <c:v>26241941</c:v>
                </c:pt>
                <c:pt idx="4605">
                  <c:v>26251682</c:v>
                </c:pt>
                <c:pt idx="4606">
                  <c:v>26261513</c:v>
                </c:pt>
                <c:pt idx="4607">
                  <c:v>26262470</c:v>
                </c:pt>
                <c:pt idx="4608">
                  <c:v>26264275</c:v>
                </c:pt>
                <c:pt idx="4609">
                  <c:v>26267121</c:v>
                </c:pt>
                <c:pt idx="4610">
                  <c:v>26267162</c:v>
                </c:pt>
                <c:pt idx="4611">
                  <c:v>26267705</c:v>
                </c:pt>
                <c:pt idx="4612">
                  <c:v>26270440</c:v>
                </c:pt>
                <c:pt idx="4613">
                  <c:v>26281571</c:v>
                </c:pt>
                <c:pt idx="4614">
                  <c:v>26285652</c:v>
                </c:pt>
                <c:pt idx="4615">
                  <c:v>26294183</c:v>
                </c:pt>
                <c:pt idx="4616">
                  <c:v>26304795</c:v>
                </c:pt>
                <c:pt idx="4617">
                  <c:v>26306768</c:v>
                </c:pt>
                <c:pt idx="4618">
                  <c:v>26312565</c:v>
                </c:pt>
                <c:pt idx="4619">
                  <c:v>26325678</c:v>
                </c:pt>
                <c:pt idx="4620">
                  <c:v>26337247</c:v>
                </c:pt>
                <c:pt idx="4621">
                  <c:v>26341205</c:v>
                </c:pt>
                <c:pt idx="4622">
                  <c:v>26341847</c:v>
                </c:pt>
                <c:pt idx="4623">
                  <c:v>26345637</c:v>
                </c:pt>
                <c:pt idx="4624">
                  <c:v>26368073</c:v>
                </c:pt>
                <c:pt idx="4625">
                  <c:v>26370207</c:v>
                </c:pt>
                <c:pt idx="4626">
                  <c:v>26370289</c:v>
                </c:pt>
                <c:pt idx="4627">
                  <c:v>26370746</c:v>
                </c:pt>
                <c:pt idx="4628">
                  <c:v>26374700</c:v>
                </c:pt>
                <c:pt idx="4629">
                  <c:v>26390576</c:v>
                </c:pt>
                <c:pt idx="4630">
                  <c:v>26393593</c:v>
                </c:pt>
                <c:pt idx="4631">
                  <c:v>26402512</c:v>
                </c:pt>
                <c:pt idx="4632">
                  <c:v>26403214</c:v>
                </c:pt>
                <c:pt idx="4633">
                  <c:v>26406829</c:v>
                </c:pt>
                <c:pt idx="4634">
                  <c:v>26407169</c:v>
                </c:pt>
                <c:pt idx="4635">
                  <c:v>26417751</c:v>
                </c:pt>
                <c:pt idx="4636">
                  <c:v>26419904</c:v>
                </c:pt>
                <c:pt idx="4637">
                  <c:v>26427812</c:v>
                </c:pt>
                <c:pt idx="4638">
                  <c:v>26430910</c:v>
                </c:pt>
                <c:pt idx="4639">
                  <c:v>26434680</c:v>
                </c:pt>
                <c:pt idx="4640">
                  <c:v>26435840</c:v>
                </c:pt>
                <c:pt idx="4641">
                  <c:v>26441754</c:v>
                </c:pt>
                <c:pt idx="4642">
                  <c:v>26457676</c:v>
                </c:pt>
                <c:pt idx="4643">
                  <c:v>26466843</c:v>
                </c:pt>
                <c:pt idx="4644">
                  <c:v>26474913</c:v>
                </c:pt>
                <c:pt idx="4645">
                  <c:v>26478226</c:v>
                </c:pt>
                <c:pt idx="4646">
                  <c:v>26483069</c:v>
                </c:pt>
                <c:pt idx="4647">
                  <c:v>26483378</c:v>
                </c:pt>
                <c:pt idx="4648">
                  <c:v>26502632</c:v>
                </c:pt>
                <c:pt idx="4649">
                  <c:v>26502877</c:v>
                </c:pt>
                <c:pt idx="4650">
                  <c:v>26503291</c:v>
                </c:pt>
                <c:pt idx="4651">
                  <c:v>26503591</c:v>
                </c:pt>
                <c:pt idx="4652">
                  <c:v>26503722</c:v>
                </c:pt>
                <c:pt idx="4653">
                  <c:v>26503793</c:v>
                </c:pt>
                <c:pt idx="4654">
                  <c:v>26504084</c:v>
                </c:pt>
                <c:pt idx="4655">
                  <c:v>26508257</c:v>
                </c:pt>
                <c:pt idx="4656">
                  <c:v>26511695</c:v>
                </c:pt>
                <c:pt idx="4657">
                  <c:v>26519546</c:v>
                </c:pt>
                <c:pt idx="4658">
                  <c:v>26522678</c:v>
                </c:pt>
                <c:pt idx="4659">
                  <c:v>26539602</c:v>
                </c:pt>
                <c:pt idx="4660">
                  <c:v>26543269</c:v>
                </c:pt>
                <c:pt idx="4661">
                  <c:v>26547845</c:v>
                </c:pt>
                <c:pt idx="4662">
                  <c:v>26550365</c:v>
                </c:pt>
                <c:pt idx="4663">
                  <c:v>26550582</c:v>
                </c:pt>
                <c:pt idx="4664">
                  <c:v>26550729</c:v>
                </c:pt>
                <c:pt idx="4665">
                  <c:v>26550975</c:v>
                </c:pt>
                <c:pt idx="4666">
                  <c:v>26551095</c:v>
                </c:pt>
                <c:pt idx="4667">
                  <c:v>26551234</c:v>
                </c:pt>
                <c:pt idx="4668">
                  <c:v>26551348</c:v>
                </c:pt>
                <c:pt idx="4669">
                  <c:v>26579726</c:v>
                </c:pt>
                <c:pt idx="4670">
                  <c:v>26580265</c:v>
                </c:pt>
                <c:pt idx="4671">
                  <c:v>26581755</c:v>
                </c:pt>
                <c:pt idx="4672">
                  <c:v>26582753</c:v>
                </c:pt>
                <c:pt idx="4673">
                  <c:v>26582841</c:v>
                </c:pt>
                <c:pt idx="4674">
                  <c:v>26608873</c:v>
                </c:pt>
                <c:pt idx="4675">
                  <c:v>26611808</c:v>
                </c:pt>
                <c:pt idx="4676">
                  <c:v>26612016</c:v>
                </c:pt>
                <c:pt idx="4677">
                  <c:v>26612092</c:v>
                </c:pt>
                <c:pt idx="4678">
                  <c:v>26612555</c:v>
                </c:pt>
                <c:pt idx="4679">
                  <c:v>26617117</c:v>
                </c:pt>
                <c:pt idx="4680">
                  <c:v>26620265</c:v>
                </c:pt>
                <c:pt idx="4681">
                  <c:v>26622144</c:v>
                </c:pt>
                <c:pt idx="4682">
                  <c:v>26626298</c:v>
                </c:pt>
                <c:pt idx="4683">
                  <c:v>26627056</c:v>
                </c:pt>
                <c:pt idx="4684">
                  <c:v>26643586</c:v>
                </c:pt>
                <c:pt idx="4685">
                  <c:v>26645455</c:v>
                </c:pt>
                <c:pt idx="4686">
                  <c:v>26671616</c:v>
                </c:pt>
                <c:pt idx="4687">
                  <c:v>26679055</c:v>
                </c:pt>
                <c:pt idx="4688">
                  <c:v>26681365</c:v>
                </c:pt>
                <c:pt idx="4689">
                  <c:v>26691694</c:v>
                </c:pt>
                <c:pt idx="4690">
                  <c:v>26695121</c:v>
                </c:pt>
                <c:pt idx="4691">
                  <c:v>26722913</c:v>
                </c:pt>
                <c:pt idx="4692">
                  <c:v>26724506</c:v>
                </c:pt>
                <c:pt idx="4693">
                  <c:v>26739790</c:v>
                </c:pt>
                <c:pt idx="4694">
                  <c:v>26756878</c:v>
                </c:pt>
                <c:pt idx="4695">
                  <c:v>26758635</c:v>
                </c:pt>
                <c:pt idx="4696">
                  <c:v>26761753</c:v>
                </c:pt>
                <c:pt idx="4697">
                  <c:v>26779564</c:v>
                </c:pt>
                <c:pt idx="4698">
                  <c:v>26786113</c:v>
                </c:pt>
                <c:pt idx="4699">
                  <c:v>26786704</c:v>
                </c:pt>
                <c:pt idx="4700">
                  <c:v>26787914</c:v>
                </c:pt>
                <c:pt idx="4701">
                  <c:v>26789349</c:v>
                </c:pt>
                <c:pt idx="4702">
                  <c:v>26797418</c:v>
                </c:pt>
                <c:pt idx="4703">
                  <c:v>26799830</c:v>
                </c:pt>
                <c:pt idx="4704">
                  <c:v>26821753</c:v>
                </c:pt>
                <c:pt idx="4705">
                  <c:v>26824631</c:v>
                </c:pt>
                <c:pt idx="4706">
                  <c:v>26849371</c:v>
                </c:pt>
                <c:pt idx="4707">
                  <c:v>26856669</c:v>
                </c:pt>
                <c:pt idx="4708">
                  <c:v>26863477</c:v>
                </c:pt>
                <c:pt idx="4709">
                  <c:v>26875923</c:v>
                </c:pt>
                <c:pt idx="4710">
                  <c:v>26888877</c:v>
                </c:pt>
                <c:pt idx="4711">
                  <c:v>26889339</c:v>
                </c:pt>
                <c:pt idx="4712">
                  <c:v>26925258</c:v>
                </c:pt>
                <c:pt idx="4713">
                  <c:v>26928760</c:v>
                </c:pt>
                <c:pt idx="4714">
                  <c:v>26936942</c:v>
                </c:pt>
                <c:pt idx="4715">
                  <c:v>26949909</c:v>
                </c:pt>
                <c:pt idx="4716">
                  <c:v>26952531</c:v>
                </c:pt>
                <c:pt idx="4717">
                  <c:v>26960946</c:v>
                </c:pt>
                <c:pt idx="4718">
                  <c:v>26971503</c:v>
                </c:pt>
                <c:pt idx="4719">
                  <c:v>26972399</c:v>
                </c:pt>
                <c:pt idx="4720">
                  <c:v>26977956</c:v>
                </c:pt>
                <c:pt idx="4721">
                  <c:v>26984400</c:v>
                </c:pt>
                <c:pt idx="4722">
                  <c:v>26984763</c:v>
                </c:pt>
                <c:pt idx="4723">
                  <c:v>26984849</c:v>
                </c:pt>
                <c:pt idx="4724">
                  <c:v>27004534</c:v>
                </c:pt>
                <c:pt idx="4725">
                  <c:v>27005081</c:v>
                </c:pt>
                <c:pt idx="4726">
                  <c:v>27007974</c:v>
                </c:pt>
                <c:pt idx="4727">
                  <c:v>27030362</c:v>
                </c:pt>
                <c:pt idx="4728">
                  <c:v>27032833</c:v>
                </c:pt>
                <c:pt idx="4729">
                  <c:v>27032871</c:v>
                </c:pt>
                <c:pt idx="4730">
                  <c:v>27035857</c:v>
                </c:pt>
                <c:pt idx="4731">
                  <c:v>27036741</c:v>
                </c:pt>
                <c:pt idx="4732">
                  <c:v>27037329</c:v>
                </c:pt>
                <c:pt idx="4733">
                  <c:v>27038553</c:v>
                </c:pt>
                <c:pt idx="4734">
                  <c:v>27040948</c:v>
                </c:pt>
                <c:pt idx="4735">
                  <c:v>27066819</c:v>
                </c:pt>
                <c:pt idx="4736">
                  <c:v>27067533</c:v>
                </c:pt>
                <c:pt idx="4737">
                  <c:v>27074146</c:v>
                </c:pt>
                <c:pt idx="4738">
                  <c:v>27075161</c:v>
                </c:pt>
                <c:pt idx="4739">
                  <c:v>27091343</c:v>
                </c:pt>
                <c:pt idx="4740">
                  <c:v>27092110</c:v>
                </c:pt>
                <c:pt idx="4741">
                  <c:v>27093888</c:v>
                </c:pt>
                <c:pt idx="4742">
                  <c:v>27095671</c:v>
                </c:pt>
                <c:pt idx="4743">
                  <c:v>27104584</c:v>
                </c:pt>
                <c:pt idx="4744">
                  <c:v>27117248</c:v>
                </c:pt>
                <c:pt idx="4745">
                  <c:v>27117450</c:v>
                </c:pt>
                <c:pt idx="4746">
                  <c:v>27118679</c:v>
                </c:pt>
                <c:pt idx="4747">
                  <c:v>27150984</c:v>
                </c:pt>
                <c:pt idx="4748">
                  <c:v>27160747</c:v>
                </c:pt>
                <c:pt idx="4749">
                  <c:v>27171190</c:v>
                </c:pt>
                <c:pt idx="4750">
                  <c:v>27175899</c:v>
                </c:pt>
                <c:pt idx="4751">
                  <c:v>27176069</c:v>
                </c:pt>
                <c:pt idx="4752">
                  <c:v>27178986</c:v>
                </c:pt>
                <c:pt idx="4753">
                  <c:v>27184680</c:v>
                </c:pt>
                <c:pt idx="4754">
                  <c:v>27188700</c:v>
                </c:pt>
                <c:pt idx="4755">
                  <c:v>27189045</c:v>
                </c:pt>
                <c:pt idx="4756">
                  <c:v>27206517</c:v>
                </c:pt>
                <c:pt idx="4757">
                  <c:v>27211807</c:v>
                </c:pt>
                <c:pt idx="4758">
                  <c:v>27237298</c:v>
                </c:pt>
                <c:pt idx="4759">
                  <c:v>27237391</c:v>
                </c:pt>
                <c:pt idx="4760">
                  <c:v>27238293</c:v>
                </c:pt>
                <c:pt idx="4761">
                  <c:v>27245707</c:v>
                </c:pt>
                <c:pt idx="4762">
                  <c:v>27254473</c:v>
                </c:pt>
                <c:pt idx="4763">
                  <c:v>27266462</c:v>
                </c:pt>
                <c:pt idx="4764">
                  <c:v>27266571</c:v>
                </c:pt>
                <c:pt idx="4765">
                  <c:v>27270841</c:v>
                </c:pt>
                <c:pt idx="4766">
                  <c:v>27271787</c:v>
                </c:pt>
                <c:pt idx="4767">
                  <c:v>27271830</c:v>
                </c:pt>
                <c:pt idx="4768">
                  <c:v>27278175</c:v>
                </c:pt>
                <c:pt idx="4769">
                  <c:v>27280436</c:v>
                </c:pt>
                <c:pt idx="4770">
                  <c:v>27289163</c:v>
                </c:pt>
                <c:pt idx="4771">
                  <c:v>27292520</c:v>
                </c:pt>
                <c:pt idx="4772">
                  <c:v>27293273</c:v>
                </c:pt>
                <c:pt idx="4773">
                  <c:v>27301361</c:v>
                </c:pt>
                <c:pt idx="4774">
                  <c:v>27313392</c:v>
                </c:pt>
                <c:pt idx="4775">
                  <c:v>27315458</c:v>
                </c:pt>
                <c:pt idx="4776">
                  <c:v>27316651</c:v>
                </c:pt>
                <c:pt idx="4777">
                  <c:v>27327794</c:v>
                </c:pt>
                <c:pt idx="4778">
                  <c:v>27337630</c:v>
                </c:pt>
                <c:pt idx="4779">
                  <c:v>27345347</c:v>
                </c:pt>
                <c:pt idx="4780">
                  <c:v>27346429</c:v>
                </c:pt>
                <c:pt idx="4781">
                  <c:v>27348970</c:v>
                </c:pt>
                <c:pt idx="4782">
                  <c:v>27373704</c:v>
                </c:pt>
                <c:pt idx="4783">
                  <c:v>27376500</c:v>
                </c:pt>
                <c:pt idx="4784">
                  <c:v>27380178</c:v>
                </c:pt>
                <c:pt idx="4785">
                  <c:v>27387427</c:v>
                </c:pt>
                <c:pt idx="4786">
                  <c:v>27388996</c:v>
                </c:pt>
                <c:pt idx="4787">
                  <c:v>27415150</c:v>
                </c:pt>
                <c:pt idx="4788">
                  <c:v>27415457</c:v>
                </c:pt>
                <c:pt idx="4789">
                  <c:v>27415514</c:v>
                </c:pt>
                <c:pt idx="4790">
                  <c:v>27428183</c:v>
                </c:pt>
                <c:pt idx="4791">
                  <c:v>27438706</c:v>
                </c:pt>
                <c:pt idx="4792">
                  <c:v>27442939</c:v>
                </c:pt>
                <c:pt idx="4793">
                  <c:v>27453852</c:v>
                </c:pt>
                <c:pt idx="4794">
                  <c:v>27456857</c:v>
                </c:pt>
                <c:pt idx="4795">
                  <c:v>27471681</c:v>
                </c:pt>
                <c:pt idx="4796">
                  <c:v>27473119</c:v>
                </c:pt>
                <c:pt idx="4797">
                  <c:v>27474162</c:v>
                </c:pt>
                <c:pt idx="4798">
                  <c:v>27476246</c:v>
                </c:pt>
                <c:pt idx="4799">
                  <c:v>27476709</c:v>
                </c:pt>
                <c:pt idx="4800">
                  <c:v>27476933</c:v>
                </c:pt>
                <c:pt idx="4801">
                  <c:v>27483660</c:v>
                </c:pt>
                <c:pt idx="4802">
                  <c:v>27492984</c:v>
                </c:pt>
                <c:pt idx="4803">
                  <c:v>27495221</c:v>
                </c:pt>
                <c:pt idx="4804">
                  <c:v>27495749</c:v>
                </c:pt>
                <c:pt idx="4805">
                  <c:v>27509047</c:v>
                </c:pt>
                <c:pt idx="4806">
                  <c:v>27509888</c:v>
                </c:pt>
                <c:pt idx="4807">
                  <c:v>27521119</c:v>
                </c:pt>
                <c:pt idx="4808">
                  <c:v>27526230</c:v>
                </c:pt>
                <c:pt idx="4809">
                  <c:v>27530116</c:v>
                </c:pt>
                <c:pt idx="4810">
                  <c:v>27532383</c:v>
                </c:pt>
                <c:pt idx="4811">
                  <c:v>27541667</c:v>
                </c:pt>
                <c:pt idx="4812">
                  <c:v>27547329</c:v>
                </c:pt>
                <c:pt idx="4813">
                  <c:v>27555012</c:v>
                </c:pt>
                <c:pt idx="4814">
                  <c:v>27555072</c:v>
                </c:pt>
                <c:pt idx="4815">
                  <c:v>27564004</c:v>
                </c:pt>
                <c:pt idx="4816">
                  <c:v>27564826</c:v>
                </c:pt>
                <c:pt idx="4817">
                  <c:v>27585550</c:v>
                </c:pt>
                <c:pt idx="4818">
                  <c:v>27585582</c:v>
                </c:pt>
                <c:pt idx="4819">
                  <c:v>27591062</c:v>
                </c:pt>
                <c:pt idx="4820">
                  <c:v>27594254</c:v>
                </c:pt>
                <c:pt idx="4821">
                  <c:v>27596141</c:v>
                </c:pt>
                <c:pt idx="4822">
                  <c:v>27600330</c:v>
                </c:pt>
                <c:pt idx="4823">
                  <c:v>27612665</c:v>
                </c:pt>
                <c:pt idx="4824">
                  <c:v>27613041</c:v>
                </c:pt>
                <c:pt idx="4825">
                  <c:v>27613159</c:v>
                </c:pt>
                <c:pt idx="4826">
                  <c:v>27618932</c:v>
                </c:pt>
                <c:pt idx="4827">
                  <c:v>27620711</c:v>
                </c:pt>
                <c:pt idx="4828">
                  <c:v>27622973</c:v>
                </c:pt>
                <c:pt idx="4829">
                  <c:v>27626845</c:v>
                </c:pt>
                <c:pt idx="4830">
                  <c:v>27638890</c:v>
                </c:pt>
                <c:pt idx="4831">
                  <c:v>27644541</c:v>
                </c:pt>
                <c:pt idx="4832">
                  <c:v>27645066</c:v>
                </c:pt>
                <c:pt idx="4833">
                  <c:v>27665101</c:v>
                </c:pt>
                <c:pt idx="4834">
                  <c:v>27666078</c:v>
                </c:pt>
                <c:pt idx="4835">
                  <c:v>27668165</c:v>
                </c:pt>
                <c:pt idx="4836">
                  <c:v>27670283</c:v>
                </c:pt>
                <c:pt idx="4837">
                  <c:v>27671250</c:v>
                </c:pt>
                <c:pt idx="4838">
                  <c:v>27674270</c:v>
                </c:pt>
                <c:pt idx="4839">
                  <c:v>27685046</c:v>
                </c:pt>
                <c:pt idx="4840">
                  <c:v>27696543</c:v>
                </c:pt>
                <c:pt idx="4841">
                  <c:v>27697383</c:v>
                </c:pt>
                <c:pt idx="4842">
                  <c:v>27712652</c:v>
                </c:pt>
                <c:pt idx="4843">
                  <c:v>27718711</c:v>
                </c:pt>
                <c:pt idx="4844">
                  <c:v>27726089</c:v>
                </c:pt>
                <c:pt idx="4845">
                  <c:v>27738184</c:v>
                </c:pt>
                <c:pt idx="4846">
                  <c:v>27743280</c:v>
                </c:pt>
                <c:pt idx="4847">
                  <c:v>27751102</c:v>
                </c:pt>
                <c:pt idx="4848">
                  <c:v>27765902</c:v>
                </c:pt>
                <c:pt idx="4849">
                  <c:v>27767540</c:v>
                </c:pt>
                <c:pt idx="4850">
                  <c:v>27773262</c:v>
                </c:pt>
                <c:pt idx="4851">
                  <c:v>27776924</c:v>
                </c:pt>
                <c:pt idx="4852">
                  <c:v>27780891</c:v>
                </c:pt>
                <c:pt idx="4853">
                  <c:v>27786999</c:v>
                </c:pt>
                <c:pt idx="4854">
                  <c:v>27795975</c:v>
                </c:pt>
                <c:pt idx="4855">
                  <c:v>27803199</c:v>
                </c:pt>
                <c:pt idx="4856">
                  <c:v>27814497</c:v>
                </c:pt>
                <c:pt idx="4857">
                  <c:v>27816320</c:v>
                </c:pt>
                <c:pt idx="4858">
                  <c:v>27818331</c:v>
                </c:pt>
                <c:pt idx="4859">
                  <c:v>27818543</c:v>
                </c:pt>
                <c:pt idx="4860">
                  <c:v>27818628</c:v>
                </c:pt>
                <c:pt idx="4861">
                  <c:v>27818722</c:v>
                </c:pt>
                <c:pt idx="4862">
                  <c:v>27855643</c:v>
                </c:pt>
                <c:pt idx="4863">
                  <c:v>27856229</c:v>
                </c:pt>
                <c:pt idx="4864">
                  <c:v>27856621</c:v>
                </c:pt>
                <c:pt idx="4865">
                  <c:v>27857762</c:v>
                </c:pt>
                <c:pt idx="4866">
                  <c:v>27861411</c:v>
                </c:pt>
                <c:pt idx="4867">
                  <c:v>27862175</c:v>
                </c:pt>
                <c:pt idx="4868">
                  <c:v>27864552</c:v>
                </c:pt>
                <c:pt idx="4869">
                  <c:v>27867080</c:v>
                </c:pt>
                <c:pt idx="4870">
                  <c:v>27868305</c:v>
                </c:pt>
                <c:pt idx="4871">
                  <c:v>27878124</c:v>
                </c:pt>
                <c:pt idx="4872">
                  <c:v>27880405</c:v>
                </c:pt>
                <c:pt idx="4873">
                  <c:v>27885709</c:v>
                </c:pt>
                <c:pt idx="4874">
                  <c:v>27885998</c:v>
                </c:pt>
                <c:pt idx="4875">
                  <c:v>27891710</c:v>
                </c:pt>
                <c:pt idx="4876">
                  <c:v>27894900</c:v>
                </c:pt>
                <c:pt idx="4877">
                  <c:v>27900196</c:v>
                </c:pt>
                <c:pt idx="4878">
                  <c:v>27914179</c:v>
                </c:pt>
                <c:pt idx="4879">
                  <c:v>27915250</c:v>
                </c:pt>
                <c:pt idx="4880">
                  <c:v>27920964</c:v>
                </c:pt>
                <c:pt idx="4881">
                  <c:v>27921219</c:v>
                </c:pt>
                <c:pt idx="4882">
                  <c:v>27925955</c:v>
                </c:pt>
                <c:pt idx="4883">
                  <c:v>27935708</c:v>
                </c:pt>
                <c:pt idx="4884">
                  <c:v>27935809</c:v>
                </c:pt>
                <c:pt idx="4885">
                  <c:v>27935923</c:v>
                </c:pt>
                <c:pt idx="4886">
                  <c:v>27935964</c:v>
                </c:pt>
                <c:pt idx="4887">
                  <c:v>27936026</c:v>
                </c:pt>
                <c:pt idx="4888">
                  <c:v>27944946</c:v>
                </c:pt>
                <c:pt idx="4889">
                  <c:v>27963444</c:v>
                </c:pt>
                <c:pt idx="4890">
                  <c:v>27982717</c:v>
                </c:pt>
                <c:pt idx="4891">
                  <c:v>27991225</c:v>
                </c:pt>
                <c:pt idx="4892">
                  <c:v>27991977</c:v>
                </c:pt>
                <c:pt idx="4893">
                  <c:v>27994091</c:v>
                </c:pt>
                <c:pt idx="4894">
                  <c:v>27994800</c:v>
                </c:pt>
                <c:pt idx="4895">
                  <c:v>28003284</c:v>
                </c:pt>
                <c:pt idx="4896">
                  <c:v>28008016</c:v>
                </c:pt>
                <c:pt idx="4897">
                  <c:v>28017415</c:v>
                </c:pt>
                <c:pt idx="4898">
                  <c:v>28025470</c:v>
                </c:pt>
                <c:pt idx="4899">
                  <c:v>28026274</c:v>
                </c:pt>
                <c:pt idx="4900">
                  <c:v>28034241</c:v>
                </c:pt>
                <c:pt idx="4901">
                  <c:v>28036862</c:v>
                </c:pt>
                <c:pt idx="4902">
                  <c:v>28044142</c:v>
                </c:pt>
                <c:pt idx="4903">
                  <c:v>28046574</c:v>
                </c:pt>
                <c:pt idx="4904">
                  <c:v>28054782</c:v>
                </c:pt>
                <c:pt idx="4905">
                  <c:v>28055509</c:v>
                </c:pt>
                <c:pt idx="4906">
                  <c:v>28069900</c:v>
                </c:pt>
                <c:pt idx="4907">
                  <c:v>28072715</c:v>
                </c:pt>
                <c:pt idx="4908">
                  <c:v>28073544</c:v>
                </c:pt>
                <c:pt idx="4909">
                  <c:v>28090338</c:v>
                </c:pt>
                <c:pt idx="4910">
                  <c:v>28090663</c:v>
                </c:pt>
                <c:pt idx="4911">
                  <c:v>28094145</c:v>
                </c:pt>
                <c:pt idx="4912">
                  <c:v>28099585</c:v>
                </c:pt>
                <c:pt idx="4913">
                  <c:v>28100796</c:v>
                </c:pt>
                <c:pt idx="4914">
                  <c:v>28101168</c:v>
                </c:pt>
                <c:pt idx="4915">
                  <c:v>28112398</c:v>
                </c:pt>
                <c:pt idx="4916">
                  <c:v>28117819</c:v>
                </c:pt>
                <c:pt idx="4917">
                  <c:v>28121240</c:v>
                </c:pt>
                <c:pt idx="4918">
                  <c:v>28123417</c:v>
                </c:pt>
                <c:pt idx="4919">
                  <c:v>28124578</c:v>
                </c:pt>
                <c:pt idx="4920">
                  <c:v>28125412</c:v>
                </c:pt>
                <c:pt idx="4921">
                  <c:v>28138188</c:v>
                </c:pt>
                <c:pt idx="4922">
                  <c:v>28138543</c:v>
                </c:pt>
                <c:pt idx="4923">
                  <c:v>28141784</c:v>
                </c:pt>
                <c:pt idx="4924">
                  <c:v>28143059</c:v>
                </c:pt>
                <c:pt idx="4925">
                  <c:v>28143341</c:v>
                </c:pt>
                <c:pt idx="4926">
                  <c:v>28143811</c:v>
                </c:pt>
                <c:pt idx="4927">
                  <c:v>28143834</c:v>
                </c:pt>
                <c:pt idx="4928">
                  <c:v>28147759</c:v>
                </c:pt>
                <c:pt idx="4929">
                  <c:v>28165944</c:v>
                </c:pt>
                <c:pt idx="4930">
                  <c:v>28167967</c:v>
                </c:pt>
                <c:pt idx="4931">
                  <c:v>28188318</c:v>
                </c:pt>
                <c:pt idx="4932">
                  <c:v>28188675</c:v>
                </c:pt>
                <c:pt idx="4933">
                  <c:v>28190379</c:v>
                </c:pt>
                <c:pt idx="4934">
                  <c:v>28192380</c:v>
                </c:pt>
                <c:pt idx="4935">
                  <c:v>28199151</c:v>
                </c:pt>
                <c:pt idx="4936">
                  <c:v>28211713</c:v>
                </c:pt>
                <c:pt idx="4937">
                  <c:v>28213849</c:v>
                </c:pt>
                <c:pt idx="4938">
                  <c:v>28215886</c:v>
                </c:pt>
                <c:pt idx="4939">
                  <c:v>28216210</c:v>
                </c:pt>
                <c:pt idx="4940">
                  <c:v>28217170</c:v>
                </c:pt>
                <c:pt idx="4941">
                  <c:v>28229755</c:v>
                </c:pt>
                <c:pt idx="4942">
                  <c:v>28230525</c:v>
                </c:pt>
                <c:pt idx="4943">
                  <c:v>28231028</c:v>
                </c:pt>
                <c:pt idx="4944">
                  <c:v>28231887</c:v>
                </c:pt>
                <c:pt idx="4945">
                  <c:v>28234004</c:v>
                </c:pt>
                <c:pt idx="4946">
                  <c:v>28234237</c:v>
                </c:pt>
                <c:pt idx="4947">
                  <c:v>28240546</c:v>
                </c:pt>
                <c:pt idx="4948">
                  <c:v>28241760</c:v>
                </c:pt>
                <c:pt idx="4949">
                  <c:v>28244389</c:v>
                </c:pt>
                <c:pt idx="4950">
                  <c:v>28244494</c:v>
                </c:pt>
                <c:pt idx="4951">
                  <c:v>28249438</c:v>
                </c:pt>
                <c:pt idx="4952">
                  <c:v>28258328</c:v>
                </c:pt>
                <c:pt idx="4953">
                  <c:v>28259992</c:v>
                </c:pt>
                <c:pt idx="4954">
                  <c:v>28263438</c:v>
                </c:pt>
                <c:pt idx="4955">
                  <c:v>28263736</c:v>
                </c:pt>
                <c:pt idx="4956">
                  <c:v>28264006</c:v>
                </c:pt>
                <c:pt idx="4957">
                  <c:v>28267634</c:v>
                </c:pt>
                <c:pt idx="4958">
                  <c:v>28269656</c:v>
                </c:pt>
                <c:pt idx="4959">
                  <c:v>28272913</c:v>
                </c:pt>
                <c:pt idx="4960">
                  <c:v>28274789</c:v>
                </c:pt>
                <c:pt idx="4961">
                  <c:v>28300861</c:v>
                </c:pt>
                <c:pt idx="4962">
                  <c:v>28301218</c:v>
                </c:pt>
                <c:pt idx="4963">
                  <c:v>28302111</c:v>
                </c:pt>
                <c:pt idx="4964">
                  <c:v>28303148</c:v>
                </c:pt>
                <c:pt idx="4965">
                  <c:v>28303772</c:v>
                </c:pt>
                <c:pt idx="4966">
                  <c:v>28303942</c:v>
                </c:pt>
                <c:pt idx="4967">
                  <c:v>28305772</c:v>
                </c:pt>
                <c:pt idx="4968">
                  <c:v>28314269</c:v>
                </c:pt>
                <c:pt idx="4969">
                  <c:v>28319972</c:v>
                </c:pt>
                <c:pt idx="4970">
                  <c:v>28324457</c:v>
                </c:pt>
                <c:pt idx="4971">
                  <c:v>28332234</c:v>
                </c:pt>
                <c:pt idx="4972">
                  <c:v>28336493</c:v>
                </c:pt>
                <c:pt idx="4973">
                  <c:v>28354070</c:v>
                </c:pt>
                <c:pt idx="4974">
                  <c:v>28358648</c:v>
                </c:pt>
                <c:pt idx="4975">
                  <c:v>28359470</c:v>
                </c:pt>
                <c:pt idx="4976">
                  <c:v>28362398</c:v>
                </c:pt>
                <c:pt idx="4977">
                  <c:v>28369784</c:v>
                </c:pt>
                <c:pt idx="4978">
                  <c:v>28369996</c:v>
                </c:pt>
                <c:pt idx="4979">
                  <c:v>28372562</c:v>
                </c:pt>
                <c:pt idx="4980">
                  <c:v>28373783</c:v>
                </c:pt>
                <c:pt idx="4981">
                  <c:v>28382272</c:v>
                </c:pt>
                <c:pt idx="4982">
                  <c:v>28384690</c:v>
                </c:pt>
                <c:pt idx="4983">
                  <c:v>28400158</c:v>
                </c:pt>
                <c:pt idx="4984">
                  <c:v>28412886</c:v>
                </c:pt>
                <c:pt idx="4985">
                  <c:v>28415370</c:v>
                </c:pt>
                <c:pt idx="4986">
                  <c:v>28417104</c:v>
                </c:pt>
                <c:pt idx="4987">
                  <c:v>28418108</c:v>
                </c:pt>
                <c:pt idx="4988">
                  <c:v>28424961</c:v>
                </c:pt>
                <c:pt idx="4989">
                  <c:v>28425234</c:v>
                </c:pt>
                <c:pt idx="4990">
                  <c:v>28449419</c:v>
                </c:pt>
                <c:pt idx="4991">
                  <c:v>28463999</c:v>
                </c:pt>
                <c:pt idx="4992">
                  <c:v>28469413</c:v>
                </c:pt>
                <c:pt idx="4993">
                  <c:v>28469517</c:v>
                </c:pt>
                <c:pt idx="4994">
                  <c:v>28469688</c:v>
                </c:pt>
                <c:pt idx="4995">
                  <c:v>28469787</c:v>
                </c:pt>
                <c:pt idx="4996">
                  <c:v>28469892</c:v>
                </c:pt>
                <c:pt idx="4997">
                  <c:v>28470044</c:v>
                </c:pt>
                <c:pt idx="4998">
                  <c:v>28470098</c:v>
                </c:pt>
                <c:pt idx="4999">
                  <c:v>28470153</c:v>
                </c:pt>
                <c:pt idx="5000">
                  <c:v>28470180</c:v>
                </c:pt>
                <c:pt idx="5001">
                  <c:v>28470420</c:v>
                </c:pt>
                <c:pt idx="5002">
                  <c:v>28470529</c:v>
                </c:pt>
                <c:pt idx="5003">
                  <c:v>28470567</c:v>
                </c:pt>
                <c:pt idx="5004">
                  <c:v>28470608</c:v>
                </c:pt>
                <c:pt idx="5005">
                  <c:v>28470629</c:v>
                </c:pt>
                <c:pt idx="5006">
                  <c:v>28470664</c:v>
                </c:pt>
                <c:pt idx="5007">
                  <c:v>28470685</c:v>
                </c:pt>
                <c:pt idx="5008">
                  <c:v>28470700</c:v>
                </c:pt>
                <c:pt idx="5009">
                  <c:v>28471684</c:v>
                </c:pt>
                <c:pt idx="5010">
                  <c:v>28471714</c:v>
                </c:pt>
                <c:pt idx="5011">
                  <c:v>28471721</c:v>
                </c:pt>
                <c:pt idx="5012">
                  <c:v>28472227</c:v>
                </c:pt>
                <c:pt idx="5013">
                  <c:v>28472247</c:v>
                </c:pt>
                <c:pt idx="5014">
                  <c:v>28472257</c:v>
                </c:pt>
                <c:pt idx="5015">
                  <c:v>28472334</c:v>
                </c:pt>
                <c:pt idx="5016">
                  <c:v>28472346</c:v>
                </c:pt>
                <c:pt idx="5017">
                  <c:v>28472392</c:v>
                </c:pt>
                <c:pt idx="5018">
                  <c:v>28472401</c:v>
                </c:pt>
                <c:pt idx="5019">
                  <c:v>28472457</c:v>
                </c:pt>
                <c:pt idx="5020">
                  <c:v>28472509</c:v>
                </c:pt>
                <c:pt idx="5021">
                  <c:v>28472565</c:v>
                </c:pt>
                <c:pt idx="5022">
                  <c:v>28472574</c:v>
                </c:pt>
                <c:pt idx="5023">
                  <c:v>28472614</c:v>
                </c:pt>
                <c:pt idx="5024">
                  <c:v>28475916</c:v>
                </c:pt>
                <c:pt idx="5025">
                  <c:v>28481119</c:v>
                </c:pt>
                <c:pt idx="5026">
                  <c:v>28481956</c:v>
                </c:pt>
                <c:pt idx="5027">
                  <c:v>28497814</c:v>
                </c:pt>
                <c:pt idx="5028">
                  <c:v>28499474</c:v>
                </c:pt>
                <c:pt idx="5029">
                  <c:v>28501743</c:v>
                </c:pt>
                <c:pt idx="5030">
                  <c:v>28503174</c:v>
                </c:pt>
                <c:pt idx="5031">
                  <c:v>28503913</c:v>
                </c:pt>
                <c:pt idx="5032">
                  <c:v>28508739</c:v>
                </c:pt>
                <c:pt idx="5033">
                  <c:v>28511277</c:v>
                </c:pt>
                <c:pt idx="5034">
                  <c:v>28519752</c:v>
                </c:pt>
                <c:pt idx="5035">
                  <c:v>28523144</c:v>
                </c:pt>
                <c:pt idx="5036">
                  <c:v>28528139</c:v>
                </c:pt>
                <c:pt idx="5037">
                  <c:v>28530341</c:v>
                </c:pt>
                <c:pt idx="5038">
                  <c:v>28534770</c:v>
                </c:pt>
                <c:pt idx="5039">
                  <c:v>28537313</c:v>
                </c:pt>
                <c:pt idx="5040">
                  <c:v>28543109</c:v>
                </c:pt>
                <c:pt idx="5041">
                  <c:v>28544571</c:v>
                </c:pt>
                <c:pt idx="5042">
                  <c:v>28545088</c:v>
                </c:pt>
                <c:pt idx="5043">
                  <c:v>28548711</c:v>
                </c:pt>
                <c:pt idx="5044">
                  <c:v>28550241</c:v>
                </c:pt>
                <c:pt idx="5045">
                  <c:v>28551162</c:v>
                </c:pt>
                <c:pt idx="5046">
                  <c:v>28565139</c:v>
                </c:pt>
                <c:pt idx="5047">
                  <c:v>28568481</c:v>
                </c:pt>
                <c:pt idx="5048">
                  <c:v>28573001</c:v>
                </c:pt>
                <c:pt idx="5049">
                  <c:v>28577138</c:v>
                </c:pt>
                <c:pt idx="5050">
                  <c:v>28580420</c:v>
                </c:pt>
                <c:pt idx="5051">
                  <c:v>28590412</c:v>
                </c:pt>
                <c:pt idx="5052">
                  <c:v>28590418</c:v>
                </c:pt>
                <c:pt idx="5053">
                  <c:v>28590445</c:v>
                </c:pt>
                <c:pt idx="5054">
                  <c:v>28590455</c:v>
                </c:pt>
                <c:pt idx="5055">
                  <c:v>28590460</c:v>
                </c:pt>
                <c:pt idx="5056">
                  <c:v>28590474</c:v>
                </c:pt>
                <c:pt idx="5057">
                  <c:v>28590488</c:v>
                </c:pt>
                <c:pt idx="5058">
                  <c:v>28590513</c:v>
                </c:pt>
                <c:pt idx="5059">
                  <c:v>28594798</c:v>
                </c:pt>
                <c:pt idx="5060">
                  <c:v>28598078</c:v>
                </c:pt>
                <c:pt idx="5061">
                  <c:v>28616461</c:v>
                </c:pt>
                <c:pt idx="5062">
                  <c:v>28623715</c:v>
                </c:pt>
                <c:pt idx="5063">
                  <c:v>28630377</c:v>
                </c:pt>
                <c:pt idx="5064">
                  <c:v>28633057</c:v>
                </c:pt>
                <c:pt idx="5065">
                  <c:v>28633537</c:v>
                </c:pt>
                <c:pt idx="5066">
                  <c:v>28644621</c:v>
                </c:pt>
                <c:pt idx="5067">
                  <c:v>28644903</c:v>
                </c:pt>
                <c:pt idx="5068">
                  <c:v>28644945</c:v>
                </c:pt>
                <c:pt idx="5069">
                  <c:v>28644974</c:v>
                </c:pt>
                <c:pt idx="5070">
                  <c:v>28645014</c:v>
                </c:pt>
                <c:pt idx="5071">
                  <c:v>28645052</c:v>
                </c:pt>
                <c:pt idx="5072">
                  <c:v>28645088</c:v>
                </c:pt>
                <c:pt idx="5073">
                  <c:v>28645122</c:v>
                </c:pt>
                <c:pt idx="5074">
                  <c:v>28645164</c:v>
                </c:pt>
                <c:pt idx="5075">
                  <c:v>28645217</c:v>
                </c:pt>
                <c:pt idx="5076">
                  <c:v>28645252</c:v>
                </c:pt>
                <c:pt idx="5077">
                  <c:v>28645296</c:v>
                </c:pt>
                <c:pt idx="5078">
                  <c:v>28646310</c:v>
                </c:pt>
                <c:pt idx="5079">
                  <c:v>28647241</c:v>
                </c:pt>
                <c:pt idx="5080">
                  <c:v>28658325</c:v>
                </c:pt>
                <c:pt idx="5081">
                  <c:v>28672190</c:v>
                </c:pt>
                <c:pt idx="5082">
                  <c:v>28675486</c:v>
                </c:pt>
                <c:pt idx="5083">
                  <c:v>28683654</c:v>
                </c:pt>
                <c:pt idx="5084">
                  <c:v>28684287</c:v>
                </c:pt>
                <c:pt idx="5085">
                  <c:v>28685749</c:v>
                </c:pt>
                <c:pt idx="5086">
                  <c:v>28686529</c:v>
                </c:pt>
                <c:pt idx="5087">
                  <c:v>28686774</c:v>
                </c:pt>
                <c:pt idx="5088">
                  <c:v>28687463</c:v>
                </c:pt>
                <c:pt idx="5089">
                  <c:v>28688911</c:v>
                </c:pt>
                <c:pt idx="5090">
                  <c:v>28699158</c:v>
                </c:pt>
                <c:pt idx="5091">
                  <c:v>28700669</c:v>
                </c:pt>
                <c:pt idx="5092">
                  <c:v>28701884</c:v>
                </c:pt>
                <c:pt idx="5093">
                  <c:v>28703195</c:v>
                </c:pt>
                <c:pt idx="5094">
                  <c:v>28705156</c:v>
                </c:pt>
                <c:pt idx="5095">
                  <c:v>28705837</c:v>
                </c:pt>
                <c:pt idx="5096">
                  <c:v>28705851</c:v>
                </c:pt>
                <c:pt idx="5097">
                  <c:v>28706335</c:v>
                </c:pt>
                <c:pt idx="5098">
                  <c:v>28706502</c:v>
                </c:pt>
                <c:pt idx="5099">
                  <c:v>28710082</c:v>
                </c:pt>
                <c:pt idx="5100">
                  <c:v>28722961</c:v>
                </c:pt>
                <c:pt idx="5101">
                  <c:v>28724504</c:v>
                </c:pt>
                <c:pt idx="5102">
                  <c:v>28725714</c:v>
                </c:pt>
                <c:pt idx="5103">
                  <c:v>28725777</c:v>
                </c:pt>
                <c:pt idx="5104">
                  <c:v>28726089</c:v>
                </c:pt>
                <c:pt idx="5105">
                  <c:v>28726848</c:v>
                </c:pt>
                <c:pt idx="5106">
                  <c:v>28731064</c:v>
                </c:pt>
                <c:pt idx="5107">
                  <c:v>28732705</c:v>
                </c:pt>
                <c:pt idx="5108">
                  <c:v>28734101</c:v>
                </c:pt>
                <c:pt idx="5109">
                  <c:v>28740957</c:v>
                </c:pt>
                <c:pt idx="5110">
                  <c:v>28748496</c:v>
                </c:pt>
                <c:pt idx="5111">
                  <c:v>28749136</c:v>
                </c:pt>
                <c:pt idx="5112">
                  <c:v>28749687</c:v>
                </c:pt>
                <c:pt idx="5113">
                  <c:v>28750265</c:v>
                </c:pt>
                <c:pt idx="5114">
                  <c:v>28758495</c:v>
                </c:pt>
                <c:pt idx="5115">
                  <c:v>28765122</c:v>
                </c:pt>
                <c:pt idx="5116">
                  <c:v>28782410</c:v>
                </c:pt>
                <c:pt idx="5117">
                  <c:v>28782673</c:v>
                </c:pt>
                <c:pt idx="5118">
                  <c:v>28792253</c:v>
                </c:pt>
                <c:pt idx="5119">
                  <c:v>28799430</c:v>
                </c:pt>
                <c:pt idx="5120">
                  <c:v>28803867</c:v>
                </c:pt>
                <c:pt idx="5121">
                  <c:v>28818379</c:v>
                </c:pt>
                <c:pt idx="5122">
                  <c:v>28819439</c:v>
                </c:pt>
                <c:pt idx="5123">
                  <c:v>28819875</c:v>
                </c:pt>
                <c:pt idx="5124">
                  <c:v>28821554</c:v>
                </c:pt>
                <c:pt idx="5125">
                  <c:v>28821931</c:v>
                </c:pt>
                <c:pt idx="5126">
                  <c:v>28822265</c:v>
                </c:pt>
                <c:pt idx="5127">
                  <c:v>28823403</c:v>
                </c:pt>
                <c:pt idx="5128">
                  <c:v>28823469</c:v>
                </c:pt>
                <c:pt idx="5129">
                  <c:v>28831996</c:v>
                </c:pt>
                <c:pt idx="5130">
                  <c:v>28832561</c:v>
                </c:pt>
                <c:pt idx="5131">
                  <c:v>28834604</c:v>
                </c:pt>
                <c:pt idx="5132">
                  <c:v>28835225</c:v>
                </c:pt>
                <c:pt idx="5133">
                  <c:v>28844397</c:v>
                </c:pt>
                <c:pt idx="5134">
                  <c:v>28845120</c:v>
                </c:pt>
                <c:pt idx="5135">
                  <c:v>28846153</c:v>
                </c:pt>
                <c:pt idx="5136">
                  <c:v>28846395</c:v>
                </c:pt>
                <c:pt idx="5137">
                  <c:v>28851676</c:v>
                </c:pt>
                <c:pt idx="5138">
                  <c:v>28853281</c:v>
                </c:pt>
                <c:pt idx="5139">
                  <c:v>28855537</c:v>
                </c:pt>
                <c:pt idx="5140">
                  <c:v>28856089</c:v>
                </c:pt>
                <c:pt idx="5141">
                  <c:v>28856338</c:v>
                </c:pt>
                <c:pt idx="5142">
                  <c:v>28870147</c:v>
                </c:pt>
                <c:pt idx="5143">
                  <c:v>28871148</c:v>
                </c:pt>
                <c:pt idx="5144">
                  <c:v>28872288</c:v>
                </c:pt>
                <c:pt idx="5145">
                  <c:v>28874831</c:v>
                </c:pt>
                <c:pt idx="5146">
                  <c:v>28875565</c:v>
                </c:pt>
                <c:pt idx="5147">
                  <c:v>28876072</c:v>
                </c:pt>
                <c:pt idx="5148">
                  <c:v>28877331</c:v>
                </c:pt>
                <c:pt idx="5149">
                  <c:v>28881132</c:v>
                </c:pt>
                <c:pt idx="5150">
                  <c:v>28882795</c:v>
                </c:pt>
                <c:pt idx="5151">
                  <c:v>28884852</c:v>
                </c:pt>
                <c:pt idx="5152">
                  <c:v>28886705</c:v>
                </c:pt>
                <c:pt idx="5153">
                  <c:v>28897441</c:v>
                </c:pt>
                <c:pt idx="5154">
                  <c:v>28901267</c:v>
                </c:pt>
                <c:pt idx="5155">
                  <c:v>28904003</c:v>
                </c:pt>
                <c:pt idx="5156">
                  <c:v>28920461</c:v>
                </c:pt>
                <c:pt idx="5157">
                  <c:v>28921133</c:v>
                </c:pt>
                <c:pt idx="5158">
                  <c:v>28923351</c:v>
                </c:pt>
                <c:pt idx="5159">
                  <c:v>28926057</c:v>
                </c:pt>
                <c:pt idx="5160">
                  <c:v>28927823</c:v>
                </c:pt>
                <c:pt idx="5161">
                  <c:v>28928724</c:v>
                </c:pt>
                <c:pt idx="5162">
                  <c:v>28929294</c:v>
                </c:pt>
                <c:pt idx="5163">
                  <c:v>28931510</c:v>
                </c:pt>
                <c:pt idx="5164">
                  <c:v>28941305</c:v>
                </c:pt>
                <c:pt idx="5165">
                  <c:v>28941569</c:v>
                </c:pt>
                <c:pt idx="5166">
                  <c:v>28942566</c:v>
                </c:pt>
                <c:pt idx="5167">
                  <c:v>28944103</c:v>
                </c:pt>
                <c:pt idx="5168">
                  <c:v>28945718</c:v>
                </c:pt>
                <c:pt idx="5169">
                  <c:v>28948230</c:v>
                </c:pt>
                <c:pt idx="5170">
                  <c:v>28951321</c:v>
                </c:pt>
                <c:pt idx="5171">
                  <c:v>28951785</c:v>
                </c:pt>
                <c:pt idx="5172">
                  <c:v>28952558</c:v>
                </c:pt>
                <c:pt idx="5173">
                  <c:v>28952911</c:v>
                </c:pt>
                <c:pt idx="5174">
                  <c:v>28956545</c:v>
                </c:pt>
                <c:pt idx="5175">
                  <c:v>28964621</c:v>
                </c:pt>
                <c:pt idx="5176">
                  <c:v>28975401</c:v>
                </c:pt>
                <c:pt idx="5177">
                  <c:v>28976955</c:v>
                </c:pt>
                <c:pt idx="5178">
                  <c:v>28977988</c:v>
                </c:pt>
                <c:pt idx="5179">
                  <c:v>28978209</c:v>
                </c:pt>
                <c:pt idx="5180">
                  <c:v>28978637</c:v>
                </c:pt>
                <c:pt idx="5181">
                  <c:v>28979857</c:v>
                </c:pt>
                <c:pt idx="5182">
                  <c:v>28993262</c:v>
                </c:pt>
                <c:pt idx="5183">
                  <c:v>28993949</c:v>
                </c:pt>
                <c:pt idx="5184">
                  <c:v>28995746</c:v>
                </c:pt>
                <c:pt idx="5185">
                  <c:v>28997922</c:v>
                </c:pt>
                <c:pt idx="5186">
                  <c:v>29024718</c:v>
                </c:pt>
                <c:pt idx="5187">
                  <c:v>29040367</c:v>
                </c:pt>
                <c:pt idx="5188">
                  <c:v>29042283</c:v>
                </c:pt>
                <c:pt idx="5189">
                  <c:v>29042788</c:v>
                </c:pt>
                <c:pt idx="5190">
                  <c:v>29046174</c:v>
                </c:pt>
                <c:pt idx="5191">
                  <c:v>29065150</c:v>
                </c:pt>
                <c:pt idx="5192">
                  <c:v>29068023</c:v>
                </c:pt>
                <c:pt idx="5193">
                  <c:v>29070466</c:v>
                </c:pt>
                <c:pt idx="5194">
                  <c:v>29074035</c:v>
                </c:pt>
                <c:pt idx="5195">
                  <c:v>29074257</c:v>
                </c:pt>
                <c:pt idx="5196">
                  <c:v>29088966</c:v>
                </c:pt>
                <c:pt idx="5197">
                  <c:v>29089447</c:v>
                </c:pt>
                <c:pt idx="5198">
                  <c:v>29090550</c:v>
                </c:pt>
                <c:pt idx="5199">
                  <c:v>29090949</c:v>
                </c:pt>
                <c:pt idx="5200">
                  <c:v>29095509</c:v>
                </c:pt>
                <c:pt idx="5201">
                  <c:v>29111139</c:v>
                </c:pt>
                <c:pt idx="5202">
                  <c:v>29113372</c:v>
                </c:pt>
                <c:pt idx="5203">
                  <c:v>29116170</c:v>
                </c:pt>
                <c:pt idx="5204">
                  <c:v>29116260</c:v>
                </c:pt>
                <c:pt idx="5205">
                  <c:v>29133681</c:v>
                </c:pt>
                <c:pt idx="5206">
                  <c:v>29135949</c:v>
                </c:pt>
                <c:pt idx="5207">
                  <c:v>29137251</c:v>
                </c:pt>
                <c:pt idx="5208">
                  <c:v>29140407</c:v>
                </c:pt>
                <c:pt idx="5209">
                  <c:v>29145704</c:v>
                </c:pt>
                <c:pt idx="5210">
                  <c:v>29145988</c:v>
                </c:pt>
                <c:pt idx="5211">
                  <c:v>29151358</c:v>
                </c:pt>
                <c:pt idx="5212">
                  <c:v>29155241</c:v>
                </c:pt>
                <c:pt idx="5213">
                  <c:v>29155292</c:v>
                </c:pt>
                <c:pt idx="5214">
                  <c:v>29164306</c:v>
                </c:pt>
                <c:pt idx="5215">
                  <c:v>29168466</c:v>
                </c:pt>
                <c:pt idx="5216">
                  <c:v>29174656</c:v>
                </c:pt>
                <c:pt idx="5217">
                  <c:v>29175419</c:v>
                </c:pt>
                <c:pt idx="5218">
                  <c:v>29190809</c:v>
                </c:pt>
                <c:pt idx="5219">
                  <c:v>29192054</c:v>
                </c:pt>
                <c:pt idx="5220">
                  <c:v>29194706</c:v>
                </c:pt>
                <c:pt idx="5221">
                  <c:v>29195282</c:v>
                </c:pt>
                <c:pt idx="5222">
                  <c:v>29198625</c:v>
                </c:pt>
                <c:pt idx="5223">
                  <c:v>29208957</c:v>
                </c:pt>
                <c:pt idx="5224">
                  <c:v>29209189</c:v>
                </c:pt>
                <c:pt idx="5225">
                  <c:v>29219172</c:v>
                </c:pt>
                <c:pt idx="5226">
                  <c:v>29222102</c:v>
                </c:pt>
                <c:pt idx="5227">
                  <c:v>29222188</c:v>
                </c:pt>
                <c:pt idx="5228">
                  <c:v>29224879</c:v>
                </c:pt>
                <c:pt idx="5229">
                  <c:v>29226231</c:v>
                </c:pt>
                <c:pt idx="5230">
                  <c:v>29242113</c:v>
                </c:pt>
                <c:pt idx="5231">
                  <c:v>29242403</c:v>
                </c:pt>
                <c:pt idx="5232">
                  <c:v>29246336</c:v>
                </c:pt>
                <c:pt idx="5233">
                  <c:v>29247595</c:v>
                </c:pt>
                <c:pt idx="5234">
                  <c:v>29249524</c:v>
                </c:pt>
                <c:pt idx="5235">
                  <c:v>29251185</c:v>
                </c:pt>
                <c:pt idx="5236">
                  <c:v>29254709</c:v>
                </c:pt>
                <c:pt idx="5237">
                  <c:v>29264106</c:v>
                </c:pt>
                <c:pt idx="5238">
                  <c:v>29272309</c:v>
                </c:pt>
                <c:pt idx="5239">
                  <c:v>29278133</c:v>
                </c:pt>
                <c:pt idx="5240">
                  <c:v>29289811</c:v>
                </c:pt>
                <c:pt idx="5241">
                  <c:v>29290538</c:v>
                </c:pt>
                <c:pt idx="5242">
                  <c:v>29291917</c:v>
                </c:pt>
                <c:pt idx="5243">
                  <c:v>29292546</c:v>
                </c:pt>
                <c:pt idx="5244">
                  <c:v>29292829</c:v>
                </c:pt>
                <c:pt idx="5245">
                  <c:v>29302145</c:v>
                </c:pt>
                <c:pt idx="5246">
                  <c:v>29320330</c:v>
                </c:pt>
                <c:pt idx="5247">
                  <c:v>29325880</c:v>
                </c:pt>
                <c:pt idx="5248">
                  <c:v>29331695</c:v>
                </c:pt>
                <c:pt idx="5249">
                  <c:v>29336410</c:v>
                </c:pt>
                <c:pt idx="5250">
                  <c:v>29346795</c:v>
                </c:pt>
                <c:pt idx="5251">
                  <c:v>29351757</c:v>
                </c:pt>
                <c:pt idx="5252">
                  <c:v>29356963</c:v>
                </c:pt>
                <c:pt idx="5253">
                  <c:v>29358088</c:v>
                </c:pt>
                <c:pt idx="5254">
                  <c:v>29358509</c:v>
                </c:pt>
                <c:pt idx="5255">
                  <c:v>29370250</c:v>
                </c:pt>
                <c:pt idx="5256">
                  <c:v>29371193</c:v>
                </c:pt>
                <c:pt idx="5257">
                  <c:v>29373477</c:v>
                </c:pt>
                <c:pt idx="5258">
                  <c:v>29375872</c:v>
                </c:pt>
                <c:pt idx="5259">
                  <c:v>29379952</c:v>
                </c:pt>
                <c:pt idx="5260">
                  <c:v>29380306</c:v>
                </c:pt>
                <c:pt idx="5261">
                  <c:v>29384983</c:v>
                </c:pt>
                <c:pt idx="5262">
                  <c:v>29396594</c:v>
                </c:pt>
                <c:pt idx="5263">
                  <c:v>29397607</c:v>
                </c:pt>
                <c:pt idx="5264">
                  <c:v>29397789</c:v>
                </c:pt>
                <c:pt idx="5265">
                  <c:v>29397885</c:v>
                </c:pt>
                <c:pt idx="5266">
                  <c:v>29401961</c:v>
                </c:pt>
                <c:pt idx="5267">
                  <c:v>29403716</c:v>
                </c:pt>
                <c:pt idx="5268">
                  <c:v>29406230</c:v>
                </c:pt>
                <c:pt idx="5269">
                  <c:v>29406883</c:v>
                </c:pt>
                <c:pt idx="5270">
                  <c:v>29414487</c:v>
                </c:pt>
                <c:pt idx="5271">
                  <c:v>29414738</c:v>
                </c:pt>
                <c:pt idx="5272">
                  <c:v>29429551</c:v>
                </c:pt>
                <c:pt idx="5273">
                  <c:v>29435914</c:v>
                </c:pt>
                <c:pt idx="5274">
                  <c:v>29440458</c:v>
                </c:pt>
                <c:pt idx="5275">
                  <c:v>29466822</c:v>
                </c:pt>
                <c:pt idx="5276">
                  <c:v>29468057</c:v>
                </c:pt>
                <c:pt idx="5277">
                  <c:v>29475548</c:v>
                </c:pt>
                <c:pt idx="5278">
                  <c:v>29482817</c:v>
                </c:pt>
                <c:pt idx="5279">
                  <c:v>29495315</c:v>
                </c:pt>
                <c:pt idx="5280">
                  <c:v>29497285</c:v>
                </c:pt>
                <c:pt idx="5281">
                  <c:v>29499949</c:v>
                </c:pt>
                <c:pt idx="5282">
                  <c:v>29501982</c:v>
                </c:pt>
                <c:pt idx="5283">
                  <c:v>29504855</c:v>
                </c:pt>
                <c:pt idx="5284">
                  <c:v>29506543</c:v>
                </c:pt>
                <c:pt idx="5285">
                  <c:v>29507653</c:v>
                </c:pt>
                <c:pt idx="5286">
                  <c:v>29508144</c:v>
                </c:pt>
                <c:pt idx="5287">
                  <c:v>29509194</c:v>
                </c:pt>
                <c:pt idx="5288">
                  <c:v>29509883</c:v>
                </c:pt>
                <c:pt idx="5289">
                  <c:v>29510980</c:v>
                </c:pt>
                <c:pt idx="5290">
                  <c:v>29520933</c:v>
                </c:pt>
                <c:pt idx="5291">
                  <c:v>29521057</c:v>
                </c:pt>
                <c:pt idx="5292">
                  <c:v>29524710</c:v>
                </c:pt>
                <c:pt idx="5293">
                  <c:v>29525710</c:v>
                </c:pt>
                <c:pt idx="5294">
                  <c:v>29526819</c:v>
                </c:pt>
                <c:pt idx="5295">
                  <c:v>29527773</c:v>
                </c:pt>
                <c:pt idx="5296">
                  <c:v>29533947</c:v>
                </c:pt>
                <c:pt idx="5297">
                  <c:v>29534164</c:v>
                </c:pt>
                <c:pt idx="5298">
                  <c:v>29535632</c:v>
                </c:pt>
                <c:pt idx="5299">
                  <c:v>29537110</c:v>
                </c:pt>
                <c:pt idx="5300">
                  <c:v>29537263</c:v>
                </c:pt>
                <c:pt idx="5301">
                  <c:v>29546176</c:v>
                </c:pt>
                <c:pt idx="5302">
                  <c:v>29549261</c:v>
                </c:pt>
                <c:pt idx="5303">
                  <c:v>29550673</c:v>
                </c:pt>
                <c:pt idx="5304">
                  <c:v>29551889</c:v>
                </c:pt>
                <c:pt idx="5305">
                  <c:v>29553160</c:v>
                </c:pt>
                <c:pt idx="5306">
                  <c:v>29553394</c:v>
                </c:pt>
                <c:pt idx="5307">
                  <c:v>29557344</c:v>
                </c:pt>
                <c:pt idx="5308">
                  <c:v>29557501</c:v>
                </c:pt>
                <c:pt idx="5309">
                  <c:v>29559372</c:v>
                </c:pt>
                <c:pt idx="5310">
                  <c:v>29560835</c:v>
                </c:pt>
                <c:pt idx="5311">
                  <c:v>29571358</c:v>
                </c:pt>
                <c:pt idx="5312">
                  <c:v>29571989</c:v>
                </c:pt>
                <c:pt idx="5313">
                  <c:v>29579782</c:v>
                </c:pt>
                <c:pt idx="5314">
                  <c:v>29584877</c:v>
                </c:pt>
                <c:pt idx="5315">
                  <c:v>29595651</c:v>
                </c:pt>
                <c:pt idx="5316">
                  <c:v>29595979</c:v>
                </c:pt>
                <c:pt idx="5317">
                  <c:v>29597924</c:v>
                </c:pt>
                <c:pt idx="5318">
                  <c:v>29599813</c:v>
                </c:pt>
                <c:pt idx="5319">
                  <c:v>29600326</c:v>
                </c:pt>
                <c:pt idx="5320">
                  <c:v>29601938</c:v>
                </c:pt>
                <c:pt idx="5321">
                  <c:v>29602118</c:v>
                </c:pt>
                <c:pt idx="5322">
                  <c:v>29602480</c:v>
                </c:pt>
                <c:pt idx="5323">
                  <c:v>29602527</c:v>
                </c:pt>
                <c:pt idx="5324">
                  <c:v>29607434</c:v>
                </c:pt>
                <c:pt idx="5325">
                  <c:v>29615446</c:v>
                </c:pt>
                <c:pt idx="5326">
                  <c:v>29615864</c:v>
                </c:pt>
                <c:pt idx="5327">
                  <c:v>29616065</c:v>
                </c:pt>
                <c:pt idx="5328">
                  <c:v>29616264</c:v>
                </c:pt>
                <c:pt idx="5329">
                  <c:v>29616363</c:v>
                </c:pt>
                <c:pt idx="5330">
                  <c:v>29616411</c:v>
                </c:pt>
                <c:pt idx="5331">
                  <c:v>29616652</c:v>
                </c:pt>
                <c:pt idx="5332">
                  <c:v>29616727</c:v>
                </c:pt>
                <c:pt idx="5333">
                  <c:v>29616913</c:v>
                </c:pt>
                <c:pt idx="5334">
                  <c:v>29621766</c:v>
                </c:pt>
                <c:pt idx="5335">
                  <c:v>29638853</c:v>
                </c:pt>
                <c:pt idx="5336">
                  <c:v>29640029</c:v>
                </c:pt>
                <c:pt idx="5337">
                  <c:v>29641243</c:v>
                </c:pt>
                <c:pt idx="5338">
                  <c:v>29644025</c:v>
                </c:pt>
                <c:pt idx="5339">
                  <c:v>29645755</c:v>
                </c:pt>
                <c:pt idx="5340">
                  <c:v>29665376</c:v>
                </c:pt>
                <c:pt idx="5341">
                  <c:v>29666144</c:v>
                </c:pt>
                <c:pt idx="5342">
                  <c:v>29667029</c:v>
                </c:pt>
                <c:pt idx="5343">
                  <c:v>29672478</c:v>
                </c:pt>
                <c:pt idx="5344">
                  <c:v>29679524</c:v>
                </c:pt>
                <c:pt idx="5345">
                  <c:v>29688644</c:v>
                </c:pt>
                <c:pt idx="5346">
                  <c:v>29693353</c:v>
                </c:pt>
                <c:pt idx="5347">
                  <c:v>29694068</c:v>
                </c:pt>
                <c:pt idx="5348">
                  <c:v>29694733</c:v>
                </c:pt>
                <c:pt idx="5349">
                  <c:v>29695153</c:v>
                </c:pt>
                <c:pt idx="5350">
                  <c:v>29695813</c:v>
                </c:pt>
                <c:pt idx="5351">
                  <c:v>29697997</c:v>
                </c:pt>
                <c:pt idx="5352">
                  <c:v>29700790</c:v>
                </c:pt>
                <c:pt idx="5353">
                  <c:v>29702183</c:v>
                </c:pt>
                <c:pt idx="5354">
                  <c:v>29703407</c:v>
                </c:pt>
                <c:pt idx="5355">
                  <c:v>29718999</c:v>
                </c:pt>
                <c:pt idx="5356">
                  <c:v>29724412</c:v>
                </c:pt>
                <c:pt idx="5357">
                  <c:v>29724988</c:v>
                </c:pt>
                <c:pt idx="5358">
                  <c:v>29726309</c:v>
                </c:pt>
                <c:pt idx="5359">
                  <c:v>29729199</c:v>
                </c:pt>
                <c:pt idx="5360">
                  <c:v>29740775</c:v>
                </c:pt>
                <c:pt idx="5361">
                  <c:v>29741981</c:v>
                </c:pt>
                <c:pt idx="5362">
                  <c:v>29743029</c:v>
                </c:pt>
                <c:pt idx="5363">
                  <c:v>29744879</c:v>
                </c:pt>
                <c:pt idx="5364">
                  <c:v>29749395</c:v>
                </c:pt>
                <c:pt idx="5365">
                  <c:v>29752232</c:v>
                </c:pt>
                <c:pt idx="5366">
                  <c:v>29752694</c:v>
                </c:pt>
                <c:pt idx="5367">
                  <c:v>29753045</c:v>
                </c:pt>
                <c:pt idx="5368">
                  <c:v>29755595</c:v>
                </c:pt>
                <c:pt idx="5369">
                  <c:v>29755718</c:v>
                </c:pt>
                <c:pt idx="5370">
                  <c:v>29764022</c:v>
                </c:pt>
                <c:pt idx="5371">
                  <c:v>29764968</c:v>
                </c:pt>
                <c:pt idx="5372">
                  <c:v>29767965</c:v>
                </c:pt>
                <c:pt idx="5373">
                  <c:v>29768090</c:v>
                </c:pt>
                <c:pt idx="5374">
                  <c:v>29768554</c:v>
                </c:pt>
                <c:pt idx="5375">
                  <c:v>29771339</c:v>
                </c:pt>
                <c:pt idx="5376">
                  <c:v>29772307</c:v>
                </c:pt>
                <c:pt idx="5377">
                  <c:v>29772309</c:v>
                </c:pt>
                <c:pt idx="5378">
                  <c:v>29774689</c:v>
                </c:pt>
                <c:pt idx="5379">
                  <c:v>29784080</c:v>
                </c:pt>
                <c:pt idx="5380">
                  <c:v>29791304</c:v>
                </c:pt>
                <c:pt idx="5381">
                  <c:v>29792215</c:v>
                </c:pt>
                <c:pt idx="5382">
                  <c:v>29794274</c:v>
                </c:pt>
                <c:pt idx="5383">
                  <c:v>29795197</c:v>
                </c:pt>
                <c:pt idx="5384">
                  <c:v>29795239</c:v>
                </c:pt>
                <c:pt idx="5385">
                  <c:v>29805626</c:v>
                </c:pt>
                <c:pt idx="5386">
                  <c:v>29809960</c:v>
                </c:pt>
                <c:pt idx="5387">
                  <c:v>29815162</c:v>
                </c:pt>
                <c:pt idx="5388">
                  <c:v>29832078</c:v>
                </c:pt>
                <c:pt idx="5389">
                  <c:v>29844821</c:v>
                </c:pt>
                <c:pt idx="5390">
                  <c:v>29845245</c:v>
                </c:pt>
                <c:pt idx="5391">
                  <c:v>29861303</c:v>
                </c:pt>
                <c:pt idx="5392">
                  <c:v>29861356</c:v>
                </c:pt>
                <c:pt idx="5393">
                  <c:v>29862292</c:v>
                </c:pt>
                <c:pt idx="5394">
                  <c:v>29862303</c:v>
                </c:pt>
                <c:pt idx="5395">
                  <c:v>29863634</c:v>
                </c:pt>
                <c:pt idx="5396">
                  <c:v>29866464</c:v>
                </c:pt>
                <c:pt idx="5397">
                  <c:v>29869855</c:v>
                </c:pt>
                <c:pt idx="5398">
                  <c:v>29872678</c:v>
                </c:pt>
                <c:pt idx="5399">
                  <c:v>29884999</c:v>
                </c:pt>
                <c:pt idx="5400">
                  <c:v>29889039</c:v>
                </c:pt>
                <c:pt idx="5401">
                  <c:v>29890316</c:v>
                </c:pt>
                <c:pt idx="5402">
                  <c:v>29890365</c:v>
                </c:pt>
                <c:pt idx="5403">
                  <c:v>29893444</c:v>
                </c:pt>
                <c:pt idx="5404">
                  <c:v>29894176</c:v>
                </c:pt>
                <c:pt idx="5405">
                  <c:v>29894709</c:v>
                </c:pt>
                <c:pt idx="5406">
                  <c:v>29898991</c:v>
                </c:pt>
                <c:pt idx="5407">
                  <c:v>29899392</c:v>
                </c:pt>
                <c:pt idx="5408">
                  <c:v>29909506</c:v>
                </c:pt>
                <c:pt idx="5409">
                  <c:v>29909838</c:v>
                </c:pt>
                <c:pt idx="5410">
                  <c:v>29910924</c:v>
                </c:pt>
                <c:pt idx="5411">
                  <c:v>29912389</c:v>
                </c:pt>
                <c:pt idx="5412">
                  <c:v>29912983</c:v>
                </c:pt>
                <c:pt idx="5413">
                  <c:v>29917627</c:v>
                </c:pt>
                <c:pt idx="5414">
                  <c:v>29918156</c:v>
                </c:pt>
                <c:pt idx="5415">
                  <c:v>29929011</c:v>
                </c:pt>
                <c:pt idx="5416">
                  <c:v>29931569</c:v>
                </c:pt>
                <c:pt idx="5417">
                  <c:v>29932426</c:v>
                </c:pt>
                <c:pt idx="5418">
                  <c:v>29933927</c:v>
                </c:pt>
                <c:pt idx="5419">
                  <c:v>29933947</c:v>
                </c:pt>
                <c:pt idx="5420">
                  <c:v>29947918</c:v>
                </c:pt>
                <c:pt idx="5421">
                  <c:v>29950086</c:v>
                </c:pt>
                <c:pt idx="5422">
                  <c:v>29950348</c:v>
                </c:pt>
                <c:pt idx="5423">
                  <c:v>29952176</c:v>
                </c:pt>
                <c:pt idx="5424">
                  <c:v>29952257</c:v>
                </c:pt>
                <c:pt idx="5425">
                  <c:v>29953878</c:v>
                </c:pt>
                <c:pt idx="5426">
                  <c:v>29953945</c:v>
                </c:pt>
                <c:pt idx="5427">
                  <c:v>29964871</c:v>
                </c:pt>
                <c:pt idx="5428">
                  <c:v>29966702</c:v>
                </c:pt>
                <c:pt idx="5429">
                  <c:v>29967084</c:v>
                </c:pt>
                <c:pt idx="5430">
                  <c:v>29967952</c:v>
                </c:pt>
                <c:pt idx="5431">
                  <c:v>29971488</c:v>
                </c:pt>
                <c:pt idx="5432">
                  <c:v>29975384</c:v>
                </c:pt>
                <c:pt idx="5433">
                  <c:v>29993928</c:v>
                </c:pt>
                <c:pt idx="5434">
                  <c:v>29994110</c:v>
                </c:pt>
                <c:pt idx="5435">
                  <c:v>29994366</c:v>
                </c:pt>
                <c:pt idx="5436">
                  <c:v>29994823</c:v>
                </c:pt>
                <c:pt idx="5437">
                  <c:v>29998267</c:v>
                </c:pt>
                <c:pt idx="5438">
                  <c:v>29999549</c:v>
                </c:pt>
                <c:pt idx="5439">
                  <c:v>30003451</c:v>
                </c:pt>
                <c:pt idx="5440">
                  <c:v>30018131</c:v>
                </c:pt>
                <c:pt idx="5441">
                  <c:v>30021305</c:v>
                </c:pt>
                <c:pt idx="5442">
                  <c:v>30027283</c:v>
                </c:pt>
                <c:pt idx="5443">
                  <c:v>30031535</c:v>
                </c:pt>
                <c:pt idx="5444">
                  <c:v>30031638</c:v>
                </c:pt>
                <c:pt idx="5445">
                  <c:v>30032043</c:v>
                </c:pt>
                <c:pt idx="5446">
                  <c:v>30032647</c:v>
                </c:pt>
                <c:pt idx="5447">
                  <c:v>30034466</c:v>
                </c:pt>
                <c:pt idx="5448">
                  <c:v>30036723</c:v>
                </c:pt>
                <c:pt idx="5449">
                  <c:v>30047570</c:v>
                </c:pt>
                <c:pt idx="5450">
                  <c:v>30049482</c:v>
                </c:pt>
                <c:pt idx="5451">
                  <c:v>30052183</c:v>
                </c:pt>
                <c:pt idx="5452">
                  <c:v>30054239</c:v>
                </c:pt>
                <c:pt idx="5453">
                  <c:v>30054293</c:v>
                </c:pt>
                <c:pt idx="5454">
                  <c:v>30058673</c:v>
                </c:pt>
                <c:pt idx="5455">
                  <c:v>30071703</c:v>
                </c:pt>
                <c:pt idx="5456">
                  <c:v>30077127</c:v>
                </c:pt>
                <c:pt idx="5457">
                  <c:v>30077766</c:v>
                </c:pt>
                <c:pt idx="5458">
                  <c:v>30080088</c:v>
                </c:pt>
                <c:pt idx="5459">
                  <c:v>30081291</c:v>
                </c:pt>
                <c:pt idx="5460">
                  <c:v>30081627</c:v>
                </c:pt>
                <c:pt idx="5461">
                  <c:v>30086067</c:v>
                </c:pt>
                <c:pt idx="5462">
                  <c:v>30093520</c:v>
                </c:pt>
                <c:pt idx="5463">
                  <c:v>30098943</c:v>
                </c:pt>
                <c:pt idx="5464">
                  <c:v>30101508</c:v>
                </c:pt>
                <c:pt idx="5465">
                  <c:v>30116153</c:v>
                </c:pt>
                <c:pt idx="5466">
                  <c:v>30129507</c:v>
                </c:pt>
                <c:pt idx="5467">
                  <c:v>30134702</c:v>
                </c:pt>
                <c:pt idx="5468">
                  <c:v>30137976</c:v>
                </c:pt>
                <c:pt idx="5469">
                  <c:v>30138188</c:v>
                </c:pt>
                <c:pt idx="5470">
                  <c:v>30138591</c:v>
                </c:pt>
                <c:pt idx="5471">
                  <c:v>30140234</c:v>
                </c:pt>
                <c:pt idx="5472">
                  <c:v>30142132</c:v>
                </c:pt>
                <c:pt idx="5473">
                  <c:v>30162448</c:v>
                </c:pt>
                <c:pt idx="5474">
                  <c:v>30164405</c:v>
                </c:pt>
                <c:pt idx="5475">
                  <c:v>30170964</c:v>
                </c:pt>
                <c:pt idx="5476">
                  <c:v>30175870</c:v>
                </c:pt>
                <c:pt idx="5477">
                  <c:v>30186314</c:v>
                </c:pt>
                <c:pt idx="5478">
                  <c:v>30188875</c:v>
                </c:pt>
                <c:pt idx="5479">
                  <c:v>30190355</c:v>
                </c:pt>
                <c:pt idx="5480">
                  <c:v>30193476</c:v>
                </c:pt>
                <c:pt idx="5481">
                  <c:v>30193619</c:v>
                </c:pt>
                <c:pt idx="5482">
                  <c:v>30193624</c:v>
                </c:pt>
                <c:pt idx="5483">
                  <c:v>30193793</c:v>
                </c:pt>
                <c:pt idx="5484">
                  <c:v>30194812</c:v>
                </c:pt>
                <c:pt idx="5485">
                  <c:v>30199436</c:v>
                </c:pt>
                <c:pt idx="5486">
                  <c:v>30208045</c:v>
                </c:pt>
                <c:pt idx="5487">
                  <c:v>30211074</c:v>
                </c:pt>
                <c:pt idx="5488">
                  <c:v>30216638</c:v>
                </c:pt>
                <c:pt idx="5489">
                  <c:v>30217271</c:v>
                </c:pt>
                <c:pt idx="5490">
                  <c:v>30218710</c:v>
                </c:pt>
                <c:pt idx="5491">
                  <c:v>30219154</c:v>
                </c:pt>
                <c:pt idx="5492">
                  <c:v>30221992</c:v>
                </c:pt>
                <c:pt idx="5493">
                  <c:v>30225678</c:v>
                </c:pt>
                <c:pt idx="5494">
                  <c:v>30225822</c:v>
                </c:pt>
                <c:pt idx="5495">
                  <c:v>30238385</c:v>
                </c:pt>
                <c:pt idx="5496">
                  <c:v>30238500</c:v>
                </c:pt>
                <c:pt idx="5497">
                  <c:v>30240982</c:v>
                </c:pt>
                <c:pt idx="5498">
                  <c:v>30244301</c:v>
                </c:pt>
                <c:pt idx="5499">
                  <c:v>30247418</c:v>
                </c:pt>
                <c:pt idx="5500">
                  <c:v>30257859</c:v>
                </c:pt>
                <c:pt idx="5501">
                  <c:v>30259203</c:v>
                </c:pt>
                <c:pt idx="5502">
                  <c:v>30260317</c:v>
                </c:pt>
                <c:pt idx="5503">
                  <c:v>30262980</c:v>
                </c:pt>
                <c:pt idx="5504">
                  <c:v>30264550</c:v>
                </c:pt>
                <c:pt idx="5505">
                  <c:v>30266622</c:v>
                </c:pt>
                <c:pt idx="5506">
                  <c:v>30276951</c:v>
                </c:pt>
                <c:pt idx="5507">
                  <c:v>30277690</c:v>
                </c:pt>
                <c:pt idx="5508">
                  <c:v>30283701</c:v>
                </c:pt>
                <c:pt idx="5509">
                  <c:v>30296684</c:v>
                </c:pt>
                <c:pt idx="5510">
                  <c:v>30299504</c:v>
                </c:pt>
                <c:pt idx="5511">
                  <c:v>30304072</c:v>
                </c:pt>
                <c:pt idx="5512">
                  <c:v>30306520</c:v>
                </c:pt>
                <c:pt idx="5513">
                  <c:v>30309345</c:v>
                </c:pt>
                <c:pt idx="5514">
                  <c:v>30311820</c:v>
                </c:pt>
                <c:pt idx="5515">
                  <c:v>30312000</c:v>
                </c:pt>
                <c:pt idx="5516">
                  <c:v>30312066</c:v>
                </c:pt>
                <c:pt idx="5517">
                  <c:v>30323828</c:v>
                </c:pt>
                <c:pt idx="5518">
                  <c:v>30324561</c:v>
                </c:pt>
                <c:pt idx="5519">
                  <c:v>30327923</c:v>
                </c:pt>
                <c:pt idx="5520">
                  <c:v>30328379</c:v>
                </c:pt>
                <c:pt idx="5521">
                  <c:v>30328840</c:v>
                </c:pt>
                <c:pt idx="5522">
                  <c:v>30329004</c:v>
                </c:pt>
                <c:pt idx="5523">
                  <c:v>30329172</c:v>
                </c:pt>
                <c:pt idx="5524">
                  <c:v>30329202</c:v>
                </c:pt>
                <c:pt idx="5525">
                  <c:v>30329222</c:v>
                </c:pt>
                <c:pt idx="5526">
                  <c:v>30332179</c:v>
                </c:pt>
                <c:pt idx="5527">
                  <c:v>30334715</c:v>
                </c:pt>
                <c:pt idx="5528">
                  <c:v>30336654</c:v>
                </c:pt>
                <c:pt idx="5529">
                  <c:v>30338083</c:v>
                </c:pt>
                <c:pt idx="5530">
                  <c:v>30342440</c:v>
                </c:pt>
                <c:pt idx="5531">
                  <c:v>30352102</c:v>
                </c:pt>
                <c:pt idx="5532">
                  <c:v>30352122</c:v>
                </c:pt>
                <c:pt idx="5533">
                  <c:v>30358075</c:v>
                </c:pt>
                <c:pt idx="5534">
                  <c:v>30358310</c:v>
                </c:pt>
                <c:pt idx="5535">
                  <c:v>30359588</c:v>
                </c:pt>
                <c:pt idx="5536">
                  <c:v>30359984</c:v>
                </c:pt>
                <c:pt idx="5537">
                  <c:v>30366147</c:v>
                </c:pt>
                <c:pt idx="5538">
                  <c:v>30368356</c:v>
                </c:pt>
                <c:pt idx="5539">
                  <c:v>30370822</c:v>
                </c:pt>
                <c:pt idx="5540">
                  <c:v>30371872</c:v>
                </c:pt>
                <c:pt idx="5541">
                  <c:v>30380689</c:v>
                </c:pt>
                <c:pt idx="5542">
                  <c:v>30385833</c:v>
                </c:pt>
                <c:pt idx="5543">
                  <c:v>30386550</c:v>
                </c:pt>
                <c:pt idx="5544">
                  <c:v>30386821</c:v>
                </c:pt>
                <c:pt idx="5545">
                  <c:v>30387182</c:v>
                </c:pt>
                <c:pt idx="5546">
                  <c:v>30388144</c:v>
                </c:pt>
                <c:pt idx="5547">
                  <c:v>30392389</c:v>
                </c:pt>
                <c:pt idx="5548">
                  <c:v>30392715</c:v>
                </c:pt>
                <c:pt idx="5549">
                  <c:v>30393874</c:v>
                </c:pt>
                <c:pt idx="5550">
                  <c:v>30394845</c:v>
                </c:pt>
                <c:pt idx="5551">
                  <c:v>30414864</c:v>
                </c:pt>
                <c:pt idx="5552">
                  <c:v>30415803</c:v>
                </c:pt>
                <c:pt idx="5553">
                  <c:v>30419024</c:v>
                </c:pt>
                <c:pt idx="5554">
                  <c:v>30441399</c:v>
                </c:pt>
                <c:pt idx="5555">
                  <c:v>30456298</c:v>
                </c:pt>
                <c:pt idx="5556">
                  <c:v>30461339</c:v>
                </c:pt>
                <c:pt idx="5557">
                  <c:v>30468865</c:v>
                </c:pt>
                <c:pt idx="5558">
                  <c:v>30483216</c:v>
                </c:pt>
                <c:pt idx="5559">
                  <c:v>30486035</c:v>
                </c:pt>
                <c:pt idx="5560">
                  <c:v>30486332</c:v>
                </c:pt>
                <c:pt idx="5561">
                  <c:v>30488925</c:v>
                </c:pt>
                <c:pt idx="5562">
                  <c:v>30491785</c:v>
                </c:pt>
                <c:pt idx="5563">
                  <c:v>30494696</c:v>
                </c:pt>
                <c:pt idx="5564">
                  <c:v>30495985</c:v>
                </c:pt>
                <c:pt idx="5565">
                  <c:v>30515427</c:v>
                </c:pt>
                <c:pt idx="5566">
                  <c:v>30516566</c:v>
                </c:pt>
                <c:pt idx="5567">
                  <c:v>30517843</c:v>
                </c:pt>
                <c:pt idx="5568">
                  <c:v>30518946</c:v>
                </c:pt>
                <c:pt idx="5569">
                  <c:v>30519182</c:v>
                </c:pt>
                <c:pt idx="5570">
                  <c:v>30519700</c:v>
                </c:pt>
                <c:pt idx="5571">
                  <c:v>30520304</c:v>
                </c:pt>
                <c:pt idx="5572">
                  <c:v>30536800</c:v>
                </c:pt>
                <c:pt idx="5573">
                  <c:v>30537045</c:v>
                </c:pt>
                <c:pt idx="5574">
                  <c:v>30538361</c:v>
                </c:pt>
                <c:pt idx="5575">
                  <c:v>30539101</c:v>
                </c:pt>
                <c:pt idx="5576">
                  <c:v>30539260</c:v>
                </c:pt>
                <c:pt idx="5577">
                  <c:v>30539809</c:v>
                </c:pt>
                <c:pt idx="5578">
                  <c:v>30540203</c:v>
                </c:pt>
                <c:pt idx="5579">
                  <c:v>30540889</c:v>
                </c:pt>
                <c:pt idx="5580">
                  <c:v>30541118</c:v>
                </c:pt>
                <c:pt idx="5581">
                  <c:v>30541178</c:v>
                </c:pt>
                <c:pt idx="5582">
                  <c:v>30542201</c:v>
                </c:pt>
                <c:pt idx="5583">
                  <c:v>30543323</c:v>
                </c:pt>
                <c:pt idx="5584">
                  <c:v>30547298</c:v>
                </c:pt>
                <c:pt idx="5585">
                  <c:v>30550077</c:v>
                </c:pt>
                <c:pt idx="5586">
                  <c:v>30551492</c:v>
                </c:pt>
                <c:pt idx="5587">
                  <c:v>30551937</c:v>
                </c:pt>
                <c:pt idx="5588">
                  <c:v>30553378</c:v>
                </c:pt>
                <c:pt idx="5589">
                  <c:v>30555811</c:v>
                </c:pt>
                <c:pt idx="5590">
                  <c:v>30569271</c:v>
                </c:pt>
                <c:pt idx="5591">
                  <c:v>30569287</c:v>
                </c:pt>
                <c:pt idx="5592">
                  <c:v>30570248</c:v>
                </c:pt>
                <c:pt idx="5593">
                  <c:v>30570426</c:v>
                </c:pt>
                <c:pt idx="5594">
                  <c:v>30572084</c:v>
                </c:pt>
                <c:pt idx="5595">
                  <c:v>30572874</c:v>
                </c:pt>
                <c:pt idx="5596">
                  <c:v>30573000</c:v>
                </c:pt>
                <c:pt idx="5597">
                  <c:v>30577801</c:v>
                </c:pt>
                <c:pt idx="5598">
                  <c:v>30591936</c:v>
                </c:pt>
                <c:pt idx="5599">
                  <c:v>30592309</c:v>
                </c:pt>
                <c:pt idx="5600">
                  <c:v>30593489</c:v>
                </c:pt>
                <c:pt idx="5601">
                  <c:v>30594272</c:v>
                </c:pt>
                <c:pt idx="5602">
                  <c:v>30594430</c:v>
                </c:pt>
                <c:pt idx="5603">
                  <c:v>30595856</c:v>
                </c:pt>
                <c:pt idx="5604">
                  <c:v>30597635</c:v>
                </c:pt>
                <c:pt idx="5605">
                  <c:v>30598164</c:v>
                </c:pt>
                <c:pt idx="5606">
                  <c:v>30602895</c:v>
                </c:pt>
                <c:pt idx="5607">
                  <c:v>30605085</c:v>
                </c:pt>
                <c:pt idx="5608">
                  <c:v>30607610</c:v>
                </c:pt>
                <c:pt idx="5609">
                  <c:v>30609037</c:v>
                </c:pt>
                <c:pt idx="5610">
                  <c:v>30637823</c:v>
                </c:pt>
                <c:pt idx="5611">
                  <c:v>30638143</c:v>
                </c:pt>
                <c:pt idx="5612">
                  <c:v>30646614</c:v>
                </c:pt>
                <c:pt idx="5613">
                  <c:v>30657246</c:v>
                </c:pt>
                <c:pt idx="5614">
                  <c:v>30676626</c:v>
                </c:pt>
                <c:pt idx="5615">
                  <c:v>30680072</c:v>
                </c:pt>
                <c:pt idx="5616">
                  <c:v>30697897</c:v>
                </c:pt>
                <c:pt idx="5617">
                  <c:v>30702339</c:v>
                </c:pt>
                <c:pt idx="5618">
                  <c:v>30704340</c:v>
                </c:pt>
                <c:pt idx="5619">
                  <c:v>30721292</c:v>
                </c:pt>
                <c:pt idx="5620">
                  <c:v>30721534</c:v>
                </c:pt>
                <c:pt idx="5621">
                  <c:v>30727878</c:v>
                </c:pt>
                <c:pt idx="5622">
                  <c:v>30733761</c:v>
                </c:pt>
                <c:pt idx="5623">
                  <c:v>30751617</c:v>
                </c:pt>
                <c:pt idx="5624">
                  <c:v>30754359</c:v>
                </c:pt>
                <c:pt idx="5625">
                  <c:v>30755368</c:v>
                </c:pt>
                <c:pt idx="5626">
                  <c:v>30756840</c:v>
                </c:pt>
                <c:pt idx="5627">
                  <c:v>30760329</c:v>
                </c:pt>
                <c:pt idx="5628">
                  <c:v>30772646</c:v>
                </c:pt>
                <c:pt idx="5629">
                  <c:v>30775817</c:v>
                </c:pt>
                <c:pt idx="5630">
                  <c:v>30777599</c:v>
                </c:pt>
                <c:pt idx="5631">
                  <c:v>30779209</c:v>
                </c:pt>
                <c:pt idx="5632">
                  <c:v>30779533</c:v>
                </c:pt>
                <c:pt idx="5633">
                  <c:v>30779635</c:v>
                </c:pt>
                <c:pt idx="5634">
                  <c:v>30781633</c:v>
                </c:pt>
                <c:pt idx="5635">
                  <c:v>30786966</c:v>
                </c:pt>
                <c:pt idx="5636">
                  <c:v>30787441</c:v>
                </c:pt>
                <c:pt idx="5637">
                  <c:v>30788896</c:v>
                </c:pt>
                <c:pt idx="5638">
                  <c:v>30796564</c:v>
                </c:pt>
                <c:pt idx="5639">
                  <c:v>30797504</c:v>
                </c:pt>
                <c:pt idx="5640">
                  <c:v>30804041</c:v>
                </c:pt>
                <c:pt idx="5641">
                  <c:v>30811418</c:v>
                </c:pt>
                <c:pt idx="5642">
                  <c:v>30813026</c:v>
                </c:pt>
                <c:pt idx="5643">
                  <c:v>30814413</c:v>
                </c:pt>
                <c:pt idx="5644">
                  <c:v>30814808</c:v>
                </c:pt>
                <c:pt idx="5645">
                  <c:v>30825455</c:v>
                </c:pt>
                <c:pt idx="5646">
                  <c:v>30827047</c:v>
                </c:pt>
                <c:pt idx="5647">
                  <c:v>30827109</c:v>
                </c:pt>
                <c:pt idx="5648">
                  <c:v>30827613</c:v>
                </c:pt>
                <c:pt idx="5649">
                  <c:v>30827994</c:v>
                </c:pt>
                <c:pt idx="5650">
                  <c:v>30828179</c:v>
                </c:pt>
                <c:pt idx="5651">
                  <c:v>30834591</c:v>
                </c:pt>
                <c:pt idx="5652">
                  <c:v>30835919</c:v>
                </c:pt>
                <c:pt idx="5653">
                  <c:v>30837116</c:v>
                </c:pt>
                <c:pt idx="5654">
                  <c:v>30842422</c:v>
                </c:pt>
                <c:pt idx="5655">
                  <c:v>30854251</c:v>
                </c:pt>
                <c:pt idx="5656">
                  <c:v>30855315</c:v>
                </c:pt>
                <c:pt idx="5657">
                  <c:v>30863093</c:v>
                </c:pt>
                <c:pt idx="5658">
                  <c:v>30863196</c:v>
                </c:pt>
                <c:pt idx="5659">
                  <c:v>30863241</c:v>
                </c:pt>
                <c:pt idx="5660">
                  <c:v>30869464</c:v>
                </c:pt>
                <c:pt idx="5661">
                  <c:v>30878702</c:v>
                </c:pt>
                <c:pt idx="5662">
                  <c:v>30879934</c:v>
                </c:pt>
                <c:pt idx="5663">
                  <c:v>30885480</c:v>
                </c:pt>
                <c:pt idx="5664">
                  <c:v>30886584</c:v>
                </c:pt>
                <c:pt idx="5665">
                  <c:v>30891399</c:v>
                </c:pt>
                <c:pt idx="5666">
                  <c:v>30891463</c:v>
                </c:pt>
                <c:pt idx="5667">
                  <c:v>30897255</c:v>
                </c:pt>
                <c:pt idx="5668">
                  <c:v>30897382</c:v>
                </c:pt>
                <c:pt idx="5669">
                  <c:v>30897743</c:v>
                </c:pt>
                <c:pt idx="5670">
                  <c:v>30898131</c:v>
                </c:pt>
                <c:pt idx="5671">
                  <c:v>30899392</c:v>
                </c:pt>
                <c:pt idx="5672">
                  <c:v>30905382</c:v>
                </c:pt>
                <c:pt idx="5673">
                  <c:v>30909642</c:v>
                </c:pt>
                <c:pt idx="5674">
                  <c:v>30910244</c:v>
                </c:pt>
                <c:pt idx="5675">
                  <c:v>30912587</c:v>
                </c:pt>
                <c:pt idx="5676">
                  <c:v>30914892</c:v>
                </c:pt>
                <c:pt idx="5677">
                  <c:v>30915542</c:v>
                </c:pt>
                <c:pt idx="5678">
                  <c:v>30916054</c:v>
                </c:pt>
                <c:pt idx="5679">
                  <c:v>30916887</c:v>
                </c:pt>
                <c:pt idx="5680">
                  <c:v>30917831</c:v>
                </c:pt>
                <c:pt idx="5681">
                  <c:v>30918367</c:v>
                </c:pt>
                <c:pt idx="5682">
                  <c:v>30920374</c:v>
                </c:pt>
                <c:pt idx="5683">
                  <c:v>30927141</c:v>
                </c:pt>
                <c:pt idx="5684">
                  <c:v>30927413</c:v>
                </c:pt>
                <c:pt idx="5685">
                  <c:v>30927792</c:v>
                </c:pt>
                <c:pt idx="5686">
                  <c:v>30940336</c:v>
                </c:pt>
                <c:pt idx="5687">
                  <c:v>30945289</c:v>
                </c:pt>
                <c:pt idx="5688">
                  <c:v>30963507</c:v>
                </c:pt>
                <c:pt idx="5689">
                  <c:v>30963542</c:v>
                </c:pt>
                <c:pt idx="5690">
                  <c:v>30965788</c:v>
                </c:pt>
                <c:pt idx="5691">
                  <c:v>30970365</c:v>
                </c:pt>
                <c:pt idx="5692">
                  <c:v>30973342</c:v>
                </c:pt>
                <c:pt idx="5693">
                  <c:v>30973960</c:v>
                </c:pt>
                <c:pt idx="5694">
                  <c:v>30974375</c:v>
                </c:pt>
                <c:pt idx="5695">
                  <c:v>30974735</c:v>
                </c:pt>
                <c:pt idx="5696">
                  <c:v>30974941</c:v>
                </c:pt>
                <c:pt idx="5697">
                  <c:v>30979118</c:v>
                </c:pt>
                <c:pt idx="5698">
                  <c:v>30979633</c:v>
                </c:pt>
                <c:pt idx="5699">
                  <c:v>31001376</c:v>
                </c:pt>
                <c:pt idx="5700">
                  <c:v>31004354</c:v>
                </c:pt>
                <c:pt idx="5701">
                  <c:v>31005125</c:v>
                </c:pt>
                <c:pt idx="5702">
                  <c:v>31005910</c:v>
                </c:pt>
                <c:pt idx="5703">
                  <c:v>31006693</c:v>
                </c:pt>
                <c:pt idx="5704">
                  <c:v>31024437</c:v>
                </c:pt>
                <c:pt idx="5705">
                  <c:v>31025787</c:v>
                </c:pt>
                <c:pt idx="5706">
                  <c:v>31026006</c:v>
                </c:pt>
                <c:pt idx="5707">
                  <c:v>31027153</c:v>
                </c:pt>
                <c:pt idx="5708">
                  <c:v>31027167</c:v>
                </c:pt>
                <c:pt idx="5709">
                  <c:v>31027318</c:v>
                </c:pt>
                <c:pt idx="5710">
                  <c:v>31029786</c:v>
                </c:pt>
                <c:pt idx="5711">
                  <c:v>31030039</c:v>
                </c:pt>
                <c:pt idx="5712">
                  <c:v>31037425</c:v>
                </c:pt>
                <c:pt idx="5713">
                  <c:v>31038647</c:v>
                </c:pt>
                <c:pt idx="5714">
                  <c:v>31043918</c:v>
                </c:pt>
                <c:pt idx="5715">
                  <c:v>31047280</c:v>
                </c:pt>
                <c:pt idx="5716">
                  <c:v>31049491</c:v>
                </c:pt>
                <c:pt idx="5717">
                  <c:v>31050893</c:v>
                </c:pt>
                <c:pt idx="5718">
                  <c:v>31052911</c:v>
                </c:pt>
                <c:pt idx="5719">
                  <c:v>31052941</c:v>
                </c:pt>
                <c:pt idx="5720">
                  <c:v>31053433</c:v>
                </c:pt>
                <c:pt idx="5721">
                  <c:v>31054478</c:v>
                </c:pt>
                <c:pt idx="5722">
                  <c:v>31060280</c:v>
                </c:pt>
                <c:pt idx="5723">
                  <c:v>31060737</c:v>
                </c:pt>
                <c:pt idx="5724">
                  <c:v>31062246</c:v>
                </c:pt>
                <c:pt idx="5725">
                  <c:v>31064616</c:v>
                </c:pt>
                <c:pt idx="5726">
                  <c:v>31065733</c:v>
                </c:pt>
                <c:pt idx="5727">
                  <c:v>31074634</c:v>
                </c:pt>
                <c:pt idx="5728">
                  <c:v>31077175</c:v>
                </c:pt>
                <c:pt idx="5729">
                  <c:v>31078012</c:v>
                </c:pt>
                <c:pt idx="5730">
                  <c:v>31078585</c:v>
                </c:pt>
                <c:pt idx="5731">
                  <c:v>31090971</c:v>
                </c:pt>
                <c:pt idx="5732">
                  <c:v>31093643</c:v>
                </c:pt>
                <c:pt idx="5733">
                  <c:v>31096685</c:v>
                </c:pt>
                <c:pt idx="5734">
                  <c:v>31098893</c:v>
                </c:pt>
                <c:pt idx="5735">
                  <c:v>31107096</c:v>
                </c:pt>
                <c:pt idx="5736">
                  <c:v>31108557</c:v>
                </c:pt>
                <c:pt idx="5737">
                  <c:v>31111727</c:v>
                </c:pt>
                <c:pt idx="5738">
                  <c:v>31117280</c:v>
                </c:pt>
                <c:pt idx="5739">
                  <c:v>31126216</c:v>
                </c:pt>
                <c:pt idx="5740">
                  <c:v>31127301</c:v>
                </c:pt>
                <c:pt idx="5741">
                  <c:v>31127427</c:v>
                </c:pt>
                <c:pt idx="5742">
                  <c:v>31128440</c:v>
                </c:pt>
                <c:pt idx="5743">
                  <c:v>31138640</c:v>
                </c:pt>
                <c:pt idx="5744">
                  <c:v>31138728</c:v>
                </c:pt>
                <c:pt idx="5745">
                  <c:v>31151349</c:v>
                </c:pt>
                <c:pt idx="5746">
                  <c:v>31157751</c:v>
                </c:pt>
                <c:pt idx="5747">
                  <c:v>31158223</c:v>
                </c:pt>
                <c:pt idx="5748">
                  <c:v>31165184</c:v>
                </c:pt>
                <c:pt idx="5749">
                  <c:v>31181813</c:v>
                </c:pt>
                <c:pt idx="5750">
                  <c:v>31182015</c:v>
                </c:pt>
                <c:pt idx="5751">
                  <c:v>31182130</c:v>
                </c:pt>
                <c:pt idx="5752">
                  <c:v>31185181</c:v>
                </c:pt>
                <c:pt idx="5753">
                  <c:v>31193329</c:v>
                </c:pt>
                <c:pt idx="5754">
                  <c:v>31196662</c:v>
                </c:pt>
                <c:pt idx="5755">
                  <c:v>31197878</c:v>
                </c:pt>
                <c:pt idx="5756">
                  <c:v>31199328</c:v>
                </c:pt>
                <c:pt idx="5757">
                  <c:v>31201701</c:v>
                </c:pt>
                <c:pt idx="5758">
                  <c:v>31202581</c:v>
                </c:pt>
                <c:pt idx="5759">
                  <c:v>31211112</c:v>
                </c:pt>
                <c:pt idx="5760">
                  <c:v>31213056</c:v>
                </c:pt>
                <c:pt idx="5761">
                  <c:v>31213259</c:v>
                </c:pt>
                <c:pt idx="5762">
                  <c:v>31218079</c:v>
                </c:pt>
                <c:pt idx="5763">
                  <c:v>31225819</c:v>
                </c:pt>
                <c:pt idx="5764">
                  <c:v>31225835</c:v>
                </c:pt>
                <c:pt idx="5765">
                  <c:v>31225855</c:v>
                </c:pt>
                <c:pt idx="5766">
                  <c:v>31230347</c:v>
                </c:pt>
                <c:pt idx="5767">
                  <c:v>31230535</c:v>
                </c:pt>
                <c:pt idx="5768">
                  <c:v>31233394</c:v>
                </c:pt>
                <c:pt idx="5769">
                  <c:v>31243346</c:v>
                </c:pt>
                <c:pt idx="5770">
                  <c:v>31245426</c:v>
                </c:pt>
                <c:pt idx="5771">
                  <c:v>31245923</c:v>
                </c:pt>
                <c:pt idx="5772">
                  <c:v>31246890</c:v>
                </c:pt>
                <c:pt idx="5773">
                  <c:v>31270211</c:v>
                </c:pt>
                <c:pt idx="5774">
                  <c:v>31270368</c:v>
                </c:pt>
                <c:pt idx="5775">
                  <c:v>31275709</c:v>
                </c:pt>
                <c:pt idx="5776">
                  <c:v>31285575</c:v>
                </c:pt>
                <c:pt idx="5777">
                  <c:v>31298076</c:v>
                </c:pt>
                <c:pt idx="5778">
                  <c:v>31299627</c:v>
                </c:pt>
                <c:pt idx="5779">
                  <c:v>31303511</c:v>
                </c:pt>
                <c:pt idx="5780">
                  <c:v>31305647</c:v>
                </c:pt>
                <c:pt idx="5781">
                  <c:v>31306442</c:v>
                </c:pt>
                <c:pt idx="5782">
                  <c:v>31321797</c:v>
                </c:pt>
                <c:pt idx="5783">
                  <c:v>31324425</c:v>
                </c:pt>
                <c:pt idx="5784">
                  <c:v>31325222</c:v>
                </c:pt>
                <c:pt idx="5785">
                  <c:v>31325602</c:v>
                </c:pt>
                <c:pt idx="5786">
                  <c:v>31327111</c:v>
                </c:pt>
                <c:pt idx="5787">
                  <c:v>31340347</c:v>
                </c:pt>
                <c:pt idx="5788">
                  <c:v>31342713</c:v>
                </c:pt>
                <c:pt idx="5789">
                  <c:v>31343480</c:v>
                </c:pt>
                <c:pt idx="5790">
                  <c:v>31353708</c:v>
                </c:pt>
                <c:pt idx="5791">
                  <c:v>31354670</c:v>
                </c:pt>
                <c:pt idx="5792">
                  <c:v>31363257</c:v>
                </c:pt>
                <c:pt idx="5793">
                  <c:v>31363474</c:v>
                </c:pt>
                <c:pt idx="5794">
                  <c:v>31364839</c:v>
                </c:pt>
                <c:pt idx="5795">
                  <c:v>31365013</c:v>
                </c:pt>
                <c:pt idx="5796">
                  <c:v>31368045</c:v>
                </c:pt>
                <c:pt idx="5797">
                  <c:v>31372534</c:v>
                </c:pt>
                <c:pt idx="5798">
                  <c:v>31376482</c:v>
                </c:pt>
                <c:pt idx="5799">
                  <c:v>31379626</c:v>
                </c:pt>
                <c:pt idx="5800">
                  <c:v>31383528</c:v>
                </c:pt>
                <c:pt idx="5801">
                  <c:v>31392583</c:v>
                </c:pt>
                <c:pt idx="5802">
                  <c:v>31393141</c:v>
                </c:pt>
                <c:pt idx="5803">
                  <c:v>31394298</c:v>
                </c:pt>
                <c:pt idx="5804">
                  <c:v>31395122</c:v>
                </c:pt>
                <c:pt idx="5805">
                  <c:v>31396343</c:v>
                </c:pt>
                <c:pt idx="5806">
                  <c:v>31397097</c:v>
                </c:pt>
                <c:pt idx="5807">
                  <c:v>31398392</c:v>
                </c:pt>
                <c:pt idx="5808">
                  <c:v>31401612</c:v>
                </c:pt>
                <c:pt idx="5809">
                  <c:v>31405143</c:v>
                </c:pt>
                <c:pt idx="5810">
                  <c:v>31417651</c:v>
                </c:pt>
                <c:pt idx="5811">
                  <c:v>31418117</c:v>
                </c:pt>
                <c:pt idx="5812">
                  <c:v>31418759</c:v>
                </c:pt>
                <c:pt idx="5813">
                  <c:v>31419522</c:v>
                </c:pt>
                <c:pt idx="5814">
                  <c:v>31419964</c:v>
                </c:pt>
                <c:pt idx="5815">
                  <c:v>31423040</c:v>
                </c:pt>
                <c:pt idx="5816">
                  <c:v>31434789</c:v>
                </c:pt>
                <c:pt idx="5817">
                  <c:v>31435513</c:v>
                </c:pt>
                <c:pt idx="5818">
                  <c:v>31450489</c:v>
                </c:pt>
                <c:pt idx="5819">
                  <c:v>31450682</c:v>
                </c:pt>
                <c:pt idx="5820">
                  <c:v>31452427</c:v>
                </c:pt>
                <c:pt idx="5821">
                  <c:v>31458570</c:v>
                </c:pt>
                <c:pt idx="5822">
                  <c:v>31473128</c:v>
                </c:pt>
                <c:pt idx="5823">
                  <c:v>31479365</c:v>
                </c:pt>
                <c:pt idx="5824">
                  <c:v>31480088</c:v>
                </c:pt>
                <c:pt idx="5825">
                  <c:v>31480361</c:v>
                </c:pt>
                <c:pt idx="5826">
                  <c:v>31497058</c:v>
                </c:pt>
                <c:pt idx="5827">
                  <c:v>31497161</c:v>
                </c:pt>
                <c:pt idx="5828">
                  <c:v>31497167</c:v>
                </c:pt>
                <c:pt idx="5829">
                  <c:v>31497473</c:v>
                </c:pt>
                <c:pt idx="5830">
                  <c:v>31498073</c:v>
                </c:pt>
                <c:pt idx="5831">
                  <c:v>31499077</c:v>
                </c:pt>
                <c:pt idx="5832">
                  <c:v>31499527</c:v>
                </c:pt>
                <c:pt idx="5833">
                  <c:v>31499607</c:v>
                </c:pt>
                <c:pt idx="5834">
                  <c:v>31500200</c:v>
                </c:pt>
                <c:pt idx="5835">
                  <c:v>31500979</c:v>
                </c:pt>
                <c:pt idx="5836">
                  <c:v>31520168</c:v>
                </c:pt>
                <c:pt idx="5837">
                  <c:v>31524753</c:v>
                </c:pt>
                <c:pt idx="5838">
                  <c:v>31526324</c:v>
                </c:pt>
                <c:pt idx="5839">
                  <c:v>31531124</c:v>
                </c:pt>
                <c:pt idx="5840">
                  <c:v>31532249</c:v>
                </c:pt>
                <c:pt idx="5841">
                  <c:v>31546344</c:v>
                </c:pt>
                <c:pt idx="5842">
                  <c:v>31549260</c:v>
                </c:pt>
                <c:pt idx="5843">
                  <c:v>31550513</c:v>
                </c:pt>
                <c:pt idx="5844">
                  <c:v>31554006</c:v>
                </c:pt>
                <c:pt idx="5845">
                  <c:v>31554280</c:v>
                </c:pt>
                <c:pt idx="5846">
                  <c:v>31556470</c:v>
                </c:pt>
                <c:pt idx="5847">
                  <c:v>31556788</c:v>
                </c:pt>
                <c:pt idx="5848">
                  <c:v>31565011</c:v>
                </c:pt>
                <c:pt idx="5849">
                  <c:v>31572093</c:v>
                </c:pt>
                <c:pt idx="5850">
                  <c:v>31572975</c:v>
                </c:pt>
                <c:pt idx="5851">
                  <c:v>31573234</c:v>
                </c:pt>
                <c:pt idx="5852">
                  <c:v>31573351</c:v>
                </c:pt>
                <c:pt idx="5853">
                  <c:v>31573802</c:v>
                </c:pt>
                <c:pt idx="5854">
                  <c:v>31574347</c:v>
                </c:pt>
                <c:pt idx="5855">
                  <c:v>31574890</c:v>
                </c:pt>
                <c:pt idx="5856">
                  <c:v>31575494</c:v>
                </c:pt>
                <c:pt idx="5857">
                  <c:v>31575540</c:v>
                </c:pt>
                <c:pt idx="5858">
                  <c:v>31575664</c:v>
                </c:pt>
                <c:pt idx="5859">
                  <c:v>31578690</c:v>
                </c:pt>
                <c:pt idx="5860">
                  <c:v>31578749</c:v>
                </c:pt>
                <c:pt idx="5861">
                  <c:v>31580244</c:v>
                </c:pt>
                <c:pt idx="5862">
                  <c:v>31580504</c:v>
                </c:pt>
                <c:pt idx="5863">
                  <c:v>31582542</c:v>
                </c:pt>
                <c:pt idx="5864">
                  <c:v>31587159</c:v>
                </c:pt>
                <c:pt idx="5865">
                  <c:v>31593018</c:v>
                </c:pt>
                <c:pt idx="5866">
                  <c:v>31593449</c:v>
                </c:pt>
                <c:pt idx="5867">
                  <c:v>31601528</c:v>
                </c:pt>
                <c:pt idx="5868">
                  <c:v>31601535</c:v>
                </c:pt>
                <c:pt idx="5869">
                  <c:v>31602443</c:v>
                </c:pt>
                <c:pt idx="5870">
                  <c:v>31605001</c:v>
                </c:pt>
                <c:pt idx="5871">
                  <c:v>31605005</c:v>
                </c:pt>
                <c:pt idx="5872">
                  <c:v>31608237</c:v>
                </c:pt>
                <c:pt idx="5873">
                  <c:v>31638942</c:v>
                </c:pt>
                <c:pt idx="5874">
                  <c:v>31640767</c:v>
                </c:pt>
                <c:pt idx="5875">
                  <c:v>31654794</c:v>
                </c:pt>
                <c:pt idx="5876">
                  <c:v>31655691</c:v>
                </c:pt>
                <c:pt idx="5877">
                  <c:v>31660875</c:v>
                </c:pt>
                <c:pt idx="5878">
                  <c:v>31662471</c:v>
                </c:pt>
                <c:pt idx="5879">
                  <c:v>31663072</c:v>
                </c:pt>
                <c:pt idx="5880">
                  <c:v>31664433</c:v>
                </c:pt>
                <c:pt idx="5881">
                  <c:v>31666548</c:v>
                </c:pt>
                <c:pt idx="5882">
                  <c:v>31678735</c:v>
                </c:pt>
                <c:pt idx="5883">
                  <c:v>31679509</c:v>
                </c:pt>
                <c:pt idx="5884">
                  <c:v>31680139</c:v>
                </c:pt>
                <c:pt idx="5885">
                  <c:v>31683095</c:v>
                </c:pt>
                <c:pt idx="5886">
                  <c:v>31684795</c:v>
                </c:pt>
                <c:pt idx="5887">
                  <c:v>31685811</c:v>
                </c:pt>
                <c:pt idx="5888">
                  <c:v>31697049</c:v>
                </c:pt>
                <c:pt idx="5889">
                  <c:v>31705322</c:v>
                </c:pt>
                <c:pt idx="5890">
                  <c:v>31707221</c:v>
                </c:pt>
                <c:pt idx="5891">
                  <c:v>31710525</c:v>
                </c:pt>
                <c:pt idx="5892">
                  <c:v>31722774</c:v>
                </c:pt>
                <c:pt idx="5893">
                  <c:v>31723249</c:v>
                </c:pt>
                <c:pt idx="5894">
                  <c:v>31724085</c:v>
                </c:pt>
                <c:pt idx="5895">
                  <c:v>31724389</c:v>
                </c:pt>
                <c:pt idx="5896">
                  <c:v>31726360</c:v>
                </c:pt>
                <c:pt idx="5897">
                  <c:v>31728028</c:v>
                </c:pt>
                <c:pt idx="5898">
                  <c:v>31760101</c:v>
                </c:pt>
                <c:pt idx="5899">
                  <c:v>31763957</c:v>
                </c:pt>
                <c:pt idx="5900">
                  <c:v>31764152</c:v>
                </c:pt>
                <c:pt idx="5901">
                  <c:v>31765930</c:v>
                </c:pt>
                <c:pt idx="5902">
                  <c:v>31772032</c:v>
                </c:pt>
                <c:pt idx="5903">
                  <c:v>31812085</c:v>
                </c:pt>
                <c:pt idx="5904">
                  <c:v>31814112</c:v>
                </c:pt>
                <c:pt idx="5905">
                  <c:v>31814372</c:v>
                </c:pt>
                <c:pt idx="5906">
                  <c:v>31815645</c:v>
                </c:pt>
                <c:pt idx="5907">
                  <c:v>31818779</c:v>
                </c:pt>
                <c:pt idx="5908">
                  <c:v>31825013</c:v>
                </c:pt>
                <c:pt idx="5909">
                  <c:v>31826572</c:v>
                </c:pt>
                <c:pt idx="5910">
                  <c:v>31836799</c:v>
                </c:pt>
                <c:pt idx="5911">
                  <c:v>31837199</c:v>
                </c:pt>
                <c:pt idx="5912">
                  <c:v>31838328</c:v>
                </c:pt>
                <c:pt idx="5913">
                  <c:v>31838713</c:v>
                </c:pt>
                <c:pt idx="5914">
                  <c:v>31839506</c:v>
                </c:pt>
                <c:pt idx="5915">
                  <c:v>31865825</c:v>
                </c:pt>
                <c:pt idx="5916">
                  <c:v>31866015</c:v>
                </c:pt>
                <c:pt idx="5917">
                  <c:v>31868314</c:v>
                </c:pt>
                <c:pt idx="5918">
                  <c:v>31871728</c:v>
                </c:pt>
                <c:pt idx="5919">
                  <c:v>31873152</c:v>
                </c:pt>
                <c:pt idx="5920">
                  <c:v>31873673</c:v>
                </c:pt>
                <c:pt idx="5921">
                  <c:v>31877351</c:v>
                </c:pt>
                <c:pt idx="5922">
                  <c:v>31886184</c:v>
                </c:pt>
                <c:pt idx="5923">
                  <c:v>31887239</c:v>
                </c:pt>
                <c:pt idx="5924">
                  <c:v>31888699</c:v>
                </c:pt>
                <c:pt idx="5925">
                  <c:v>31894504</c:v>
                </c:pt>
                <c:pt idx="5926">
                  <c:v>31896899</c:v>
                </c:pt>
                <c:pt idx="5927">
                  <c:v>31908763</c:v>
                </c:pt>
                <c:pt idx="5928">
                  <c:v>31909637</c:v>
                </c:pt>
                <c:pt idx="5929">
                  <c:v>31909757</c:v>
                </c:pt>
                <c:pt idx="5930">
                  <c:v>31910622</c:v>
                </c:pt>
                <c:pt idx="5931">
                  <c:v>31921732</c:v>
                </c:pt>
                <c:pt idx="5932">
                  <c:v>31937315</c:v>
                </c:pt>
                <c:pt idx="5933">
                  <c:v>31937531</c:v>
                </c:pt>
                <c:pt idx="5934">
                  <c:v>31938354</c:v>
                </c:pt>
                <c:pt idx="5935">
                  <c:v>31944797</c:v>
                </c:pt>
                <c:pt idx="5936">
                  <c:v>31966041</c:v>
                </c:pt>
                <c:pt idx="5937">
                  <c:v>31966254</c:v>
                </c:pt>
                <c:pt idx="5938">
                  <c:v>31967087</c:v>
                </c:pt>
                <c:pt idx="5939">
                  <c:v>31967728</c:v>
                </c:pt>
                <c:pt idx="5940">
                  <c:v>31976364</c:v>
                </c:pt>
                <c:pt idx="5941">
                  <c:v>31977150</c:v>
                </c:pt>
                <c:pt idx="5942">
                  <c:v>31978818</c:v>
                </c:pt>
                <c:pt idx="5943">
                  <c:v>31981614</c:v>
                </c:pt>
                <c:pt idx="5944">
                  <c:v>31983299</c:v>
                </c:pt>
                <c:pt idx="5945">
                  <c:v>31991551</c:v>
                </c:pt>
                <c:pt idx="5946">
                  <c:v>31997230</c:v>
                </c:pt>
                <c:pt idx="5947">
                  <c:v>32002478</c:v>
                </c:pt>
                <c:pt idx="5948">
                  <c:v>32007323</c:v>
                </c:pt>
                <c:pt idx="5949">
                  <c:v>32021470</c:v>
                </c:pt>
                <c:pt idx="5950">
                  <c:v>32023366</c:v>
                </c:pt>
                <c:pt idx="5951">
                  <c:v>32024308</c:v>
                </c:pt>
                <c:pt idx="5952">
                  <c:v>32025572</c:v>
                </c:pt>
                <c:pt idx="5953">
                  <c:v>32027216</c:v>
                </c:pt>
                <c:pt idx="5954">
                  <c:v>32027819</c:v>
                </c:pt>
                <c:pt idx="5955">
                  <c:v>32028487</c:v>
                </c:pt>
                <c:pt idx="5956">
                  <c:v>32029861</c:v>
                </c:pt>
                <c:pt idx="5957">
                  <c:v>32031789</c:v>
                </c:pt>
                <c:pt idx="5958">
                  <c:v>32034850</c:v>
                </c:pt>
                <c:pt idx="5959">
                  <c:v>32035051</c:v>
                </c:pt>
                <c:pt idx="5960">
                  <c:v>32049146</c:v>
                </c:pt>
                <c:pt idx="5961">
                  <c:v>32049945</c:v>
                </c:pt>
                <c:pt idx="5962">
                  <c:v>32049982</c:v>
                </c:pt>
                <c:pt idx="5963">
                  <c:v>32050172</c:v>
                </c:pt>
                <c:pt idx="5964">
                  <c:v>32050248</c:v>
                </c:pt>
                <c:pt idx="5965">
                  <c:v>32050892</c:v>
                </c:pt>
                <c:pt idx="5966">
                  <c:v>32052522</c:v>
                </c:pt>
                <c:pt idx="5967">
                  <c:v>32053288</c:v>
                </c:pt>
                <c:pt idx="5968">
                  <c:v>32053335</c:v>
                </c:pt>
                <c:pt idx="5969">
                  <c:v>32053573</c:v>
                </c:pt>
                <c:pt idx="5970">
                  <c:v>32059635</c:v>
                </c:pt>
                <c:pt idx="5971">
                  <c:v>32066342</c:v>
                </c:pt>
                <c:pt idx="5972">
                  <c:v>32073243</c:v>
                </c:pt>
                <c:pt idx="5973">
                  <c:v>32073843</c:v>
                </c:pt>
                <c:pt idx="5974">
                  <c:v>32074321</c:v>
                </c:pt>
                <c:pt idx="5975">
                  <c:v>32082066</c:v>
                </c:pt>
                <c:pt idx="5976">
                  <c:v>32082068</c:v>
                </c:pt>
                <c:pt idx="5977">
                  <c:v>32083940</c:v>
                </c:pt>
                <c:pt idx="5978">
                  <c:v>32091936</c:v>
                </c:pt>
                <c:pt idx="5979">
                  <c:v>32099496</c:v>
                </c:pt>
                <c:pt idx="5980">
                  <c:v>32101437</c:v>
                </c:pt>
                <c:pt idx="5981">
                  <c:v>32112076</c:v>
                </c:pt>
                <c:pt idx="5982">
                  <c:v>32114122</c:v>
                </c:pt>
                <c:pt idx="5983">
                  <c:v>32114218</c:v>
                </c:pt>
                <c:pt idx="5984">
                  <c:v>32114334</c:v>
                </c:pt>
                <c:pt idx="5985">
                  <c:v>32115049</c:v>
                </c:pt>
                <c:pt idx="5986">
                  <c:v>32115425</c:v>
                </c:pt>
                <c:pt idx="5987">
                  <c:v>32115442</c:v>
                </c:pt>
                <c:pt idx="5988">
                  <c:v>32118277</c:v>
                </c:pt>
                <c:pt idx="5989">
                  <c:v>32118803</c:v>
                </c:pt>
                <c:pt idx="5990">
                  <c:v>32134317</c:v>
                </c:pt>
                <c:pt idx="5991">
                  <c:v>32136339</c:v>
                </c:pt>
                <c:pt idx="5992">
                  <c:v>32136396</c:v>
                </c:pt>
                <c:pt idx="5993">
                  <c:v>32149117</c:v>
                </c:pt>
                <c:pt idx="5994">
                  <c:v>32155851</c:v>
                </c:pt>
                <c:pt idx="5995">
                  <c:v>32157382</c:v>
                </c:pt>
                <c:pt idx="5996">
                  <c:v>32159228</c:v>
                </c:pt>
                <c:pt idx="5997">
                  <c:v>32161980</c:v>
                </c:pt>
                <c:pt idx="5998">
                  <c:v>32172015</c:v>
                </c:pt>
                <c:pt idx="5999">
                  <c:v>32172936</c:v>
                </c:pt>
                <c:pt idx="6000">
                  <c:v>32173127</c:v>
                </c:pt>
                <c:pt idx="6001">
                  <c:v>32175336</c:v>
                </c:pt>
                <c:pt idx="6002">
                  <c:v>32176256</c:v>
                </c:pt>
                <c:pt idx="6003">
                  <c:v>32176552</c:v>
                </c:pt>
                <c:pt idx="6004">
                  <c:v>32178744</c:v>
                </c:pt>
                <c:pt idx="6005">
                  <c:v>32180166</c:v>
                </c:pt>
                <c:pt idx="6006">
                  <c:v>32181691</c:v>
                </c:pt>
                <c:pt idx="6007">
                  <c:v>32182341</c:v>
                </c:pt>
                <c:pt idx="6008">
                  <c:v>32185094</c:v>
                </c:pt>
                <c:pt idx="6009">
                  <c:v>32194939</c:v>
                </c:pt>
                <c:pt idx="6010">
                  <c:v>32198361</c:v>
                </c:pt>
                <c:pt idx="6011">
                  <c:v>32199581</c:v>
                </c:pt>
                <c:pt idx="6012">
                  <c:v>32209111</c:v>
                </c:pt>
                <c:pt idx="6013">
                  <c:v>32226194</c:v>
                </c:pt>
                <c:pt idx="6014">
                  <c:v>32226647</c:v>
                </c:pt>
                <c:pt idx="6015">
                  <c:v>32226792</c:v>
                </c:pt>
                <c:pt idx="6016">
                  <c:v>32228422</c:v>
                </c:pt>
                <c:pt idx="6017">
                  <c:v>32231754</c:v>
                </c:pt>
                <c:pt idx="6018">
                  <c:v>32232435</c:v>
                </c:pt>
                <c:pt idx="6019">
                  <c:v>32245945</c:v>
                </c:pt>
                <c:pt idx="6020">
                  <c:v>32246034</c:v>
                </c:pt>
                <c:pt idx="6021">
                  <c:v>32246252</c:v>
                </c:pt>
                <c:pt idx="6022">
                  <c:v>32247620</c:v>
                </c:pt>
                <c:pt idx="6023">
                  <c:v>32248010</c:v>
                </c:pt>
                <c:pt idx="6024">
                  <c:v>32248173</c:v>
                </c:pt>
                <c:pt idx="6025">
                  <c:v>32251879</c:v>
                </c:pt>
                <c:pt idx="6026">
                  <c:v>32251981</c:v>
                </c:pt>
                <c:pt idx="6027">
                  <c:v>32252075</c:v>
                </c:pt>
                <c:pt idx="6028">
                  <c:v>32271577</c:v>
                </c:pt>
                <c:pt idx="6029">
                  <c:v>32271758</c:v>
                </c:pt>
                <c:pt idx="6030">
                  <c:v>32271812</c:v>
                </c:pt>
                <c:pt idx="6031">
                  <c:v>32271886</c:v>
                </c:pt>
                <c:pt idx="6032">
                  <c:v>32271931</c:v>
                </c:pt>
                <c:pt idx="6033">
                  <c:v>32273776</c:v>
                </c:pt>
                <c:pt idx="6034">
                  <c:v>32275224</c:v>
                </c:pt>
                <c:pt idx="6035">
                  <c:v>32275745</c:v>
                </c:pt>
                <c:pt idx="6036">
                  <c:v>32278770</c:v>
                </c:pt>
                <c:pt idx="6037">
                  <c:v>32282270</c:v>
                </c:pt>
                <c:pt idx="6038">
                  <c:v>32293562</c:v>
                </c:pt>
                <c:pt idx="6039">
                  <c:v>32298542</c:v>
                </c:pt>
                <c:pt idx="6040">
                  <c:v>32298996</c:v>
                </c:pt>
                <c:pt idx="6041">
                  <c:v>32301046</c:v>
                </c:pt>
                <c:pt idx="6042">
                  <c:v>32304510</c:v>
                </c:pt>
                <c:pt idx="6043">
                  <c:v>32305768</c:v>
                </c:pt>
                <c:pt idx="6044">
                  <c:v>32315553</c:v>
                </c:pt>
                <c:pt idx="6045">
                  <c:v>32321437</c:v>
                </c:pt>
                <c:pt idx="6046">
                  <c:v>32321690</c:v>
                </c:pt>
                <c:pt idx="6047">
                  <c:v>32321691</c:v>
                </c:pt>
                <c:pt idx="6048">
                  <c:v>32321997</c:v>
                </c:pt>
                <c:pt idx="6049">
                  <c:v>32323544</c:v>
                </c:pt>
                <c:pt idx="6050">
                  <c:v>32324594</c:v>
                </c:pt>
                <c:pt idx="6051">
                  <c:v>32324750</c:v>
                </c:pt>
                <c:pt idx="6052">
                  <c:v>32327477</c:v>
                </c:pt>
                <c:pt idx="6053">
                  <c:v>32330485</c:v>
                </c:pt>
                <c:pt idx="6054">
                  <c:v>32342689</c:v>
                </c:pt>
                <c:pt idx="6055">
                  <c:v>32343910</c:v>
                </c:pt>
                <c:pt idx="6056">
                  <c:v>32345183</c:v>
                </c:pt>
                <c:pt idx="6057">
                  <c:v>32345440</c:v>
                </c:pt>
                <c:pt idx="6058">
                  <c:v>32345670</c:v>
                </c:pt>
                <c:pt idx="6059">
                  <c:v>32345902</c:v>
                </c:pt>
                <c:pt idx="6060">
                  <c:v>32346214</c:v>
                </c:pt>
                <c:pt idx="6061">
                  <c:v>32346412</c:v>
                </c:pt>
                <c:pt idx="6062">
                  <c:v>32346516</c:v>
                </c:pt>
                <c:pt idx="6063">
                  <c:v>32348938</c:v>
                </c:pt>
                <c:pt idx="6064">
                  <c:v>32349668</c:v>
                </c:pt>
                <c:pt idx="6065">
                  <c:v>32351783</c:v>
                </c:pt>
                <c:pt idx="6066">
                  <c:v>32352626</c:v>
                </c:pt>
                <c:pt idx="6067">
                  <c:v>32353187</c:v>
                </c:pt>
                <c:pt idx="6068">
                  <c:v>32354119</c:v>
                </c:pt>
                <c:pt idx="6069">
                  <c:v>32354769</c:v>
                </c:pt>
                <c:pt idx="6070">
                  <c:v>32355043</c:v>
                </c:pt>
                <c:pt idx="6071">
                  <c:v>32355069</c:v>
                </c:pt>
                <c:pt idx="6072">
                  <c:v>32355308</c:v>
                </c:pt>
                <c:pt idx="6073">
                  <c:v>32355350</c:v>
                </c:pt>
                <c:pt idx="6074">
                  <c:v>32355714</c:v>
                </c:pt>
                <c:pt idx="6075">
                  <c:v>32365161</c:v>
                </c:pt>
                <c:pt idx="6076">
                  <c:v>32365809</c:v>
                </c:pt>
                <c:pt idx="6077">
                  <c:v>32366963</c:v>
                </c:pt>
                <c:pt idx="6078">
                  <c:v>32367669</c:v>
                </c:pt>
                <c:pt idx="6079">
                  <c:v>32368257</c:v>
                </c:pt>
                <c:pt idx="6080">
                  <c:v>32370825</c:v>
                </c:pt>
                <c:pt idx="6081">
                  <c:v>32386421</c:v>
                </c:pt>
                <c:pt idx="6082">
                  <c:v>32386733</c:v>
                </c:pt>
                <c:pt idx="6083">
                  <c:v>32387971</c:v>
                </c:pt>
                <c:pt idx="6084">
                  <c:v>32388974</c:v>
                </c:pt>
                <c:pt idx="6085">
                  <c:v>32389722</c:v>
                </c:pt>
                <c:pt idx="6086">
                  <c:v>32390860</c:v>
                </c:pt>
                <c:pt idx="6087">
                  <c:v>32392160</c:v>
                </c:pt>
                <c:pt idx="6088">
                  <c:v>32392185</c:v>
                </c:pt>
                <c:pt idx="6089">
                  <c:v>32409744</c:v>
                </c:pt>
                <c:pt idx="6090">
                  <c:v>32411757</c:v>
                </c:pt>
                <c:pt idx="6091">
                  <c:v>32413837</c:v>
                </c:pt>
                <c:pt idx="6092">
                  <c:v>32414759</c:v>
                </c:pt>
                <c:pt idx="6093">
                  <c:v>32417855</c:v>
                </c:pt>
                <c:pt idx="6094">
                  <c:v>32418409</c:v>
                </c:pt>
                <c:pt idx="6095">
                  <c:v>32428205</c:v>
                </c:pt>
                <c:pt idx="6096">
                  <c:v>32432913</c:v>
                </c:pt>
                <c:pt idx="6097">
                  <c:v>32437682</c:v>
                </c:pt>
                <c:pt idx="6098">
                  <c:v>32451343</c:v>
                </c:pt>
                <c:pt idx="6099">
                  <c:v>32456706</c:v>
                </c:pt>
                <c:pt idx="6100">
                  <c:v>32457381</c:v>
                </c:pt>
                <c:pt idx="6101">
                  <c:v>32458730</c:v>
                </c:pt>
                <c:pt idx="6102">
                  <c:v>32464892</c:v>
                </c:pt>
                <c:pt idx="6103">
                  <c:v>32473224</c:v>
                </c:pt>
                <c:pt idx="6104">
                  <c:v>32480653</c:v>
                </c:pt>
                <c:pt idx="6105">
                  <c:v>32481618</c:v>
                </c:pt>
                <c:pt idx="6106">
                  <c:v>32482809</c:v>
                </c:pt>
                <c:pt idx="6107">
                  <c:v>32483160</c:v>
                </c:pt>
                <c:pt idx="6108">
                  <c:v>32501822</c:v>
                </c:pt>
                <c:pt idx="6109">
                  <c:v>32502064</c:v>
                </c:pt>
                <c:pt idx="6110">
                  <c:v>32502789</c:v>
                </c:pt>
                <c:pt idx="6111">
                  <c:v>32503388</c:v>
                </c:pt>
                <c:pt idx="6112">
                  <c:v>32504596</c:v>
                </c:pt>
                <c:pt idx="6113">
                  <c:v>32505513</c:v>
                </c:pt>
                <c:pt idx="6114">
                  <c:v>32507471</c:v>
                </c:pt>
                <c:pt idx="6115">
                  <c:v>32512802</c:v>
                </c:pt>
                <c:pt idx="6116">
                  <c:v>32517006</c:v>
                </c:pt>
                <c:pt idx="6117">
                  <c:v>32531862</c:v>
                </c:pt>
                <c:pt idx="6118">
                  <c:v>32533076</c:v>
                </c:pt>
                <c:pt idx="6119">
                  <c:v>32534050</c:v>
                </c:pt>
                <c:pt idx="6120">
                  <c:v>32534660</c:v>
                </c:pt>
                <c:pt idx="6121">
                  <c:v>32534918</c:v>
                </c:pt>
                <c:pt idx="6122">
                  <c:v>32536200</c:v>
                </c:pt>
                <c:pt idx="6123">
                  <c:v>32541525</c:v>
                </c:pt>
                <c:pt idx="6124">
                  <c:v>32542285</c:v>
                </c:pt>
                <c:pt idx="6125">
                  <c:v>32542312</c:v>
                </c:pt>
                <c:pt idx="6126">
                  <c:v>32555323</c:v>
                </c:pt>
                <c:pt idx="6127">
                  <c:v>32574408</c:v>
                </c:pt>
                <c:pt idx="6128">
                  <c:v>32574638</c:v>
                </c:pt>
                <c:pt idx="6129">
                  <c:v>32576472</c:v>
                </c:pt>
                <c:pt idx="6130">
                  <c:v>32576517</c:v>
                </c:pt>
                <c:pt idx="6131">
                  <c:v>32585668</c:v>
                </c:pt>
                <c:pt idx="6132">
                  <c:v>32586158</c:v>
                </c:pt>
                <c:pt idx="6133">
                  <c:v>32590030</c:v>
                </c:pt>
                <c:pt idx="6134">
                  <c:v>32593374</c:v>
                </c:pt>
                <c:pt idx="6135">
                  <c:v>32596755</c:v>
                </c:pt>
                <c:pt idx="6136">
                  <c:v>32597944</c:v>
                </c:pt>
                <c:pt idx="6137">
                  <c:v>32601210</c:v>
                </c:pt>
                <c:pt idx="6138">
                  <c:v>32609084</c:v>
                </c:pt>
                <c:pt idx="6139">
                  <c:v>32622900</c:v>
                </c:pt>
                <c:pt idx="6140">
                  <c:v>32623653</c:v>
                </c:pt>
                <c:pt idx="6141">
                  <c:v>32624143</c:v>
                </c:pt>
                <c:pt idx="6142">
                  <c:v>32626935</c:v>
                </c:pt>
                <c:pt idx="6143">
                  <c:v>32629925</c:v>
                </c:pt>
                <c:pt idx="6144">
                  <c:v>32633185</c:v>
                </c:pt>
                <c:pt idx="6145">
                  <c:v>32645817</c:v>
                </c:pt>
                <c:pt idx="6146">
                  <c:v>32645893</c:v>
                </c:pt>
                <c:pt idx="6147">
                  <c:v>32646721</c:v>
                </c:pt>
                <c:pt idx="6148">
                  <c:v>32650518</c:v>
                </c:pt>
                <c:pt idx="6149">
                  <c:v>32653066</c:v>
                </c:pt>
                <c:pt idx="6150">
                  <c:v>32655377</c:v>
                </c:pt>
                <c:pt idx="6151">
                  <c:v>32671256</c:v>
                </c:pt>
                <c:pt idx="6152">
                  <c:v>32675848</c:v>
                </c:pt>
                <c:pt idx="6153">
                  <c:v>32676637</c:v>
                </c:pt>
                <c:pt idx="6154">
                  <c:v>32677114</c:v>
                </c:pt>
                <c:pt idx="6155">
                  <c:v>32677945</c:v>
                </c:pt>
                <c:pt idx="6156">
                  <c:v>32678428</c:v>
                </c:pt>
                <c:pt idx="6157">
                  <c:v>32679720</c:v>
                </c:pt>
                <c:pt idx="6158">
                  <c:v>32679883</c:v>
                </c:pt>
                <c:pt idx="6159">
                  <c:v>32680232</c:v>
                </c:pt>
                <c:pt idx="6160">
                  <c:v>32683658</c:v>
                </c:pt>
                <c:pt idx="6161">
                  <c:v>32684505</c:v>
                </c:pt>
                <c:pt idx="6162">
                  <c:v>32698944</c:v>
                </c:pt>
                <c:pt idx="6163">
                  <c:v>32702106</c:v>
                </c:pt>
                <c:pt idx="6164">
                  <c:v>32702968</c:v>
                </c:pt>
                <c:pt idx="6165">
                  <c:v>32704815</c:v>
                </c:pt>
                <c:pt idx="6166">
                  <c:v>32705091</c:v>
                </c:pt>
                <c:pt idx="6167">
                  <c:v>32705109</c:v>
                </c:pt>
                <c:pt idx="6168">
                  <c:v>32709243</c:v>
                </c:pt>
                <c:pt idx="6169">
                  <c:v>32711876</c:v>
                </c:pt>
                <c:pt idx="6170">
                  <c:v>32713515</c:v>
                </c:pt>
                <c:pt idx="6171">
                  <c:v>32715709</c:v>
                </c:pt>
                <c:pt idx="6172">
                  <c:v>32725938</c:v>
                </c:pt>
                <c:pt idx="6173">
                  <c:v>32726137</c:v>
                </c:pt>
                <c:pt idx="6174">
                  <c:v>32726372</c:v>
                </c:pt>
                <c:pt idx="6175">
                  <c:v>32726641</c:v>
                </c:pt>
                <c:pt idx="6176">
                  <c:v>32730226</c:v>
                </c:pt>
                <c:pt idx="6177">
                  <c:v>32731213</c:v>
                </c:pt>
                <c:pt idx="6178">
                  <c:v>32731465</c:v>
                </c:pt>
                <c:pt idx="6179">
                  <c:v>32731579</c:v>
                </c:pt>
                <c:pt idx="6180">
                  <c:v>32736541</c:v>
                </c:pt>
                <c:pt idx="6181">
                  <c:v>32740146</c:v>
                </c:pt>
                <c:pt idx="6182">
                  <c:v>32752548</c:v>
                </c:pt>
                <c:pt idx="6183">
                  <c:v>32753312</c:v>
                </c:pt>
                <c:pt idx="6184">
                  <c:v>32755430</c:v>
                </c:pt>
                <c:pt idx="6185">
                  <c:v>32758392</c:v>
                </c:pt>
                <c:pt idx="6186">
                  <c:v>32758905</c:v>
                </c:pt>
                <c:pt idx="6187">
                  <c:v>32761391</c:v>
                </c:pt>
                <c:pt idx="6188">
                  <c:v>32769557</c:v>
                </c:pt>
                <c:pt idx="6189">
                  <c:v>32770825</c:v>
                </c:pt>
                <c:pt idx="6190">
                  <c:v>32772080</c:v>
                </c:pt>
                <c:pt idx="6191">
                  <c:v>32773536</c:v>
                </c:pt>
                <c:pt idx="6192">
                  <c:v>32774079</c:v>
                </c:pt>
                <c:pt idx="6193">
                  <c:v>32776501</c:v>
                </c:pt>
                <c:pt idx="6194">
                  <c:v>32790312</c:v>
                </c:pt>
                <c:pt idx="6195">
                  <c:v>32792813</c:v>
                </c:pt>
                <c:pt idx="6196">
                  <c:v>32798806</c:v>
                </c:pt>
                <c:pt idx="6197">
                  <c:v>32819064</c:v>
                </c:pt>
                <c:pt idx="6198">
                  <c:v>32820613</c:v>
                </c:pt>
                <c:pt idx="6199">
                  <c:v>32823297</c:v>
                </c:pt>
                <c:pt idx="6200">
                  <c:v>32823453</c:v>
                </c:pt>
                <c:pt idx="6201">
                  <c:v>32823954</c:v>
                </c:pt>
                <c:pt idx="6202">
                  <c:v>32824464</c:v>
                </c:pt>
                <c:pt idx="6203">
                  <c:v>32825288</c:v>
                </c:pt>
                <c:pt idx="6204">
                  <c:v>32825428</c:v>
                </c:pt>
                <c:pt idx="6205">
                  <c:v>32831748</c:v>
                </c:pt>
                <c:pt idx="6206">
                  <c:v>32833791</c:v>
                </c:pt>
                <c:pt idx="6207">
                  <c:v>32835208</c:v>
                </c:pt>
                <c:pt idx="6208">
                  <c:v>32850770</c:v>
                </c:pt>
                <c:pt idx="6209">
                  <c:v>32851083</c:v>
                </c:pt>
                <c:pt idx="6210">
                  <c:v>32851567</c:v>
                </c:pt>
                <c:pt idx="6211">
                  <c:v>32851578</c:v>
                </c:pt>
                <c:pt idx="6212">
                  <c:v>32853421</c:v>
                </c:pt>
                <c:pt idx="6213">
                  <c:v>32854199</c:v>
                </c:pt>
                <c:pt idx="6214">
                  <c:v>32857140</c:v>
                </c:pt>
                <c:pt idx="6215">
                  <c:v>32857553</c:v>
                </c:pt>
                <c:pt idx="6216">
                  <c:v>32858411</c:v>
                </c:pt>
                <c:pt idx="6217">
                  <c:v>32859372</c:v>
                </c:pt>
                <c:pt idx="6218">
                  <c:v>32861787</c:v>
                </c:pt>
                <c:pt idx="6219">
                  <c:v>32862156</c:v>
                </c:pt>
                <c:pt idx="6220">
                  <c:v>32862414</c:v>
                </c:pt>
                <c:pt idx="6221">
                  <c:v>32873440</c:v>
                </c:pt>
                <c:pt idx="6222">
                  <c:v>32874165</c:v>
                </c:pt>
                <c:pt idx="6223">
                  <c:v>32879972</c:v>
                </c:pt>
                <c:pt idx="6224">
                  <c:v>32880572</c:v>
                </c:pt>
                <c:pt idx="6225">
                  <c:v>32881277</c:v>
                </c:pt>
                <c:pt idx="6226">
                  <c:v>32881980</c:v>
                </c:pt>
                <c:pt idx="6227">
                  <c:v>32896505</c:v>
                </c:pt>
                <c:pt idx="6228">
                  <c:v>32899857</c:v>
                </c:pt>
                <c:pt idx="6229">
                  <c:v>32900354</c:v>
                </c:pt>
                <c:pt idx="6230">
                  <c:v>32900791</c:v>
                </c:pt>
                <c:pt idx="6231">
                  <c:v>32900937</c:v>
                </c:pt>
                <c:pt idx="6232">
                  <c:v>32901535</c:v>
                </c:pt>
                <c:pt idx="6233">
                  <c:v>32901788</c:v>
                </c:pt>
                <c:pt idx="6234">
                  <c:v>32903147</c:v>
                </c:pt>
                <c:pt idx="6235">
                  <c:v>32903204</c:v>
                </c:pt>
                <c:pt idx="6236">
                  <c:v>32903919</c:v>
                </c:pt>
                <c:pt idx="6237">
                  <c:v>32904251</c:v>
                </c:pt>
                <c:pt idx="6238">
                  <c:v>32904357</c:v>
                </c:pt>
                <c:pt idx="6239">
                  <c:v>32906302</c:v>
                </c:pt>
                <c:pt idx="6240">
                  <c:v>32910316</c:v>
                </c:pt>
                <c:pt idx="6241">
                  <c:v>32910610</c:v>
                </c:pt>
                <c:pt idx="6242">
                  <c:v>32924647</c:v>
                </c:pt>
                <c:pt idx="6243">
                  <c:v>32925750</c:v>
                </c:pt>
                <c:pt idx="6244">
                  <c:v>32926974</c:v>
                </c:pt>
                <c:pt idx="6245">
                  <c:v>32927630</c:v>
                </c:pt>
                <c:pt idx="6246">
                  <c:v>32929190</c:v>
                </c:pt>
                <c:pt idx="6247">
                  <c:v>32934252</c:v>
                </c:pt>
                <c:pt idx="6248">
                  <c:v>32943644</c:v>
                </c:pt>
                <c:pt idx="6249">
                  <c:v>32944607</c:v>
                </c:pt>
                <c:pt idx="6250">
                  <c:v>32946682</c:v>
                </c:pt>
                <c:pt idx="6251">
                  <c:v>32948689</c:v>
                </c:pt>
                <c:pt idx="6252">
                  <c:v>32949398</c:v>
                </c:pt>
                <c:pt idx="6253">
                  <c:v>32949536</c:v>
                </c:pt>
                <c:pt idx="6254">
                  <c:v>32950595</c:v>
                </c:pt>
                <c:pt idx="6255">
                  <c:v>32966096</c:v>
                </c:pt>
                <c:pt idx="6256">
                  <c:v>32966268</c:v>
                </c:pt>
                <c:pt idx="6257">
                  <c:v>32966321</c:v>
                </c:pt>
                <c:pt idx="6258">
                  <c:v>32966335</c:v>
                </c:pt>
                <c:pt idx="6259">
                  <c:v>32966350</c:v>
                </c:pt>
                <c:pt idx="6260">
                  <c:v>32966384</c:v>
                </c:pt>
                <c:pt idx="6261">
                  <c:v>32966859</c:v>
                </c:pt>
                <c:pt idx="6262">
                  <c:v>32970026</c:v>
                </c:pt>
                <c:pt idx="6263">
                  <c:v>32970120</c:v>
                </c:pt>
                <c:pt idx="6264">
                  <c:v>32970501</c:v>
                </c:pt>
                <c:pt idx="6265">
                  <c:v>32977143</c:v>
                </c:pt>
                <c:pt idx="6266">
                  <c:v>32977157</c:v>
                </c:pt>
                <c:pt idx="6267">
                  <c:v>32978696</c:v>
                </c:pt>
                <c:pt idx="6268">
                  <c:v>32981693</c:v>
                </c:pt>
                <c:pt idx="6269">
                  <c:v>32995479</c:v>
                </c:pt>
                <c:pt idx="6270">
                  <c:v>32995616</c:v>
                </c:pt>
                <c:pt idx="6271">
                  <c:v>33002290</c:v>
                </c:pt>
                <c:pt idx="6272">
                  <c:v>33003467</c:v>
                </c:pt>
                <c:pt idx="6273">
                  <c:v>33008489</c:v>
                </c:pt>
                <c:pt idx="6274">
                  <c:v>33017923</c:v>
                </c:pt>
                <c:pt idx="6275">
                  <c:v>33023887</c:v>
                </c:pt>
                <c:pt idx="6276">
                  <c:v>33024691</c:v>
                </c:pt>
                <c:pt idx="6277">
                  <c:v>33024940</c:v>
                </c:pt>
                <c:pt idx="6278">
                  <c:v>33025678</c:v>
                </c:pt>
                <c:pt idx="6279">
                  <c:v>33035188</c:v>
                </c:pt>
                <c:pt idx="6280">
                  <c:v>33035905</c:v>
                </c:pt>
                <c:pt idx="6281">
                  <c:v>33037687</c:v>
                </c:pt>
                <c:pt idx="6282">
                  <c:v>33047916</c:v>
                </c:pt>
                <c:pt idx="6283">
                  <c:v>33048017</c:v>
                </c:pt>
                <c:pt idx="6284">
                  <c:v>33049130</c:v>
                </c:pt>
                <c:pt idx="6285">
                  <c:v>33053413</c:v>
                </c:pt>
                <c:pt idx="6286">
                  <c:v>33058943</c:v>
                </c:pt>
                <c:pt idx="6287">
                  <c:v>33059200</c:v>
                </c:pt>
                <c:pt idx="6288">
                  <c:v>33065548</c:v>
                </c:pt>
                <c:pt idx="6289">
                  <c:v>33065739</c:v>
                </c:pt>
                <c:pt idx="6290">
                  <c:v>33075340</c:v>
                </c:pt>
                <c:pt idx="6291">
                  <c:v>33077452</c:v>
                </c:pt>
                <c:pt idx="6292">
                  <c:v>33077967</c:v>
                </c:pt>
                <c:pt idx="6293">
                  <c:v>33083463</c:v>
                </c:pt>
                <c:pt idx="6294">
                  <c:v>33086829</c:v>
                </c:pt>
                <c:pt idx="6295">
                  <c:v>33098555</c:v>
                </c:pt>
                <c:pt idx="6296">
                  <c:v>33101682</c:v>
                </c:pt>
                <c:pt idx="6297">
                  <c:v>33102609</c:v>
                </c:pt>
                <c:pt idx="6298">
                  <c:v>33103249</c:v>
                </c:pt>
                <c:pt idx="6299">
                  <c:v>33107925</c:v>
                </c:pt>
                <c:pt idx="6300">
                  <c:v>33110654</c:v>
                </c:pt>
                <c:pt idx="6301">
                  <c:v>33118771</c:v>
                </c:pt>
                <c:pt idx="6302">
                  <c:v>33119182</c:v>
                </c:pt>
                <c:pt idx="6303">
                  <c:v>33119846</c:v>
                </c:pt>
                <c:pt idx="6304">
                  <c:v>33119977</c:v>
                </c:pt>
                <c:pt idx="6305">
                  <c:v>33120415</c:v>
                </c:pt>
                <c:pt idx="6306">
                  <c:v>33121015</c:v>
                </c:pt>
                <c:pt idx="6307">
                  <c:v>33121145</c:v>
                </c:pt>
                <c:pt idx="6308">
                  <c:v>33122985</c:v>
                </c:pt>
                <c:pt idx="6309">
                  <c:v>33124107</c:v>
                </c:pt>
                <c:pt idx="6310">
                  <c:v>33131297</c:v>
                </c:pt>
                <c:pt idx="6311">
                  <c:v>33131759</c:v>
                </c:pt>
                <c:pt idx="6312">
                  <c:v>33141180</c:v>
                </c:pt>
                <c:pt idx="6313">
                  <c:v>33142075</c:v>
                </c:pt>
                <c:pt idx="6314">
                  <c:v>33142508</c:v>
                </c:pt>
                <c:pt idx="6315">
                  <c:v>33144463</c:v>
                </c:pt>
                <c:pt idx="6316">
                  <c:v>33145069</c:v>
                </c:pt>
                <c:pt idx="6317">
                  <c:v>33146181</c:v>
                </c:pt>
                <c:pt idx="6318">
                  <c:v>33154029</c:v>
                </c:pt>
                <c:pt idx="6319">
                  <c:v>33154445</c:v>
                </c:pt>
                <c:pt idx="6320">
                  <c:v>33155477</c:v>
                </c:pt>
                <c:pt idx="6321">
                  <c:v>33167345</c:v>
                </c:pt>
                <c:pt idx="6322">
                  <c:v>33168825</c:v>
                </c:pt>
                <c:pt idx="6323">
                  <c:v>33173333</c:v>
                </c:pt>
                <c:pt idx="6324">
                  <c:v>33174015</c:v>
                </c:pt>
                <c:pt idx="6325">
                  <c:v>33174110</c:v>
                </c:pt>
                <c:pt idx="6326">
                  <c:v>33174434</c:v>
                </c:pt>
                <c:pt idx="6327">
                  <c:v>33174729</c:v>
                </c:pt>
                <c:pt idx="6328">
                  <c:v>33175302</c:v>
                </c:pt>
                <c:pt idx="6329">
                  <c:v>33177076</c:v>
                </c:pt>
                <c:pt idx="6330">
                  <c:v>33178582</c:v>
                </c:pt>
                <c:pt idx="6331">
                  <c:v>33179278</c:v>
                </c:pt>
                <c:pt idx="6332">
                  <c:v>33180807</c:v>
                </c:pt>
                <c:pt idx="6333">
                  <c:v>33182328</c:v>
                </c:pt>
                <c:pt idx="6334">
                  <c:v>33198751</c:v>
                </c:pt>
                <c:pt idx="6335">
                  <c:v>33199204</c:v>
                </c:pt>
                <c:pt idx="6336">
                  <c:v>33203029</c:v>
                </c:pt>
                <c:pt idx="6337">
                  <c:v>33204214</c:v>
                </c:pt>
                <c:pt idx="6338">
                  <c:v>33204857</c:v>
                </c:pt>
                <c:pt idx="6339">
                  <c:v>33215955</c:v>
                </c:pt>
                <c:pt idx="6340">
                  <c:v>33216367</c:v>
                </c:pt>
                <c:pt idx="6341">
                  <c:v>33220873</c:v>
                </c:pt>
                <c:pt idx="6342">
                  <c:v>33232091</c:v>
                </c:pt>
                <c:pt idx="6343">
                  <c:v>33232491</c:v>
                </c:pt>
                <c:pt idx="6344">
                  <c:v>33233091</c:v>
                </c:pt>
                <c:pt idx="6345">
                  <c:v>33235228</c:v>
                </c:pt>
                <c:pt idx="6346">
                  <c:v>33235857</c:v>
                </c:pt>
                <c:pt idx="6347">
                  <c:v>33236014</c:v>
                </c:pt>
                <c:pt idx="6348">
                  <c:v>33240631</c:v>
                </c:pt>
                <c:pt idx="6349">
                  <c:v>33242203</c:v>
                </c:pt>
                <c:pt idx="6350">
                  <c:v>33252339</c:v>
                </c:pt>
                <c:pt idx="6351">
                  <c:v>33257813</c:v>
                </c:pt>
                <c:pt idx="6352">
                  <c:v>33257926</c:v>
                </c:pt>
                <c:pt idx="6353">
                  <c:v>33258832</c:v>
                </c:pt>
                <c:pt idx="6354">
                  <c:v>33259630</c:v>
                </c:pt>
                <c:pt idx="6355">
                  <c:v>33262084</c:v>
                </c:pt>
                <c:pt idx="6356">
                  <c:v>33262596</c:v>
                </c:pt>
                <c:pt idx="6357">
                  <c:v>33266690</c:v>
                </c:pt>
                <c:pt idx="6358">
                  <c:v>33276104</c:v>
                </c:pt>
                <c:pt idx="6359">
                  <c:v>33276719</c:v>
                </c:pt>
                <c:pt idx="6360">
                  <c:v>33278567</c:v>
                </c:pt>
                <c:pt idx="6361">
                  <c:v>33283071</c:v>
                </c:pt>
                <c:pt idx="6362">
                  <c:v>33283633</c:v>
                </c:pt>
                <c:pt idx="6363">
                  <c:v>33284076</c:v>
                </c:pt>
                <c:pt idx="6364">
                  <c:v>33286947</c:v>
                </c:pt>
                <c:pt idx="6365">
                  <c:v>33294829</c:v>
                </c:pt>
                <c:pt idx="6366">
                  <c:v>33296746</c:v>
                </c:pt>
                <c:pt idx="6367">
                  <c:v>33299701</c:v>
                </c:pt>
                <c:pt idx="6368">
                  <c:v>33319386</c:v>
                </c:pt>
                <c:pt idx="6369">
                  <c:v>33320741</c:v>
                </c:pt>
                <c:pt idx="6370">
                  <c:v>33324108</c:v>
                </c:pt>
                <c:pt idx="6371">
                  <c:v>33324154</c:v>
                </c:pt>
                <c:pt idx="6372">
                  <c:v>33324246</c:v>
                </c:pt>
                <c:pt idx="6373">
                  <c:v>33324431</c:v>
                </c:pt>
                <c:pt idx="6374">
                  <c:v>33324577</c:v>
                </c:pt>
                <c:pt idx="6375">
                  <c:v>33325337</c:v>
                </c:pt>
                <c:pt idx="6376">
                  <c:v>33327723</c:v>
                </c:pt>
                <c:pt idx="6377">
                  <c:v>33328110</c:v>
                </c:pt>
                <c:pt idx="6378">
                  <c:v>33348029</c:v>
                </c:pt>
                <c:pt idx="6379">
                  <c:v>33349840</c:v>
                </c:pt>
                <c:pt idx="6380">
                  <c:v>33355930</c:v>
                </c:pt>
                <c:pt idx="6381">
                  <c:v>33358939</c:v>
                </c:pt>
                <c:pt idx="6382">
                  <c:v>33359405</c:v>
                </c:pt>
                <c:pt idx="6383">
                  <c:v>33359778</c:v>
                </c:pt>
                <c:pt idx="6384">
                  <c:v>33360075</c:v>
                </c:pt>
                <c:pt idx="6385">
                  <c:v>33364985</c:v>
                </c:pt>
                <c:pt idx="6386">
                  <c:v>33365113</c:v>
                </c:pt>
                <c:pt idx="6387">
                  <c:v>33368129</c:v>
                </c:pt>
                <c:pt idx="6388">
                  <c:v>33398344</c:v>
                </c:pt>
                <c:pt idx="6389">
                  <c:v>33405369</c:v>
                </c:pt>
                <c:pt idx="6390">
                  <c:v>33406518</c:v>
                </c:pt>
                <c:pt idx="6391">
                  <c:v>33414085</c:v>
                </c:pt>
                <c:pt idx="6392">
                  <c:v>33432566</c:v>
                </c:pt>
                <c:pt idx="6393">
                  <c:v>33435164</c:v>
                </c:pt>
                <c:pt idx="6394">
                  <c:v>33445396</c:v>
                </c:pt>
                <c:pt idx="6395">
                  <c:v>33458647</c:v>
                </c:pt>
                <c:pt idx="6396">
                  <c:v>33459465</c:v>
                </c:pt>
                <c:pt idx="6397">
                  <c:v>33461844</c:v>
                </c:pt>
                <c:pt idx="6398">
                  <c:v>33462368</c:v>
                </c:pt>
                <c:pt idx="6399">
                  <c:v>33467112</c:v>
                </c:pt>
                <c:pt idx="6400">
                  <c:v>33473220</c:v>
                </c:pt>
                <c:pt idx="6401">
                  <c:v>33475500</c:v>
                </c:pt>
                <c:pt idx="6402">
                  <c:v>33475607</c:v>
                </c:pt>
                <c:pt idx="6403">
                  <c:v>33479736</c:v>
                </c:pt>
                <c:pt idx="6404">
                  <c:v>33481732</c:v>
                </c:pt>
                <c:pt idx="6405">
                  <c:v>33481935</c:v>
                </c:pt>
                <c:pt idx="6406">
                  <c:v>33485722</c:v>
                </c:pt>
                <c:pt idx="6407">
                  <c:v>33486890</c:v>
                </c:pt>
                <c:pt idx="6408">
                  <c:v>33488720</c:v>
                </c:pt>
                <c:pt idx="6409">
                  <c:v>33489867</c:v>
                </c:pt>
                <c:pt idx="6410">
                  <c:v>33499483</c:v>
                </c:pt>
                <c:pt idx="6411">
                  <c:v>33499842</c:v>
                </c:pt>
                <c:pt idx="6412">
                  <c:v>33500168</c:v>
                </c:pt>
                <c:pt idx="6413">
                  <c:v>33500178</c:v>
                </c:pt>
                <c:pt idx="6414">
                  <c:v>33500872</c:v>
                </c:pt>
                <c:pt idx="6415">
                  <c:v>33502461</c:v>
                </c:pt>
                <c:pt idx="6416">
                  <c:v>33504423</c:v>
                </c:pt>
                <c:pt idx="6417">
                  <c:v>33509363</c:v>
                </c:pt>
                <c:pt idx="6418">
                  <c:v>33509908</c:v>
                </c:pt>
                <c:pt idx="6419">
                  <c:v>33512380</c:v>
                </c:pt>
                <c:pt idx="6420">
                  <c:v>33514362</c:v>
                </c:pt>
                <c:pt idx="6421">
                  <c:v>33516109</c:v>
                </c:pt>
                <c:pt idx="6422">
                  <c:v>33531403</c:v>
                </c:pt>
                <c:pt idx="6423">
                  <c:v>33533611</c:v>
                </c:pt>
                <c:pt idx="6424">
                  <c:v>33537405</c:v>
                </c:pt>
                <c:pt idx="6425">
                  <c:v>33539993</c:v>
                </c:pt>
                <c:pt idx="6426">
                  <c:v>33540006</c:v>
                </c:pt>
                <c:pt idx="6427">
                  <c:v>33543916</c:v>
                </c:pt>
                <c:pt idx="6428">
                  <c:v>33544571</c:v>
                </c:pt>
                <c:pt idx="6429">
                  <c:v>33547799</c:v>
                </c:pt>
                <c:pt idx="6430">
                  <c:v>33558757</c:v>
                </c:pt>
                <c:pt idx="6431">
                  <c:v>33558784</c:v>
                </c:pt>
                <c:pt idx="6432">
                  <c:v>33558821</c:v>
                </c:pt>
                <c:pt idx="6433">
                  <c:v>33558863</c:v>
                </c:pt>
                <c:pt idx="6434">
                  <c:v>33558882</c:v>
                </c:pt>
                <c:pt idx="6435">
                  <c:v>33562260</c:v>
                </c:pt>
                <c:pt idx="6436">
                  <c:v>33564802</c:v>
                </c:pt>
                <c:pt idx="6437">
                  <c:v>33567204</c:v>
                </c:pt>
                <c:pt idx="6438">
                  <c:v>33569924</c:v>
                </c:pt>
                <c:pt idx="6439">
                  <c:v>33570364</c:v>
                </c:pt>
                <c:pt idx="6440">
                  <c:v>33574310</c:v>
                </c:pt>
                <c:pt idx="6441">
                  <c:v>33579444</c:v>
                </c:pt>
                <c:pt idx="6442">
                  <c:v>33593536</c:v>
                </c:pt>
                <c:pt idx="6443">
                  <c:v>33593683</c:v>
                </c:pt>
                <c:pt idx="6444">
                  <c:v>33593899</c:v>
                </c:pt>
                <c:pt idx="6445">
                  <c:v>33595242</c:v>
                </c:pt>
                <c:pt idx="6446">
                  <c:v>33599734</c:v>
                </c:pt>
                <c:pt idx="6447">
                  <c:v>33610856</c:v>
                </c:pt>
                <c:pt idx="6448">
                  <c:v>33622609</c:v>
                </c:pt>
                <c:pt idx="6449">
                  <c:v>33625674</c:v>
                </c:pt>
                <c:pt idx="6450">
                  <c:v>33626481</c:v>
                </c:pt>
                <c:pt idx="6451">
                  <c:v>33627039</c:v>
                </c:pt>
                <c:pt idx="6452">
                  <c:v>33627931</c:v>
                </c:pt>
                <c:pt idx="6453">
                  <c:v>33628223</c:v>
                </c:pt>
                <c:pt idx="6454">
                  <c:v>33628983</c:v>
                </c:pt>
                <c:pt idx="6455">
                  <c:v>33641896</c:v>
                </c:pt>
                <c:pt idx="6456">
                  <c:v>33642791</c:v>
                </c:pt>
                <c:pt idx="6457">
                  <c:v>33643203</c:v>
                </c:pt>
                <c:pt idx="6458">
                  <c:v>33645894</c:v>
                </c:pt>
                <c:pt idx="6459">
                  <c:v>33648361</c:v>
                </c:pt>
                <c:pt idx="6460">
                  <c:v>33648875</c:v>
                </c:pt>
                <c:pt idx="6461">
                  <c:v>33649091</c:v>
                </c:pt>
                <c:pt idx="6462">
                  <c:v>33649912</c:v>
                </c:pt>
                <c:pt idx="6463">
                  <c:v>33651898</c:v>
                </c:pt>
                <c:pt idx="6464">
                  <c:v>33651951</c:v>
                </c:pt>
                <c:pt idx="6465">
                  <c:v>33653579</c:v>
                </c:pt>
                <c:pt idx="6466">
                  <c:v>33655075</c:v>
                </c:pt>
                <c:pt idx="6467">
                  <c:v>33656935</c:v>
                </c:pt>
                <c:pt idx="6468">
                  <c:v>33657523</c:v>
                </c:pt>
                <c:pt idx="6469">
                  <c:v>33658995</c:v>
                </c:pt>
                <c:pt idx="6470">
                  <c:v>33667860</c:v>
                </c:pt>
                <c:pt idx="6471">
                  <c:v>33669721</c:v>
                </c:pt>
                <c:pt idx="6472">
                  <c:v>33671894</c:v>
                </c:pt>
                <c:pt idx="6473">
                  <c:v>33672016</c:v>
                </c:pt>
                <c:pt idx="6474">
                  <c:v>33672034</c:v>
                </c:pt>
                <c:pt idx="6475">
                  <c:v>33672149</c:v>
                </c:pt>
                <c:pt idx="6476">
                  <c:v>33672217</c:v>
                </c:pt>
                <c:pt idx="6477">
                  <c:v>33672344</c:v>
                </c:pt>
                <c:pt idx="6478">
                  <c:v>33673153</c:v>
                </c:pt>
                <c:pt idx="6479">
                  <c:v>33673180</c:v>
                </c:pt>
                <c:pt idx="6480">
                  <c:v>33678787</c:v>
                </c:pt>
                <c:pt idx="6481">
                  <c:v>33680163</c:v>
                </c:pt>
                <c:pt idx="6482">
                  <c:v>33680803</c:v>
                </c:pt>
                <c:pt idx="6483">
                  <c:v>33681193</c:v>
                </c:pt>
                <c:pt idx="6484">
                  <c:v>33689858</c:v>
                </c:pt>
                <c:pt idx="6485">
                  <c:v>33690340</c:v>
                </c:pt>
                <c:pt idx="6486">
                  <c:v>33693720</c:v>
                </c:pt>
                <c:pt idx="6487">
                  <c:v>33693915</c:v>
                </c:pt>
                <c:pt idx="6488">
                  <c:v>33695547</c:v>
                </c:pt>
                <c:pt idx="6489">
                  <c:v>33695839</c:v>
                </c:pt>
                <c:pt idx="6490">
                  <c:v>33697308</c:v>
                </c:pt>
                <c:pt idx="6491">
                  <c:v>33700341</c:v>
                </c:pt>
                <c:pt idx="6492">
                  <c:v>33703469</c:v>
                </c:pt>
                <c:pt idx="6493">
                  <c:v>33705819</c:v>
                </c:pt>
                <c:pt idx="6494">
                  <c:v>33706499</c:v>
                </c:pt>
                <c:pt idx="6495">
                  <c:v>33706683</c:v>
                </c:pt>
                <c:pt idx="6496">
                  <c:v>33706845</c:v>
                </c:pt>
                <c:pt idx="6497">
                  <c:v>33708969</c:v>
                </c:pt>
                <c:pt idx="6498">
                  <c:v>33720515</c:v>
                </c:pt>
                <c:pt idx="6499">
                  <c:v>33721124</c:v>
                </c:pt>
                <c:pt idx="6500">
                  <c:v>33723540</c:v>
                </c:pt>
                <c:pt idx="6501">
                  <c:v>33750218</c:v>
                </c:pt>
                <c:pt idx="6502">
                  <c:v>33753568</c:v>
                </c:pt>
                <c:pt idx="6503">
                  <c:v>33756492</c:v>
                </c:pt>
                <c:pt idx="6504">
                  <c:v>33758598</c:v>
                </c:pt>
                <c:pt idx="6505">
                  <c:v>33760738</c:v>
                </c:pt>
                <c:pt idx="6506">
                  <c:v>33763567</c:v>
                </c:pt>
                <c:pt idx="6507">
                  <c:v>33764903</c:v>
                </c:pt>
                <c:pt idx="6508">
                  <c:v>33768929</c:v>
                </c:pt>
                <c:pt idx="6509">
                  <c:v>33780521</c:v>
                </c:pt>
                <c:pt idx="6510">
                  <c:v>33785554</c:v>
                </c:pt>
                <c:pt idx="6511">
                  <c:v>33789637</c:v>
                </c:pt>
                <c:pt idx="6512">
                  <c:v>33789807</c:v>
                </c:pt>
                <c:pt idx="6513">
                  <c:v>33791875</c:v>
                </c:pt>
                <c:pt idx="6514">
                  <c:v>33808575</c:v>
                </c:pt>
                <c:pt idx="6515">
                  <c:v>33810889</c:v>
                </c:pt>
                <c:pt idx="6516">
                  <c:v>33811315</c:v>
                </c:pt>
                <c:pt idx="6517">
                  <c:v>33812873</c:v>
                </c:pt>
                <c:pt idx="6518">
                  <c:v>33813443</c:v>
                </c:pt>
                <c:pt idx="6519">
                  <c:v>33813549</c:v>
                </c:pt>
                <c:pt idx="6520">
                  <c:v>33815234</c:v>
                </c:pt>
                <c:pt idx="6521">
                  <c:v>33815305</c:v>
                </c:pt>
                <c:pt idx="6522">
                  <c:v>33815713</c:v>
                </c:pt>
                <c:pt idx="6523">
                  <c:v>33825279</c:v>
                </c:pt>
                <c:pt idx="6524">
                  <c:v>33860895</c:v>
                </c:pt>
                <c:pt idx="6525">
                  <c:v>33861412</c:v>
                </c:pt>
                <c:pt idx="6526">
                  <c:v>33866965</c:v>
                </c:pt>
                <c:pt idx="6527">
                  <c:v>33882982</c:v>
                </c:pt>
                <c:pt idx="6528">
                  <c:v>33885710</c:v>
                </c:pt>
                <c:pt idx="6529">
                  <c:v>33886651</c:v>
                </c:pt>
                <c:pt idx="6530">
                  <c:v>33894033</c:v>
                </c:pt>
                <c:pt idx="6531">
                  <c:v>33894532</c:v>
                </c:pt>
                <c:pt idx="6532">
                  <c:v>33895941</c:v>
                </c:pt>
                <c:pt idx="6533">
                  <c:v>33896533</c:v>
                </c:pt>
                <c:pt idx="6534">
                  <c:v>33904951</c:v>
                </c:pt>
                <c:pt idx="6535">
                  <c:v>33917624</c:v>
                </c:pt>
                <c:pt idx="6536">
                  <c:v>33917851</c:v>
                </c:pt>
                <c:pt idx="6537">
                  <c:v>33918011</c:v>
                </c:pt>
                <c:pt idx="6538">
                  <c:v>33918237</c:v>
                </c:pt>
                <c:pt idx="6539">
                  <c:v>33922738</c:v>
                </c:pt>
                <c:pt idx="6540">
                  <c:v>33925140</c:v>
                </c:pt>
                <c:pt idx="6541">
                  <c:v>33932422</c:v>
                </c:pt>
                <c:pt idx="6542">
                  <c:v>33934042</c:v>
                </c:pt>
                <c:pt idx="6543">
                  <c:v>33935625</c:v>
                </c:pt>
                <c:pt idx="6544">
                  <c:v>33946354</c:v>
                </c:pt>
                <c:pt idx="6545">
                  <c:v>33947075</c:v>
                </c:pt>
                <c:pt idx="6546">
                  <c:v>33947101</c:v>
                </c:pt>
                <c:pt idx="6547">
                  <c:v>33950015</c:v>
                </c:pt>
                <c:pt idx="6548">
                  <c:v>33954749</c:v>
                </c:pt>
                <c:pt idx="6549">
                  <c:v>33955472</c:v>
                </c:pt>
                <c:pt idx="6550">
                  <c:v>33955783</c:v>
                </c:pt>
                <c:pt idx="6551">
                  <c:v>33961316</c:v>
                </c:pt>
                <c:pt idx="6552">
                  <c:v>33972507</c:v>
                </c:pt>
                <c:pt idx="6553">
                  <c:v>33979399</c:v>
                </c:pt>
                <c:pt idx="6554">
                  <c:v>33979538</c:v>
                </c:pt>
                <c:pt idx="6555">
                  <c:v>33979682</c:v>
                </c:pt>
                <c:pt idx="6556">
                  <c:v>33980217</c:v>
                </c:pt>
                <c:pt idx="6557">
                  <c:v>33982135</c:v>
                </c:pt>
                <c:pt idx="6558">
                  <c:v>33992531</c:v>
                </c:pt>
                <c:pt idx="6559">
                  <c:v>33993451</c:v>
                </c:pt>
                <c:pt idx="6560">
                  <c:v>33994132</c:v>
                </c:pt>
                <c:pt idx="6561">
                  <c:v>33994547</c:v>
                </c:pt>
                <c:pt idx="6562">
                  <c:v>34003313</c:v>
                </c:pt>
                <c:pt idx="6563">
                  <c:v>34003734</c:v>
                </c:pt>
                <c:pt idx="6564">
                  <c:v>34005780</c:v>
                </c:pt>
                <c:pt idx="6565">
                  <c:v>34006785</c:v>
                </c:pt>
                <c:pt idx="6566">
                  <c:v>34009195</c:v>
                </c:pt>
                <c:pt idx="6567">
                  <c:v>34010328</c:v>
                </c:pt>
                <c:pt idx="6568">
                  <c:v>34017322</c:v>
                </c:pt>
                <c:pt idx="6569">
                  <c:v>34025219</c:v>
                </c:pt>
                <c:pt idx="6570">
                  <c:v>34029149</c:v>
                </c:pt>
                <c:pt idx="6571">
                  <c:v>34030023</c:v>
                </c:pt>
                <c:pt idx="6572">
                  <c:v>34031000</c:v>
                </c:pt>
                <c:pt idx="6573">
                  <c:v>34034265</c:v>
                </c:pt>
                <c:pt idx="6574">
                  <c:v>34046973</c:v>
                </c:pt>
                <c:pt idx="6575">
                  <c:v>34049398</c:v>
                </c:pt>
                <c:pt idx="6576">
                  <c:v>34049704</c:v>
                </c:pt>
                <c:pt idx="6577">
                  <c:v>34051729</c:v>
                </c:pt>
                <c:pt idx="6578">
                  <c:v>34062460</c:v>
                </c:pt>
                <c:pt idx="6579">
                  <c:v>34063261</c:v>
                </c:pt>
                <c:pt idx="6580">
                  <c:v>34067207</c:v>
                </c:pt>
                <c:pt idx="6581">
                  <c:v>34070414</c:v>
                </c:pt>
                <c:pt idx="6582">
                  <c:v>34079321</c:v>
                </c:pt>
                <c:pt idx="6583">
                  <c:v>34092981</c:v>
                </c:pt>
                <c:pt idx="6584">
                  <c:v>34094923</c:v>
                </c:pt>
                <c:pt idx="6585">
                  <c:v>34098079</c:v>
                </c:pt>
                <c:pt idx="6586">
                  <c:v>34099867</c:v>
                </c:pt>
                <c:pt idx="6587">
                  <c:v>34099899</c:v>
                </c:pt>
                <c:pt idx="6588">
                  <c:v>34100341</c:v>
                </c:pt>
                <c:pt idx="6589">
                  <c:v>34101977</c:v>
                </c:pt>
                <c:pt idx="6590">
                  <c:v>34102624</c:v>
                </c:pt>
                <c:pt idx="6591">
                  <c:v>34103488</c:v>
                </c:pt>
                <c:pt idx="6592">
                  <c:v>34126312</c:v>
                </c:pt>
                <c:pt idx="6593">
                  <c:v>34127940</c:v>
                </c:pt>
                <c:pt idx="6594">
                  <c:v>34128162</c:v>
                </c:pt>
                <c:pt idx="6595">
                  <c:v>34129876</c:v>
                </c:pt>
                <c:pt idx="6596">
                  <c:v>34130615</c:v>
                </c:pt>
                <c:pt idx="6597">
                  <c:v>34130981</c:v>
                </c:pt>
                <c:pt idx="6598">
                  <c:v>34135415</c:v>
                </c:pt>
                <c:pt idx="6599">
                  <c:v>34135481</c:v>
                </c:pt>
                <c:pt idx="6600">
                  <c:v>34135510</c:v>
                </c:pt>
                <c:pt idx="6601">
                  <c:v>34142850</c:v>
                </c:pt>
                <c:pt idx="6602">
                  <c:v>34144978</c:v>
                </c:pt>
                <c:pt idx="6603">
                  <c:v>34145099</c:v>
                </c:pt>
                <c:pt idx="6604">
                  <c:v>34145814</c:v>
                </c:pt>
                <c:pt idx="6605">
                  <c:v>34154763</c:v>
                </c:pt>
                <c:pt idx="6606">
                  <c:v>34159429</c:v>
                </c:pt>
                <c:pt idx="6607">
                  <c:v>34160256</c:v>
                </c:pt>
                <c:pt idx="6608">
                  <c:v>34161480</c:v>
                </c:pt>
                <c:pt idx="6609">
                  <c:v>34163303</c:v>
                </c:pt>
                <c:pt idx="6610">
                  <c:v>34165927</c:v>
                </c:pt>
                <c:pt idx="6611">
                  <c:v>34185663</c:v>
                </c:pt>
                <c:pt idx="6612">
                  <c:v>34188049</c:v>
                </c:pt>
                <c:pt idx="6613">
                  <c:v>34188067</c:v>
                </c:pt>
                <c:pt idx="6614">
                  <c:v>34188466</c:v>
                </c:pt>
                <c:pt idx="6615">
                  <c:v>34189140</c:v>
                </c:pt>
                <c:pt idx="6616">
                  <c:v>34194447</c:v>
                </c:pt>
                <c:pt idx="6617">
                  <c:v>34197707</c:v>
                </c:pt>
                <c:pt idx="6618">
                  <c:v>34224842</c:v>
                </c:pt>
                <c:pt idx="6619">
                  <c:v>34226955</c:v>
                </c:pt>
                <c:pt idx="6620">
                  <c:v>34231571</c:v>
                </c:pt>
                <c:pt idx="6621">
                  <c:v>34233107</c:v>
                </c:pt>
                <c:pt idx="6622">
                  <c:v>34235064</c:v>
                </c:pt>
                <c:pt idx="6623">
                  <c:v>34239559</c:v>
                </c:pt>
                <c:pt idx="6624">
                  <c:v>34261231</c:v>
                </c:pt>
                <c:pt idx="6625">
                  <c:v>34266462</c:v>
                </c:pt>
                <c:pt idx="6626">
                  <c:v>34267494</c:v>
                </c:pt>
                <c:pt idx="6627">
                  <c:v>34287847</c:v>
                </c:pt>
                <c:pt idx="6628">
                  <c:v>34290331</c:v>
                </c:pt>
                <c:pt idx="6629">
                  <c:v>34290872</c:v>
                </c:pt>
                <c:pt idx="6630">
                  <c:v>34291507</c:v>
                </c:pt>
                <c:pt idx="6631">
                  <c:v>34294505</c:v>
                </c:pt>
                <c:pt idx="6632">
                  <c:v>34299059</c:v>
                </c:pt>
                <c:pt idx="6633">
                  <c:v>34299415</c:v>
                </c:pt>
                <c:pt idx="6634">
                  <c:v>34305064</c:v>
                </c:pt>
                <c:pt idx="6635">
                  <c:v>34319567</c:v>
                </c:pt>
                <c:pt idx="6636">
                  <c:v>34320799</c:v>
                </c:pt>
                <c:pt idx="6637">
                  <c:v>34322016</c:v>
                </c:pt>
                <c:pt idx="6638">
                  <c:v>34323797</c:v>
                </c:pt>
                <c:pt idx="6639">
                  <c:v>34326831</c:v>
                </c:pt>
                <c:pt idx="6640">
                  <c:v>34333401</c:v>
                </c:pt>
                <c:pt idx="6641">
                  <c:v>34343006</c:v>
                </c:pt>
                <c:pt idx="6642">
                  <c:v>34343886</c:v>
                </c:pt>
                <c:pt idx="6643">
                  <c:v>34345198</c:v>
                </c:pt>
                <c:pt idx="6644">
                  <c:v>34350846</c:v>
                </c:pt>
                <c:pt idx="6645">
                  <c:v>34356776</c:v>
                </c:pt>
                <c:pt idx="6646">
                  <c:v>34357921</c:v>
                </c:pt>
                <c:pt idx="6647">
                  <c:v>34359761</c:v>
                </c:pt>
                <c:pt idx="6648">
                  <c:v>34361316</c:v>
                </c:pt>
                <c:pt idx="6649">
                  <c:v>34362610</c:v>
                </c:pt>
                <c:pt idx="6650">
                  <c:v>34372132</c:v>
                </c:pt>
                <c:pt idx="6651">
                  <c:v>34372636</c:v>
                </c:pt>
                <c:pt idx="6652">
                  <c:v>34372778</c:v>
                </c:pt>
                <c:pt idx="6653">
                  <c:v>34375600</c:v>
                </c:pt>
                <c:pt idx="6654">
                  <c:v>34376560</c:v>
                </c:pt>
                <c:pt idx="6655">
                  <c:v>34378901</c:v>
                </c:pt>
                <c:pt idx="6656">
                  <c:v>34380870</c:v>
                </c:pt>
                <c:pt idx="6657">
                  <c:v>34382423</c:v>
                </c:pt>
                <c:pt idx="6658">
                  <c:v>34396157</c:v>
                </c:pt>
                <c:pt idx="6659">
                  <c:v>34400611</c:v>
                </c:pt>
                <c:pt idx="6660">
                  <c:v>34401103</c:v>
                </c:pt>
                <c:pt idx="6661">
                  <c:v>34405644</c:v>
                </c:pt>
                <c:pt idx="6662">
                  <c:v>34406948</c:v>
                </c:pt>
                <c:pt idx="6663">
                  <c:v>34412566</c:v>
                </c:pt>
                <c:pt idx="6664">
                  <c:v>34417639</c:v>
                </c:pt>
                <c:pt idx="6665">
                  <c:v>34423638</c:v>
                </c:pt>
                <c:pt idx="6666">
                  <c:v>34427589</c:v>
                </c:pt>
                <c:pt idx="6667">
                  <c:v>34428542</c:v>
                </c:pt>
                <c:pt idx="6668">
                  <c:v>34429149</c:v>
                </c:pt>
                <c:pt idx="6669">
                  <c:v>34436639</c:v>
                </c:pt>
                <c:pt idx="6670">
                  <c:v>34454303</c:v>
                </c:pt>
                <c:pt idx="6671">
                  <c:v>34456996</c:v>
                </c:pt>
                <c:pt idx="6672">
                  <c:v>34459628</c:v>
                </c:pt>
                <c:pt idx="6673">
                  <c:v>34459872</c:v>
                </c:pt>
                <c:pt idx="6674">
                  <c:v>34461526</c:v>
                </c:pt>
                <c:pt idx="6675">
                  <c:v>34461579</c:v>
                </c:pt>
                <c:pt idx="6676">
                  <c:v>34461683</c:v>
                </c:pt>
                <c:pt idx="6677">
                  <c:v>34464474</c:v>
                </c:pt>
                <c:pt idx="6678">
                  <c:v>34479536</c:v>
                </c:pt>
                <c:pt idx="6679">
                  <c:v>34482714</c:v>
                </c:pt>
                <c:pt idx="6680">
                  <c:v>34483729</c:v>
                </c:pt>
                <c:pt idx="6681">
                  <c:v>34489204</c:v>
                </c:pt>
                <c:pt idx="6682">
                  <c:v>34511093</c:v>
                </c:pt>
                <c:pt idx="6683">
                  <c:v>34513491</c:v>
                </c:pt>
                <c:pt idx="6684">
                  <c:v>34513624</c:v>
                </c:pt>
                <c:pt idx="6685">
                  <c:v>34526439</c:v>
                </c:pt>
                <c:pt idx="6686">
                  <c:v>34535108</c:v>
                </c:pt>
                <c:pt idx="6687">
                  <c:v>34536387</c:v>
                </c:pt>
                <c:pt idx="6688">
                  <c:v>34540505</c:v>
                </c:pt>
                <c:pt idx="6689">
                  <c:v>34554825</c:v>
                </c:pt>
                <c:pt idx="6690">
                  <c:v>34555238</c:v>
                </c:pt>
                <c:pt idx="6691">
                  <c:v>34561501</c:v>
                </c:pt>
                <c:pt idx="6692">
                  <c:v>34568024</c:v>
                </c:pt>
                <c:pt idx="6693">
                  <c:v>34568291</c:v>
                </c:pt>
                <c:pt idx="6694">
                  <c:v>34578509</c:v>
                </c:pt>
                <c:pt idx="6695">
                  <c:v>34581866</c:v>
                </c:pt>
                <c:pt idx="6696">
                  <c:v>34582254</c:v>
                </c:pt>
                <c:pt idx="6697">
                  <c:v>34586775</c:v>
                </c:pt>
                <c:pt idx="6698">
                  <c:v>34593140</c:v>
                </c:pt>
                <c:pt idx="6699">
                  <c:v>34605627</c:v>
                </c:pt>
                <c:pt idx="6700">
                  <c:v>34606120</c:v>
                </c:pt>
                <c:pt idx="6701">
                  <c:v>34617570</c:v>
                </c:pt>
                <c:pt idx="6702">
                  <c:v>34617923</c:v>
                </c:pt>
                <c:pt idx="6703">
                  <c:v>34628362</c:v>
                </c:pt>
                <c:pt idx="6704">
                  <c:v>34631658</c:v>
                </c:pt>
                <c:pt idx="6705">
                  <c:v>34658581</c:v>
                </c:pt>
                <c:pt idx="6706">
                  <c:v>34661108</c:v>
                </c:pt>
                <c:pt idx="6707">
                  <c:v>34664812</c:v>
                </c:pt>
                <c:pt idx="6708">
                  <c:v>34665589</c:v>
                </c:pt>
                <c:pt idx="6709">
                  <c:v>34705937</c:v>
                </c:pt>
                <c:pt idx="6710">
                  <c:v>34708477</c:v>
                </c:pt>
                <c:pt idx="6711">
                  <c:v>34723981</c:v>
                </c:pt>
                <c:pt idx="6712">
                  <c:v>34724025</c:v>
                </c:pt>
                <c:pt idx="6713">
                  <c:v>34725193</c:v>
                </c:pt>
                <c:pt idx="6714">
                  <c:v>34737419</c:v>
                </c:pt>
                <c:pt idx="6715">
                  <c:v>34752495</c:v>
                </c:pt>
                <c:pt idx="6716">
                  <c:v>34756456</c:v>
                </c:pt>
                <c:pt idx="6717">
                  <c:v>34759321</c:v>
                </c:pt>
                <c:pt idx="6718">
                  <c:v>34765351</c:v>
                </c:pt>
                <c:pt idx="6719">
                  <c:v>34765790</c:v>
                </c:pt>
                <c:pt idx="6720">
                  <c:v>34777842</c:v>
                </c:pt>
                <c:pt idx="6721">
                  <c:v>34791488</c:v>
                </c:pt>
                <c:pt idx="6722">
                  <c:v>34792676</c:v>
                </c:pt>
                <c:pt idx="6723">
                  <c:v>34797238</c:v>
                </c:pt>
                <c:pt idx="6724">
                  <c:v>34798073</c:v>
                </c:pt>
                <c:pt idx="6725">
                  <c:v>34811625</c:v>
                </c:pt>
                <c:pt idx="6726">
                  <c:v>34812675</c:v>
                </c:pt>
                <c:pt idx="6727">
                  <c:v>34820424</c:v>
                </c:pt>
                <c:pt idx="6728">
                  <c:v>34821750</c:v>
                </c:pt>
                <c:pt idx="6729">
                  <c:v>34822245</c:v>
                </c:pt>
                <c:pt idx="6730">
                  <c:v>34823478</c:v>
                </c:pt>
                <c:pt idx="6731">
                  <c:v>34823873</c:v>
                </c:pt>
                <c:pt idx="6732">
                  <c:v>34825625</c:v>
                </c:pt>
                <c:pt idx="6733">
                  <c:v>34847359</c:v>
                </c:pt>
                <c:pt idx="6734">
                  <c:v>34847544</c:v>
                </c:pt>
                <c:pt idx="6735">
                  <c:v>34851585</c:v>
                </c:pt>
                <c:pt idx="6736">
                  <c:v>34860209</c:v>
                </c:pt>
                <c:pt idx="6737">
                  <c:v>34863133</c:v>
                </c:pt>
                <c:pt idx="6738">
                  <c:v>34871032</c:v>
                </c:pt>
                <c:pt idx="6739">
                  <c:v>34871111</c:v>
                </c:pt>
                <c:pt idx="6740">
                  <c:v>34871780</c:v>
                </c:pt>
                <c:pt idx="6741">
                  <c:v>34872742</c:v>
                </c:pt>
                <c:pt idx="6742">
                  <c:v>34873451</c:v>
                </c:pt>
                <c:pt idx="6743">
                  <c:v>34878214</c:v>
                </c:pt>
                <c:pt idx="6744">
                  <c:v>34892264</c:v>
                </c:pt>
                <c:pt idx="6745">
                  <c:v>34908309</c:v>
                </c:pt>
                <c:pt idx="6746">
                  <c:v>34909738</c:v>
                </c:pt>
                <c:pt idx="6747">
                  <c:v>34910762</c:v>
                </c:pt>
                <c:pt idx="6748">
                  <c:v>34911153</c:v>
                </c:pt>
                <c:pt idx="6749">
                  <c:v>34911434</c:v>
                </c:pt>
                <c:pt idx="6750">
                  <c:v>34912657</c:v>
                </c:pt>
                <c:pt idx="6751">
                  <c:v>34912719</c:v>
                </c:pt>
                <c:pt idx="6752">
                  <c:v>34916540</c:v>
                </c:pt>
                <c:pt idx="6753">
                  <c:v>34918820</c:v>
                </c:pt>
                <c:pt idx="6754">
                  <c:v>34920071</c:v>
                </c:pt>
                <c:pt idx="6755">
                  <c:v>34920681</c:v>
                </c:pt>
                <c:pt idx="6756">
                  <c:v>34922232</c:v>
                </c:pt>
                <c:pt idx="6757">
                  <c:v>34923675</c:v>
                </c:pt>
                <c:pt idx="6758">
                  <c:v>34924164</c:v>
                </c:pt>
                <c:pt idx="6759">
                  <c:v>34930219</c:v>
                </c:pt>
                <c:pt idx="6760">
                  <c:v>34932148</c:v>
                </c:pt>
                <c:pt idx="6761">
                  <c:v>34933660</c:v>
                </c:pt>
                <c:pt idx="6762">
                  <c:v>34948495</c:v>
                </c:pt>
                <c:pt idx="6763">
                  <c:v>34949034</c:v>
                </c:pt>
                <c:pt idx="6764">
                  <c:v>34949238</c:v>
                </c:pt>
                <c:pt idx="6765">
                  <c:v>34949376</c:v>
                </c:pt>
                <c:pt idx="6766">
                  <c:v>34949383</c:v>
                </c:pt>
                <c:pt idx="6767">
                  <c:v>34949426</c:v>
                </c:pt>
                <c:pt idx="6768">
                  <c:v>34949555</c:v>
                </c:pt>
                <c:pt idx="6769">
                  <c:v>34951347</c:v>
                </c:pt>
                <c:pt idx="6770">
                  <c:v>34951442</c:v>
                </c:pt>
                <c:pt idx="6771">
                  <c:v>34952109</c:v>
                </c:pt>
                <c:pt idx="6772">
                  <c:v>34952174</c:v>
                </c:pt>
                <c:pt idx="6773">
                  <c:v>34952210</c:v>
                </c:pt>
                <c:pt idx="6774">
                  <c:v>34952529</c:v>
                </c:pt>
                <c:pt idx="6775">
                  <c:v>34952608</c:v>
                </c:pt>
                <c:pt idx="6776">
                  <c:v>34970341</c:v>
                </c:pt>
                <c:pt idx="6777">
                  <c:v>34980129</c:v>
                </c:pt>
                <c:pt idx="6778">
                  <c:v>34981246</c:v>
                </c:pt>
                <c:pt idx="6779">
                  <c:v>34984076</c:v>
                </c:pt>
                <c:pt idx="6780">
                  <c:v>34987108</c:v>
                </c:pt>
                <c:pt idx="6781">
                  <c:v>34991613</c:v>
                </c:pt>
                <c:pt idx="6782">
                  <c:v>34993359</c:v>
                </c:pt>
                <c:pt idx="6783">
                  <c:v>34993515</c:v>
                </c:pt>
                <c:pt idx="6784">
                  <c:v>34995402</c:v>
                </c:pt>
                <c:pt idx="6785">
                  <c:v>34998711</c:v>
                </c:pt>
                <c:pt idx="6786">
                  <c:v>35000947</c:v>
                </c:pt>
                <c:pt idx="6787">
                  <c:v>35010648</c:v>
                </c:pt>
                <c:pt idx="6788">
                  <c:v>35013373</c:v>
                </c:pt>
                <c:pt idx="6789">
                  <c:v>35013472</c:v>
                </c:pt>
                <c:pt idx="6790">
                  <c:v>35014186</c:v>
                </c:pt>
                <c:pt idx="6791">
                  <c:v>35016180</c:v>
                </c:pt>
                <c:pt idx="6792">
                  <c:v>35016197</c:v>
                </c:pt>
                <c:pt idx="6793">
                  <c:v>35016322</c:v>
                </c:pt>
                <c:pt idx="6794">
                  <c:v>35016423</c:v>
                </c:pt>
                <c:pt idx="6795">
                  <c:v>35016537</c:v>
                </c:pt>
                <c:pt idx="6796">
                  <c:v>35016660</c:v>
                </c:pt>
                <c:pt idx="6797">
                  <c:v>35016773</c:v>
                </c:pt>
                <c:pt idx="6798">
                  <c:v>35017301</c:v>
                </c:pt>
                <c:pt idx="6799">
                  <c:v>35024836</c:v>
                </c:pt>
                <c:pt idx="6800">
                  <c:v>35032034</c:v>
                </c:pt>
                <c:pt idx="6801">
                  <c:v>35032237</c:v>
                </c:pt>
                <c:pt idx="6802">
                  <c:v>35042443</c:v>
                </c:pt>
                <c:pt idx="6803">
                  <c:v>35043039</c:v>
                </c:pt>
                <c:pt idx="6804">
                  <c:v>35043601</c:v>
                </c:pt>
                <c:pt idx="6805">
                  <c:v>35057167</c:v>
                </c:pt>
                <c:pt idx="6806">
                  <c:v>35058163</c:v>
                </c:pt>
                <c:pt idx="6807">
                  <c:v>35061182</c:v>
                </c:pt>
                <c:pt idx="6808">
                  <c:v>35068726</c:v>
                </c:pt>
                <c:pt idx="6809">
                  <c:v>35070877</c:v>
                </c:pt>
                <c:pt idx="6810">
                  <c:v>35073341</c:v>
                </c:pt>
                <c:pt idx="6811">
                  <c:v>35076681</c:v>
                </c:pt>
                <c:pt idx="6812">
                  <c:v>35079849</c:v>
                </c:pt>
                <c:pt idx="6813">
                  <c:v>35096399</c:v>
                </c:pt>
                <c:pt idx="6814">
                  <c:v>35097161</c:v>
                </c:pt>
                <c:pt idx="6815">
                  <c:v>35099329</c:v>
                </c:pt>
                <c:pt idx="6816">
                  <c:v>35104278</c:v>
                </c:pt>
                <c:pt idx="6817">
                  <c:v>35106544</c:v>
                </c:pt>
                <c:pt idx="6818">
                  <c:v>35107452</c:v>
                </c:pt>
                <c:pt idx="6819">
                  <c:v>35108774</c:v>
                </c:pt>
                <c:pt idx="6820">
                  <c:v>35109227</c:v>
                </c:pt>
                <c:pt idx="6821">
                  <c:v>35117594</c:v>
                </c:pt>
                <c:pt idx="6822">
                  <c:v>35130225</c:v>
                </c:pt>
                <c:pt idx="6823">
                  <c:v>35134153</c:v>
                </c:pt>
                <c:pt idx="6824">
                  <c:v>35134185</c:v>
                </c:pt>
                <c:pt idx="6825">
                  <c:v>35134805</c:v>
                </c:pt>
                <c:pt idx="6826">
                  <c:v>35134996</c:v>
                </c:pt>
                <c:pt idx="6827">
                  <c:v>35135411</c:v>
                </c:pt>
                <c:pt idx="6828">
                  <c:v>35135668</c:v>
                </c:pt>
                <c:pt idx="6829">
                  <c:v>35141962</c:v>
                </c:pt>
                <c:pt idx="6830">
                  <c:v>35147490</c:v>
                </c:pt>
                <c:pt idx="6831">
                  <c:v>35148977</c:v>
                </c:pt>
                <c:pt idx="6832">
                  <c:v>35153553</c:v>
                </c:pt>
                <c:pt idx="6833">
                  <c:v>35155329</c:v>
                </c:pt>
                <c:pt idx="6834">
                  <c:v>35165443</c:v>
                </c:pt>
                <c:pt idx="6835">
                  <c:v>35169581</c:v>
                </c:pt>
                <c:pt idx="6836">
                  <c:v>35169725</c:v>
                </c:pt>
                <c:pt idx="6837">
                  <c:v>35170119</c:v>
                </c:pt>
                <c:pt idx="6838">
                  <c:v>35170819</c:v>
                </c:pt>
                <c:pt idx="6839">
                  <c:v>35171036</c:v>
                </c:pt>
                <c:pt idx="6840">
                  <c:v>35174700</c:v>
                </c:pt>
                <c:pt idx="6841">
                  <c:v>35178019</c:v>
                </c:pt>
                <c:pt idx="6842">
                  <c:v>35190417</c:v>
                </c:pt>
                <c:pt idx="6843">
                  <c:v>35208876</c:v>
                </c:pt>
                <c:pt idx="6844">
                  <c:v>35211033</c:v>
                </c:pt>
                <c:pt idx="6845">
                  <c:v>35220322</c:v>
                </c:pt>
                <c:pt idx="6846">
                  <c:v>35222886</c:v>
                </c:pt>
                <c:pt idx="6847">
                  <c:v>35224670</c:v>
                </c:pt>
                <c:pt idx="6848">
                  <c:v>35236920</c:v>
                </c:pt>
                <c:pt idx="6849">
                  <c:v>35241315</c:v>
                </c:pt>
                <c:pt idx="6850">
                  <c:v>35244124</c:v>
                </c:pt>
                <c:pt idx="6851">
                  <c:v>35245030</c:v>
                </c:pt>
                <c:pt idx="6852">
                  <c:v>35251869</c:v>
                </c:pt>
                <c:pt idx="6853">
                  <c:v>35252466</c:v>
                </c:pt>
                <c:pt idx="6854">
                  <c:v>35254234</c:v>
                </c:pt>
                <c:pt idx="6855">
                  <c:v>35255025</c:v>
                </c:pt>
                <c:pt idx="6856">
                  <c:v>35266441</c:v>
                </c:pt>
                <c:pt idx="6857">
                  <c:v>35279050</c:v>
                </c:pt>
                <c:pt idx="6858">
                  <c:v>35280408</c:v>
                </c:pt>
                <c:pt idx="6859">
                  <c:v>35289895</c:v>
                </c:pt>
                <c:pt idx="6860">
                  <c:v>35294398</c:v>
                </c:pt>
                <c:pt idx="6861">
                  <c:v>35296126</c:v>
                </c:pt>
                <c:pt idx="6862">
                  <c:v>35297015</c:v>
                </c:pt>
                <c:pt idx="6863">
                  <c:v>35297351</c:v>
                </c:pt>
                <c:pt idx="6864">
                  <c:v>35297501</c:v>
                </c:pt>
                <c:pt idx="6865">
                  <c:v>35298345</c:v>
                </c:pt>
                <c:pt idx="6866">
                  <c:v>35298643</c:v>
                </c:pt>
                <c:pt idx="6867">
                  <c:v>35302965</c:v>
                </c:pt>
                <c:pt idx="6868">
                  <c:v>35321060</c:v>
                </c:pt>
                <c:pt idx="6869">
                  <c:v>35326727</c:v>
                </c:pt>
                <c:pt idx="6870">
                  <c:v>35327041</c:v>
                </c:pt>
                <c:pt idx="6871">
                  <c:v>35328864</c:v>
                </c:pt>
                <c:pt idx="6872">
                  <c:v>35329051</c:v>
                </c:pt>
                <c:pt idx="6873">
                  <c:v>35338035</c:v>
                </c:pt>
                <c:pt idx="6874">
                  <c:v>35339614</c:v>
                </c:pt>
                <c:pt idx="6875">
                  <c:v>35343600</c:v>
                </c:pt>
                <c:pt idx="6876">
                  <c:v>35355395</c:v>
                </c:pt>
                <c:pt idx="6877">
                  <c:v>35363994</c:v>
                </c:pt>
                <c:pt idx="6878">
                  <c:v>35364295</c:v>
                </c:pt>
                <c:pt idx="6879">
                  <c:v>35366078</c:v>
                </c:pt>
                <c:pt idx="6880">
                  <c:v>35372605</c:v>
                </c:pt>
                <c:pt idx="6881">
                  <c:v>35391683</c:v>
                </c:pt>
                <c:pt idx="6882">
                  <c:v>35392746</c:v>
                </c:pt>
                <c:pt idx="6883">
                  <c:v>35397463</c:v>
                </c:pt>
                <c:pt idx="6884">
                  <c:v>35415336</c:v>
                </c:pt>
                <c:pt idx="6885">
                  <c:v>35416122</c:v>
                </c:pt>
                <c:pt idx="6886">
                  <c:v>35416600</c:v>
                </c:pt>
                <c:pt idx="6887">
                  <c:v>35416964</c:v>
                </c:pt>
                <c:pt idx="6888">
                  <c:v>35428141</c:v>
                </c:pt>
                <c:pt idx="6889">
                  <c:v>35433180</c:v>
                </c:pt>
                <c:pt idx="6890">
                  <c:v>35433181</c:v>
                </c:pt>
                <c:pt idx="6891">
                  <c:v>35434436</c:v>
                </c:pt>
                <c:pt idx="6892">
                  <c:v>35447921</c:v>
                </c:pt>
                <c:pt idx="6893">
                  <c:v>35468583</c:v>
                </c:pt>
                <c:pt idx="6894">
                  <c:v>35469623</c:v>
                </c:pt>
                <c:pt idx="6895">
                  <c:v>35472159</c:v>
                </c:pt>
                <c:pt idx="6896">
                  <c:v>35472193</c:v>
                </c:pt>
                <c:pt idx="6897">
                  <c:v>35472541</c:v>
                </c:pt>
                <c:pt idx="6898">
                  <c:v>35473910</c:v>
                </c:pt>
                <c:pt idx="6899">
                  <c:v>35473995</c:v>
                </c:pt>
                <c:pt idx="6900">
                  <c:v>35474020</c:v>
                </c:pt>
                <c:pt idx="6901">
                  <c:v>35474247</c:v>
                </c:pt>
                <c:pt idx="6902">
                  <c:v>35474407</c:v>
                </c:pt>
                <c:pt idx="6903">
                  <c:v>35474541</c:v>
                </c:pt>
                <c:pt idx="6904">
                  <c:v>35474673</c:v>
                </c:pt>
                <c:pt idx="6905">
                  <c:v>35474826</c:v>
                </c:pt>
                <c:pt idx="6906">
                  <c:v>35474922</c:v>
                </c:pt>
                <c:pt idx="6907">
                  <c:v>35475094</c:v>
                </c:pt>
                <c:pt idx="6908">
                  <c:v>35475207</c:v>
                </c:pt>
                <c:pt idx="6909">
                  <c:v>35475364</c:v>
                </c:pt>
                <c:pt idx="6910">
                  <c:v>35475554</c:v>
                </c:pt>
                <c:pt idx="6911">
                  <c:v>35476196</c:v>
                </c:pt>
                <c:pt idx="6912">
                  <c:v>35476891</c:v>
                </c:pt>
                <c:pt idx="6913">
                  <c:v>35478245</c:v>
                </c:pt>
                <c:pt idx="6914">
                  <c:v>35481981</c:v>
                </c:pt>
                <c:pt idx="6915">
                  <c:v>35482220</c:v>
                </c:pt>
                <c:pt idx="6916">
                  <c:v>35505185</c:v>
                </c:pt>
                <c:pt idx="6917">
                  <c:v>35520011</c:v>
                </c:pt>
                <c:pt idx="6918">
                  <c:v>35520279</c:v>
                </c:pt>
                <c:pt idx="6919">
                  <c:v>35523277</c:v>
                </c:pt>
                <c:pt idx="6920">
                  <c:v>35554985</c:v>
                </c:pt>
                <c:pt idx="6921">
                  <c:v>35564642</c:v>
                </c:pt>
                <c:pt idx="6922">
                  <c:v>35564875</c:v>
                </c:pt>
                <c:pt idx="6923">
                  <c:v>35566583</c:v>
                </c:pt>
                <c:pt idx="6924">
                  <c:v>35569021</c:v>
                </c:pt>
                <c:pt idx="6925">
                  <c:v>35580183</c:v>
                </c:pt>
                <c:pt idx="6926">
                  <c:v>35580331</c:v>
                </c:pt>
                <c:pt idx="6927">
                  <c:v>35582156</c:v>
                </c:pt>
                <c:pt idx="6928">
                  <c:v>35582620</c:v>
                </c:pt>
                <c:pt idx="6929">
                  <c:v>35582752</c:v>
                </c:pt>
                <c:pt idx="6930">
                  <c:v>35583034</c:v>
                </c:pt>
                <c:pt idx="6931">
                  <c:v>35583408</c:v>
                </c:pt>
                <c:pt idx="6932">
                  <c:v>35583778</c:v>
                </c:pt>
                <c:pt idx="6933">
                  <c:v>35583829</c:v>
                </c:pt>
                <c:pt idx="6934">
                  <c:v>35585007</c:v>
                </c:pt>
                <c:pt idx="6935">
                  <c:v>35585009</c:v>
                </c:pt>
                <c:pt idx="6936">
                  <c:v>35586873</c:v>
                </c:pt>
                <c:pt idx="6937">
                  <c:v>35588327</c:v>
                </c:pt>
                <c:pt idx="6938">
                  <c:v>35589034</c:v>
                </c:pt>
                <c:pt idx="6939">
                  <c:v>35590671</c:v>
                </c:pt>
                <c:pt idx="6940">
                  <c:v>35598168</c:v>
                </c:pt>
                <c:pt idx="6941">
                  <c:v>35617366</c:v>
                </c:pt>
                <c:pt idx="6942">
                  <c:v>35617608</c:v>
                </c:pt>
                <c:pt idx="6943">
                  <c:v>35618523</c:v>
                </c:pt>
                <c:pt idx="6944">
                  <c:v>35622578</c:v>
                </c:pt>
                <c:pt idx="6945">
                  <c:v>35635184</c:v>
                </c:pt>
                <c:pt idx="6946">
                  <c:v>35642553</c:v>
                </c:pt>
                <c:pt idx="6947">
                  <c:v>35646946</c:v>
                </c:pt>
                <c:pt idx="6948">
                  <c:v>35650293</c:v>
                </c:pt>
                <c:pt idx="6949">
                  <c:v>35655372</c:v>
                </c:pt>
                <c:pt idx="6950">
                  <c:v>35655440</c:v>
                </c:pt>
                <c:pt idx="6951">
                  <c:v>35655537</c:v>
                </c:pt>
                <c:pt idx="6952">
                  <c:v>35655714</c:v>
                </c:pt>
                <c:pt idx="6953">
                  <c:v>35657300</c:v>
                </c:pt>
                <c:pt idx="6954">
                  <c:v>35676864</c:v>
                </c:pt>
                <c:pt idx="6955">
                  <c:v>35686971</c:v>
                </c:pt>
                <c:pt idx="6956">
                  <c:v>35687600</c:v>
                </c:pt>
                <c:pt idx="6957">
                  <c:v>35691741</c:v>
                </c:pt>
                <c:pt idx="6958">
                  <c:v>35694710</c:v>
                </c:pt>
                <c:pt idx="6959">
                  <c:v>35694963</c:v>
                </c:pt>
                <c:pt idx="6960">
                  <c:v>35696286</c:v>
                </c:pt>
                <c:pt idx="6961">
                  <c:v>35697120</c:v>
                </c:pt>
                <c:pt idx="6962">
                  <c:v>35697773</c:v>
                </c:pt>
                <c:pt idx="6963">
                  <c:v>35698200</c:v>
                </c:pt>
                <c:pt idx="6964">
                  <c:v>35708330</c:v>
                </c:pt>
                <c:pt idx="6965">
                  <c:v>35718203</c:v>
                </c:pt>
                <c:pt idx="6966">
                  <c:v>35718379</c:v>
                </c:pt>
                <c:pt idx="6967">
                  <c:v>35718717</c:v>
                </c:pt>
                <c:pt idx="6968">
                  <c:v>35719074</c:v>
                </c:pt>
                <c:pt idx="6969">
                  <c:v>35719416</c:v>
                </c:pt>
                <c:pt idx="6970">
                  <c:v>35722212</c:v>
                </c:pt>
                <c:pt idx="6971">
                  <c:v>35722523</c:v>
                </c:pt>
                <c:pt idx="6972">
                  <c:v>35724325</c:v>
                </c:pt>
                <c:pt idx="6973">
                  <c:v>35725634</c:v>
                </c:pt>
                <c:pt idx="6974">
                  <c:v>35726572</c:v>
                </c:pt>
                <c:pt idx="6975">
                  <c:v>35744484</c:v>
                </c:pt>
                <c:pt idx="6976">
                  <c:v>35746935</c:v>
                </c:pt>
                <c:pt idx="6977">
                  <c:v>35749450</c:v>
                </c:pt>
                <c:pt idx="6978">
                  <c:v>35755071</c:v>
                </c:pt>
                <c:pt idx="6979">
                  <c:v>35755991</c:v>
                </c:pt>
                <c:pt idx="6980">
                  <c:v>35757143</c:v>
                </c:pt>
                <c:pt idx="6981">
                  <c:v>35758834</c:v>
                </c:pt>
                <c:pt idx="6982">
                  <c:v>35759537</c:v>
                </c:pt>
                <c:pt idx="6983">
                  <c:v>35760648</c:v>
                </c:pt>
                <c:pt idx="6984">
                  <c:v>35760816</c:v>
                </c:pt>
                <c:pt idx="6985">
                  <c:v>35770074</c:v>
                </c:pt>
                <c:pt idx="6986">
                  <c:v>35771921</c:v>
                </c:pt>
                <c:pt idx="6987">
                  <c:v>35773185</c:v>
                </c:pt>
                <c:pt idx="6988">
                  <c:v>35774692</c:v>
                </c:pt>
                <c:pt idx="6989">
                  <c:v>35777984</c:v>
                </c:pt>
                <c:pt idx="6990">
                  <c:v>35795579</c:v>
                </c:pt>
                <c:pt idx="6991">
                  <c:v>35805719</c:v>
                </c:pt>
                <c:pt idx="6992">
                  <c:v>35806811</c:v>
                </c:pt>
                <c:pt idx="6993">
                  <c:v>35809361</c:v>
                </c:pt>
                <c:pt idx="6994">
                  <c:v>35810728</c:v>
                </c:pt>
                <c:pt idx="6995">
                  <c:v>35810970</c:v>
                </c:pt>
                <c:pt idx="6996">
                  <c:v>35812105</c:v>
                </c:pt>
                <c:pt idx="6997">
                  <c:v>35814946</c:v>
                </c:pt>
                <c:pt idx="6998">
                  <c:v>35816674</c:v>
                </c:pt>
                <c:pt idx="6999">
                  <c:v>35816861</c:v>
                </c:pt>
                <c:pt idx="7000">
                  <c:v>35819089</c:v>
                </c:pt>
                <c:pt idx="7001">
                  <c:v>35820149</c:v>
                </c:pt>
                <c:pt idx="7002">
                  <c:v>35822401</c:v>
                </c:pt>
                <c:pt idx="7003">
                  <c:v>35824512</c:v>
                </c:pt>
                <c:pt idx="7004">
                  <c:v>35825430</c:v>
                </c:pt>
                <c:pt idx="7005">
                  <c:v>35825644</c:v>
                </c:pt>
                <c:pt idx="7006">
                  <c:v>35827160</c:v>
                </c:pt>
                <c:pt idx="7007">
                  <c:v>35827619</c:v>
                </c:pt>
                <c:pt idx="7008">
                  <c:v>35827862</c:v>
                </c:pt>
                <c:pt idx="7009">
                  <c:v>35828067</c:v>
                </c:pt>
                <c:pt idx="7010">
                  <c:v>35833343</c:v>
                </c:pt>
                <c:pt idx="7011">
                  <c:v>35847220</c:v>
                </c:pt>
                <c:pt idx="7012">
                  <c:v>35850717</c:v>
                </c:pt>
                <c:pt idx="7013">
                  <c:v>35851352</c:v>
                </c:pt>
                <c:pt idx="7014">
                  <c:v>35859057</c:v>
                </c:pt>
                <c:pt idx="7015">
                  <c:v>35859690</c:v>
                </c:pt>
                <c:pt idx="7016">
                  <c:v>35860252</c:v>
                </c:pt>
                <c:pt idx="7017">
                  <c:v>35860464</c:v>
                </c:pt>
                <c:pt idx="7018">
                  <c:v>35861079</c:v>
                </c:pt>
                <c:pt idx="7019">
                  <c:v>35861552</c:v>
                </c:pt>
                <c:pt idx="7020">
                  <c:v>35861639</c:v>
                </c:pt>
                <c:pt idx="7021">
                  <c:v>35863238</c:v>
                </c:pt>
                <c:pt idx="7022">
                  <c:v>35863482</c:v>
                </c:pt>
                <c:pt idx="7023">
                  <c:v>35871371</c:v>
                </c:pt>
                <c:pt idx="7024">
                  <c:v>35885869</c:v>
                </c:pt>
                <c:pt idx="7025">
                  <c:v>35886566</c:v>
                </c:pt>
                <c:pt idx="7026">
                  <c:v>35887511</c:v>
                </c:pt>
                <c:pt idx="7027">
                  <c:v>35888883</c:v>
                </c:pt>
                <c:pt idx="7028">
                  <c:v>35891791</c:v>
                </c:pt>
                <c:pt idx="7029">
                  <c:v>35892800</c:v>
                </c:pt>
                <c:pt idx="7030">
                  <c:v>35894422</c:v>
                </c:pt>
                <c:pt idx="7031">
                  <c:v>35917418</c:v>
                </c:pt>
                <c:pt idx="7032">
                  <c:v>35923396</c:v>
                </c:pt>
                <c:pt idx="7033">
                  <c:v>35935567</c:v>
                </c:pt>
                <c:pt idx="7034">
                  <c:v>35936988</c:v>
                </c:pt>
                <c:pt idx="7035">
                  <c:v>35937362</c:v>
                </c:pt>
                <c:pt idx="7036">
                  <c:v>35949831</c:v>
                </c:pt>
                <c:pt idx="7037">
                  <c:v>35953207</c:v>
                </c:pt>
                <c:pt idx="7038">
                  <c:v>35963733</c:v>
                </c:pt>
                <c:pt idx="7039">
                  <c:v>35964057</c:v>
                </c:pt>
                <c:pt idx="7040">
                  <c:v>35965455</c:v>
                </c:pt>
                <c:pt idx="7041">
                  <c:v>35977909</c:v>
                </c:pt>
                <c:pt idx="7042">
                  <c:v>35979248</c:v>
                </c:pt>
                <c:pt idx="7043">
                  <c:v>35980140</c:v>
                </c:pt>
                <c:pt idx="7044">
                  <c:v>35981755</c:v>
                </c:pt>
                <c:pt idx="7045">
                  <c:v>35991266</c:v>
                </c:pt>
                <c:pt idx="7046">
                  <c:v>36002500</c:v>
                </c:pt>
                <c:pt idx="7047">
                  <c:v>36010848</c:v>
                </c:pt>
                <c:pt idx="7048">
                  <c:v>36016036</c:v>
                </c:pt>
                <c:pt idx="7049">
                  <c:v>36016684</c:v>
                </c:pt>
                <c:pt idx="7050">
                  <c:v>36024381</c:v>
                </c:pt>
                <c:pt idx="7051">
                  <c:v>36027377</c:v>
                </c:pt>
                <c:pt idx="7052">
                  <c:v>36035352</c:v>
                </c:pt>
                <c:pt idx="7053">
                  <c:v>36046916</c:v>
                </c:pt>
                <c:pt idx="7054">
                  <c:v>36047961</c:v>
                </c:pt>
                <c:pt idx="7055">
                  <c:v>36048261</c:v>
                </c:pt>
                <c:pt idx="7056">
                  <c:v>36049652</c:v>
                </c:pt>
                <c:pt idx="7057">
                  <c:v>36050189</c:v>
                </c:pt>
                <c:pt idx="7058">
                  <c:v>36079903</c:v>
                </c:pt>
                <c:pt idx="7059">
                  <c:v>36084548</c:v>
                </c:pt>
                <c:pt idx="7060">
                  <c:v>36084573</c:v>
                </c:pt>
                <c:pt idx="7061">
                  <c:v>36096845</c:v>
                </c:pt>
                <c:pt idx="7062">
                  <c:v>36101363</c:v>
                </c:pt>
                <c:pt idx="7063">
                  <c:v>36116061</c:v>
                </c:pt>
                <c:pt idx="7064">
                  <c:v>36120838</c:v>
                </c:pt>
                <c:pt idx="7065">
                  <c:v>36123665</c:v>
                </c:pt>
                <c:pt idx="7066">
                  <c:v>36136186</c:v>
                </c:pt>
                <c:pt idx="7067">
                  <c:v>36140309</c:v>
                </c:pt>
                <c:pt idx="7068">
                  <c:v>36160930</c:v>
                </c:pt>
                <c:pt idx="7069">
                  <c:v>36164235</c:v>
                </c:pt>
                <c:pt idx="7070">
                  <c:v>36167389</c:v>
                </c:pt>
                <c:pt idx="7071">
                  <c:v>36168175</c:v>
                </c:pt>
                <c:pt idx="7072">
                  <c:v>36168195</c:v>
                </c:pt>
                <c:pt idx="7073">
                  <c:v>36168401</c:v>
                </c:pt>
                <c:pt idx="7074">
                  <c:v>36172730</c:v>
                </c:pt>
                <c:pt idx="7075">
                  <c:v>36184624</c:v>
                </c:pt>
                <c:pt idx="7076">
                  <c:v>36184652</c:v>
                </c:pt>
                <c:pt idx="7077">
                  <c:v>36188201</c:v>
                </c:pt>
                <c:pt idx="7078">
                  <c:v>36190713</c:v>
                </c:pt>
                <c:pt idx="7079">
                  <c:v>36196375</c:v>
                </c:pt>
                <c:pt idx="7080">
                  <c:v>36202668</c:v>
                </c:pt>
                <c:pt idx="7081">
                  <c:v>36213637</c:v>
                </c:pt>
                <c:pt idx="7082">
                  <c:v>36213825</c:v>
                </c:pt>
                <c:pt idx="7083">
                  <c:v>36213915</c:v>
                </c:pt>
                <c:pt idx="7084">
                  <c:v>36214104</c:v>
                </c:pt>
                <c:pt idx="7085">
                  <c:v>36220670</c:v>
                </c:pt>
                <c:pt idx="7086">
                  <c:v>36222667</c:v>
                </c:pt>
                <c:pt idx="7087">
                  <c:v>36225668</c:v>
                </c:pt>
                <c:pt idx="7088">
                  <c:v>36228283</c:v>
                </c:pt>
                <c:pt idx="7089">
                  <c:v>36229250</c:v>
                </c:pt>
                <c:pt idx="7090">
                  <c:v>36244662</c:v>
                </c:pt>
                <c:pt idx="7091">
                  <c:v>36247925</c:v>
                </c:pt>
                <c:pt idx="7092">
                  <c:v>36249794</c:v>
                </c:pt>
                <c:pt idx="7093">
                  <c:v>36250752</c:v>
                </c:pt>
                <c:pt idx="7094">
                  <c:v>36254765</c:v>
                </c:pt>
                <c:pt idx="7095">
                  <c:v>36257930</c:v>
                </c:pt>
                <c:pt idx="7096">
                  <c:v>36262800</c:v>
                </c:pt>
                <c:pt idx="7097">
                  <c:v>36283301</c:v>
                </c:pt>
                <c:pt idx="7098">
                  <c:v>36284429</c:v>
                </c:pt>
                <c:pt idx="7099">
                  <c:v>36287837</c:v>
                </c:pt>
                <c:pt idx="7100">
                  <c:v>36295041</c:v>
                </c:pt>
                <c:pt idx="7101">
                  <c:v>36296536</c:v>
                </c:pt>
                <c:pt idx="7102">
                  <c:v>36300894</c:v>
                </c:pt>
                <c:pt idx="7103">
                  <c:v>36301178</c:v>
                </c:pt>
                <c:pt idx="7104">
                  <c:v>36302105</c:v>
                </c:pt>
                <c:pt idx="7105">
                  <c:v>36302828</c:v>
                </c:pt>
                <c:pt idx="7106">
                  <c:v>36304764</c:v>
                </c:pt>
                <c:pt idx="7107">
                  <c:v>36306886</c:v>
                </c:pt>
                <c:pt idx="7108">
                  <c:v>36314744</c:v>
                </c:pt>
                <c:pt idx="7109">
                  <c:v>36330356</c:v>
                </c:pt>
                <c:pt idx="7110">
                  <c:v>36381441</c:v>
                </c:pt>
                <c:pt idx="7111">
                  <c:v>36391172</c:v>
                </c:pt>
                <c:pt idx="7112">
                  <c:v>36391777</c:v>
                </c:pt>
                <c:pt idx="7113">
                  <c:v>36394168</c:v>
                </c:pt>
                <c:pt idx="7114">
                  <c:v>36394855</c:v>
                </c:pt>
                <c:pt idx="7115">
                  <c:v>36395508</c:v>
                </c:pt>
                <c:pt idx="7116">
                  <c:v>36395928</c:v>
                </c:pt>
                <c:pt idx="7117">
                  <c:v>36396786</c:v>
                </c:pt>
                <c:pt idx="7118">
                  <c:v>36397956</c:v>
                </c:pt>
                <c:pt idx="7119">
                  <c:v>36400772</c:v>
                </c:pt>
                <c:pt idx="7120">
                  <c:v>36401353</c:v>
                </c:pt>
                <c:pt idx="7121">
                  <c:v>36403037</c:v>
                </c:pt>
                <c:pt idx="7122">
                  <c:v>36412623</c:v>
                </c:pt>
                <c:pt idx="7123">
                  <c:v>36423332</c:v>
                </c:pt>
                <c:pt idx="7124">
                  <c:v>36427849</c:v>
                </c:pt>
                <c:pt idx="7125">
                  <c:v>36428213</c:v>
                </c:pt>
                <c:pt idx="7126">
                  <c:v>36428876</c:v>
                </c:pt>
                <c:pt idx="7127">
                  <c:v>36432204</c:v>
                </c:pt>
                <c:pt idx="7128">
                  <c:v>36432339</c:v>
                </c:pt>
                <c:pt idx="7129">
                  <c:v>36432553</c:v>
                </c:pt>
                <c:pt idx="7130">
                  <c:v>36434035</c:v>
                </c:pt>
                <c:pt idx="7131">
                  <c:v>36435431</c:v>
                </c:pt>
                <c:pt idx="7132">
                  <c:v>36438154</c:v>
                </c:pt>
                <c:pt idx="7133">
                  <c:v>36439341</c:v>
                </c:pt>
                <c:pt idx="7134">
                  <c:v>36442971</c:v>
                </c:pt>
                <c:pt idx="7135">
                  <c:v>36445954</c:v>
                </c:pt>
                <c:pt idx="7136">
                  <c:v>36458907</c:v>
                </c:pt>
                <c:pt idx="7137">
                  <c:v>36465019</c:v>
                </c:pt>
                <c:pt idx="7138">
                  <c:v>36468727</c:v>
                </c:pt>
                <c:pt idx="7139">
                  <c:v>36471254</c:v>
                </c:pt>
                <c:pt idx="7140">
                  <c:v>36476888</c:v>
                </c:pt>
                <c:pt idx="7141">
                  <c:v>36489323</c:v>
                </c:pt>
                <c:pt idx="7142">
                  <c:v>36495887</c:v>
                </c:pt>
                <c:pt idx="7143">
                  <c:v>36496945</c:v>
                </c:pt>
                <c:pt idx="7144">
                  <c:v>36498158</c:v>
                </c:pt>
                <c:pt idx="7145">
                  <c:v>36500588</c:v>
                </c:pt>
                <c:pt idx="7146">
                  <c:v>36504455</c:v>
                </c:pt>
                <c:pt idx="7147">
                  <c:v>36508095</c:v>
                </c:pt>
                <c:pt idx="7148">
                  <c:v>36511654</c:v>
                </c:pt>
                <c:pt idx="7149">
                  <c:v>36512868</c:v>
                </c:pt>
                <c:pt idx="7150">
                  <c:v>36533467</c:v>
                </c:pt>
                <c:pt idx="7151">
                  <c:v>36535500</c:v>
                </c:pt>
                <c:pt idx="7152">
                  <c:v>36535829</c:v>
                </c:pt>
                <c:pt idx="7153">
                  <c:v>36535883</c:v>
                </c:pt>
                <c:pt idx="7154">
                  <c:v>36535972</c:v>
                </c:pt>
                <c:pt idx="7155">
                  <c:v>36539442</c:v>
                </c:pt>
                <c:pt idx="7156">
                  <c:v>36541159</c:v>
                </c:pt>
                <c:pt idx="7157">
                  <c:v>36553429</c:v>
                </c:pt>
                <c:pt idx="7158">
                  <c:v>36565700</c:v>
                </c:pt>
                <c:pt idx="7159">
                  <c:v>36574437</c:v>
                </c:pt>
                <c:pt idx="7160">
                  <c:v>36577132</c:v>
                </c:pt>
                <c:pt idx="7161">
                  <c:v>36582056</c:v>
                </c:pt>
                <c:pt idx="7162">
                  <c:v>36589240</c:v>
                </c:pt>
                <c:pt idx="7163">
                  <c:v>36589910</c:v>
                </c:pt>
                <c:pt idx="7164">
                  <c:v>36594415</c:v>
                </c:pt>
                <c:pt idx="7165">
                  <c:v>36596809</c:v>
                </c:pt>
                <c:pt idx="7166">
                  <c:v>36605360</c:v>
                </c:pt>
                <c:pt idx="7167">
                  <c:v>36609507</c:v>
                </c:pt>
                <c:pt idx="7168">
                  <c:v>36610781</c:v>
                </c:pt>
                <c:pt idx="7169">
                  <c:v>36611486</c:v>
                </c:pt>
                <c:pt idx="7170">
                  <c:v>36613693</c:v>
                </c:pt>
                <c:pt idx="7171">
                  <c:v>36620307</c:v>
                </c:pt>
                <c:pt idx="7172">
                  <c:v>36621024</c:v>
                </c:pt>
                <c:pt idx="7173">
                  <c:v>36622038</c:v>
                </c:pt>
                <c:pt idx="7174">
                  <c:v>36622310</c:v>
                </c:pt>
                <c:pt idx="7175">
                  <c:v>36643606</c:v>
                </c:pt>
                <c:pt idx="7176">
                  <c:v>36643900</c:v>
                </c:pt>
                <c:pt idx="7177">
                  <c:v>36650901</c:v>
                </c:pt>
                <c:pt idx="7178">
                  <c:v>36650981</c:v>
                </c:pt>
                <c:pt idx="7179">
                  <c:v>36651266</c:v>
                </c:pt>
                <c:pt idx="7180">
                  <c:v>36651276</c:v>
                </c:pt>
                <c:pt idx="7181">
                  <c:v>36651372</c:v>
                </c:pt>
                <c:pt idx="7182">
                  <c:v>36652919</c:v>
                </c:pt>
                <c:pt idx="7183">
                  <c:v>36653660</c:v>
                </c:pt>
                <c:pt idx="7184">
                  <c:v>36656025</c:v>
                </c:pt>
                <c:pt idx="7185">
                  <c:v>36662976</c:v>
                </c:pt>
                <c:pt idx="7186">
                  <c:v>36670780</c:v>
                </c:pt>
                <c:pt idx="7187">
                  <c:v>36680934</c:v>
                </c:pt>
                <c:pt idx="7188">
                  <c:v>36681982</c:v>
                </c:pt>
                <c:pt idx="7189">
                  <c:v>36684373</c:v>
                </c:pt>
                <c:pt idx="7190">
                  <c:v>36684737</c:v>
                </c:pt>
                <c:pt idx="7191">
                  <c:v>36684812</c:v>
                </c:pt>
                <c:pt idx="7192">
                  <c:v>36691536</c:v>
                </c:pt>
                <c:pt idx="7193">
                  <c:v>36692830</c:v>
                </c:pt>
                <c:pt idx="7194">
                  <c:v>36704321</c:v>
                </c:pt>
                <c:pt idx="7195">
                  <c:v>36704588</c:v>
                </c:pt>
                <c:pt idx="7196">
                  <c:v>36705601</c:v>
                </c:pt>
                <c:pt idx="7197">
                  <c:v>36706005</c:v>
                </c:pt>
                <c:pt idx="7198">
                  <c:v>36706189</c:v>
                </c:pt>
                <c:pt idx="7199">
                  <c:v>36707748</c:v>
                </c:pt>
                <c:pt idx="7200">
                  <c:v>36708244</c:v>
                </c:pt>
                <c:pt idx="7201">
                  <c:v>36711659</c:v>
                </c:pt>
                <c:pt idx="7202">
                  <c:v>36716533</c:v>
                </c:pt>
                <c:pt idx="7203">
                  <c:v>36718540</c:v>
                </c:pt>
                <c:pt idx="7204">
                  <c:v>36718602</c:v>
                </c:pt>
                <c:pt idx="7205">
                  <c:v>36722545</c:v>
                </c:pt>
                <c:pt idx="7206">
                  <c:v>36728849</c:v>
                </c:pt>
                <c:pt idx="7207">
                  <c:v>36729541</c:v>
                </c:pt>
                <c:pt idx="7208">
                  <c:v>36730309</c:v>
                </c:pt>
                <c:pt idx="7209">
                  <c:v>36730328</c:v>
                </c:pt>
                <c:pt idx="7210">
                  <c:v>36730630</c:v>
                </c:pt>
                <c:pt idx="7211">
                  <c:v>36741661</c:v>
                </c:pt>
                <c:pt idx="7212">
                  <c:v>36742547</c:v>
                </c:pt>
                <c:pt idx="7213">
                  <c:v>36743038</c:v>
                </c:pt>
                <c:pt idx="7214">
                  <c:v>36748237</c:v>
                </c:pt>
                <c:pt idx="7215">
                  <c:v>36757208</c:v>
                </c:pt>
                <c:pt idx="7216">
                  <c:v>36761387</c:v>
                </c:pt>
                <c:pt idx="7217">
                  <c:v>36761595</c:v>
                </c:pt>
                <c:pt idx="7218">
                  <c:v>36761860</c:v>
                </c:pt>
                <c:pt idx="7219">
                  <c:v>36761968</c:v>
                </c:pt>
                <c:pt idx="7220">
                  <c:v>36762091</c:v>
                </c:pt>
                <c:pt idx="7221">
                  <c:v>36762199</c:v>
                </c:pt>
                <c:pt idx="7222">
                  <c:v>36762316</c:v>
                </c:pt>
                <c:pt idx="7223">
                  <c:v>36762386</c:v>
                </c:pt>
                <c:pt idx="7224">
                  <c:v>36762651</c:v>
                </c:pt>
                <c:pt idx="7225">
                  <c:v>36762816</c:v>
                </c:pt>
                <c:pt idx="7226">
                  <c:v>36773150</c:v>
                </c:pt>
                <c:pt idx="7227">
                  <c:v>36773479</c:v>
                </c:pt>
                <c:pt idx="7228">
                  <c:v>36781342</c:v>
                </c:pt>
                <c:pt idx="7229">
                  <c:v>36786593</c:v>
                </c:pt>
                <c:pt idx="7230">
                  <c:v>36786757</c:v>
                </c:pt>
                <c:pt idx="7231">
                  <c:v>36795192</c:v>
                </c:pt>
                <c:pt idx="7232">
                  <c:v>36796097</c:v>
                </c:pt>
                <c:pt idx="7233">
                  <c:v>36796396</c:v>
                </c:pt>
                <c:pt idx="7234">
                  <c:v>36796753</c:v>
                </c:pt>
                <c:pt idx="7235">
                  <c:v>36796979</c:v>
                </c:pt>
                <c:pt idx="7236">
                  <c:v>36800961</c:v>
                </c:pt>
                <c:pt idx="7237">
                  <c:v>36809671</c:v>
                </c:pt>
                <c:pt idx="7238">
                  <c:v>36810347</c:v>
                </c:pt>
                <c:pt idx="7239">
                  <c:v>36810553</c:v>
                </c:pt>
                <c:pt idx="7240">
                  <c:v>36810567</c:v>
                </c:pt>
                <c:pt idx="7241">
                  <c:v>36811493</c:v>
                </c:pt>
                <c:pt idx="7242">
                  <c:v>36812981</c:v>
                </c:pt>
                <c:pt idx="7243">
                  <c:v>36814963</c:v>
                </c:pt>
                <c:pt idx="7244">
                  <c:v>36818311</c:v>
                </c:pt>
                <c:pt idx="7245">
                  <c:v>36820954</c:v>
                </c:pt>
                <c:pt idx="7246">
                  <c:v>36822577</c:v>
                </c:pt>
                <c:pt idx="7247">
                  <c:v>36822934</c:v>
                </c:pt>
                <c:pt idx="7248">
                  <c:v>36823096</c:v>
                </c:pt>
                <c:pt idx="7249">
                  <c:v>36823885</c:v>
                </c:pt>
                <c:pt idx="7250">
                  <c:v>36831380</c:v>
                </c:pt>
                <c:pt idx="7251">
                  <c:v>36834030</c:v>
                </c:pt>
                <c:pt idx="7252">
                  <c:v>36836309</c:v>
                </c:pt>
                <c:pt idx="7253">
                  <c:v>36857204</c:v>
                </c:pt>
                <c:pt idx="7254">
                  <c:v>36858311</c:v>
                </c:pt>
                <c:pt idx="7255">
                  <c:v>36863151</c:v>
                </c:pt>
                <c:pt idx="7256">
                  <c:v>36867405</c:v>
                </c:pt>
                <c:pt idx="7257">
                  <c:v>36869981</c:v>
                </c:pt>
                <c:pt idx="7258">
                  <c:v>36871970</c:v>
                </c:pt>
                <c:pt idx="7259">
                  <c:v>36873438</c:v>
                </c:pt>
                <c:pt idx="7260">
                  <c:v>36876361</c:v>
                </c:pt>
                <c:pt idx="7261">
                  <c:v>36882405</c:v>
                </c:pt>
                <c:pt idx="7262">
                  <c:v>36882824</c:v>
                </c:pt>
                <c:pt idx="7263">
                  <c:v>36892485</c:v>
                </c:pt>
                <c:pt idx="7264">
                  <c:v>36894063</c:v>
                </c:pt>
                <c:pt idx="7265">
                  <c:v>36895010</c:v>
                </c:pt>
                <c:pt idx="7266">
                  <c:v>36903551</c:v>
                </c:pt>
                <c:pt idx="7267">
                  <c:v>36906311</c:v>
                </c:pt>
                <c:pt idx="7268">
                  <c:v>36919466</c:v>
                </c:pt>
                <c:pt idx="7269">
                  <c:v>36920222</c:v>
                </c:pt>
                <c:pt idx="7270">
                  <c:v>36921912</c:v>
                </c:pt>
                <c:pt idx="7271">
                  <c:v>36926099</c:v>
                </c:pt>
                <c:pt idx="7272">
                  <c:v>36936006</c:v>
                </c:pt>
                <c:pt idx="7273">
                  <c:v>36951256</c:v>
                </c:pt>
                <c:pt idx="7274">
                  <c:v>36955453</c:v>
                </c:pt>
                <c:pt idx="7275">
                  <c:v>36955628</c:v>
                </c:pt>
                <c:pt idx="7276">
                  <c:v>36961234</c:v>
                </c:pt>
                <c:pt idx="7277">
                  <c:v>36961938</c:v>
                </c:pt>
                <c:pt idx="7278">
                  <c:v>36969809</c:v>
                </c:pt>
                <c:pt idx="7279">
                  <c:v>36970159</c:v>
                </c:pt>
                <c:pt idx="7280">
                  <c:v>36981297</c:v>
                </c:pt>
                <c:pt idx="7281">
                  <c:v>36982494</c:v>
                </c:pt>
                <c:pt idx="7282">
                  <c:v>36988968</c:v>
                </c:pt>
                <c:pt idx="7283">
                  <c:v>36991207</c:v>
                </c:pt>
                <c:pt idx="7284">
                  <c:v>36994517</c:v>
                </c:pt>
                <c:pt idx="7285">
                  <c:v>36995977</c:v>
                </c:pt>
                <c:pt idx="7286">
                  <c:v>36997256</c:v>
                </c:pt>
                <c:pt idx="7287">
                  <c:v>37000576</c:v>
                </c:pt>
                <c:pt idx="7288">
                  <c:v>37020441</c:v>
                </c:pt>
                <c:pt idx="7289">
                  <c:v>37029324</c:v>
                </c:pt>
                <c:pt idx="7290">
                  <c:v>37029574</c:v>
                </c:pt>
                <c:pt idx="7291">
                  <c:v>37034606</c:v>
                </c:pt>
                <c:pt idx="7292">
                  <c:v>37036525</c:v>
                </c:pt>
                <c:pt idx="7293">
                  <c:v>37039579</c:v>
                </c:pt>
                <c:pt idx="7294">
                  <c:v>37057922</c:v>
                </c:pt>
                <c:pt idx="7295">
                  <c:v>37068297</c:v>
                </c:pt>
                <c:pt idx="7296">
                  <c:v>37076065</c:v>
                </c:pt>
                <c:pt idx="7297">
                  <c:v>37098842</c:v>
                </c:pt>
                <c:pt idx="7298">
                  <c:v>37102671</c:v>
                </c:pt>
                <c:pt idx="7299">
                  <c:v>37103316</c:v>
                </c:pt>
                <c:pt idx="7300">
                  <c:v>37106117</c:v>
                </c:pt>
                <c:pt idx="7301">
                  <c:v>37119857</c:v>
                </c:pt>
                <c:pt idx="7302">
                  <c:v>37130928</c:v>
                </c:pt>
                <c:pt idx="7303">
                  <c:v>37134045</c:v>
                </c:pt>
                <c:pt idx="7304">
                  <c:v>37134345</c:v>
                </c:pt>
                <c:pt idx="7305">
                  <c:v>37134868</c:v>
                </c:pt>
                <c:pt idx="7306">
                  <c:v>37134956</c:v>
                </c:pt>
                <c:pt idx="7307">
                  <c:v>37135252</c:v>
                </c:pt>
                <c:pt idx="7308">
                  <c:v>37136164</c:v>
                </c:pt>
                <c:pt idx="7309">
                  <c:v>37152111</c:v>
                </c:pt>
                <c:pt idx="7310">
                  <c:v>37156724</c:v>
                </c:pt>
                <c:pt idx="7311">
                  <c:v>37167221</c:v>
                </c:pt>
                <c:pt idx="7312">
                  <c:v>37170426</c:v>
                </c:pt>
                <c:pt idx="7313">
                  <c:v>37180286</c:v>
                </c:pt>
                <c:pt idx="7314">
                  <c:v>37180302</c:v>
                </c:pt>
                <c:pt idx="7315">
                  <c:v>37180309</c:v>
                </c:pt>
                <c:pt idx="7316">
                  <c:v>37180315</c:v>
                </c:pt>
                <c:pt idx="7317">
                  <c:v>37189610</c:v>
                </c:pt>
                <c:pt idx="7318">
                  <c:v>37191734</c:v>
                </c:pt>
                <c:pt idx="7319">
                  <c:v>37197147</c:v>
                </c:pt>
                <c:pt idx="7320">
                  <c:v>37198800</c:v>
                </c:pt>
                <c:pt idx="7321">
                  <c:v>37198913</c:v>
                </c:pt>
                <c:pt idx="7322">
                  <c:v>37201134</c:v>
                </c:pt>
                <c:pt idx="7323">
                  <c:v>37202213</c:v>
                </c:pt>
                <c:pt idx="7324">
                  <c:v>37203615</c:v>
                </c:pt>
                <c:pt idx="7325">
                  <c:v>37204544</c:v>
                </c:pt>
                <c:pt idx="7326">
                  <c:v>37205424</c:v>
                </c:pt>
                <c:pt idx="7327">
                  <c:v>37205439</c:v>
                </c:pt>
                <c:pt idx="7328">
                  <c:v>37219461</c:v>
                </c:pt>
                <c:pt idx="7329">
                  <c:v>37223022</c:v>
                </c:pt>
                <c:pt idx="7330">
                  <c:v>37225745</c:v>
                </c:pt>
                <c:pt idx="7331">
                  <c:v>37229920</c:v>
                </c:pt>
                <c:pt idx="7332">
                  <c:v>37230221</c:v>
                </c:pt>
                <c:pt idx="7333">
                  <c:v>37233516</c:v>
                </c:pt>
                <c:pt idx="7334">
                  <c:v>37234197</c:v>
                </c:pt>
                <c:pt idx="7335">
                  <c:v>37235391</c:v>
                </c:pt>
                <c:pt idx="7336">
                  <c:v>37266430</c:v>
                </c:pt>
                <c:pt idx="7337">
                  <c:v>37267455</c:v>
                </c:pt>
                <c:pt idx="7338">
                  <c:v>37269588</c:v>
                </c:pt>
                <c:pt idx="7339">
                  <c:v>37270784</c:v>
                </c:pt>
                <c:pt idx="7340">
                  <c:v>37271726</c:v>
                </c:pt>
                <c:pt idx="7341">
                  <c:v>37281532</c:v>
                </c:pt>
                <c:pt idx="7342">
                  <c:v>37284328</c:v>
                </c:pt>
                <c:pt idx="7343">
                  <c:v>37286479</c:v>
                </c:pt>
                <c:pt idx="7344">
                  <c:v>37286883</c:v>
                </c:pt>
                <c:pt idx="7345">
                  <c:v>37288085</c:v>
                </c:pt>
                <c:pt idx="7346">
                  <c:v>37301005</c:v>
                </c:pt>
                <c:pt idx="7347">
                  <c:v>37301968</c:v>
                </c:pt>
                <c:pt idx="7348">
                  <c:v>37301976</c:v>
                </c:pt>
                <c:pt idx="7349">
                  <c:v>37303927</c:v>
                </c:pt>
                <c:pt idx="7350">
                  <c:v>37304849</c:v>
                </c:pt>
                <c:pt idx="7351">
                  <c:v>37311586</c:v>
                </c:pt>
                <c:pt idx="7352">
                  <c:v>37321286</c:v>
                </c:pt>
                <c:pt idx="7353">
                  <c:v>37321735</c:v>
                </c:pt>
                <c:pt idx="7354">
                  <c:v>37338457</c:v>
                </c:pt>
                <c:pt idx="7355">
                  <c:v>37340769</c:v>
                </c:pt>
                <c:pt idx="7356">
                  <c:v>37342360</c:v>
                </c:pt>
                <c:pt idx="7357">
                  <c:v>37342531</c:v>
                </c:pt>
                <c:pt idx="7358">
                  <c:v>37346907</c:v>
                </c:pt>
                <c:pt idx="7359">
                  <c:v>37373338</c:v>
                </c:pt>
                <c:pt idx="7360">
                  <c:v>37373637</c:v>
                </c:pt>
                <c:pt idx="7361">
                  <c:v>37374147</c:v>
                </c:pt>
                <c:pt idx="7362">
                  <c:v>37377523</c:v>
                </c:pt>
                <c:pt idx="7363">
                  <c:v>37382464</c:v>
                </c:pt>
                <c:pt idx="7364">
                  <c:v>37390851</c:v>
                </c:pt>
                <c:pt idx="7365">
                  <c:v>37394587</c:v>
                </c:pt>
                <c:pt idx="7366">
                  <c:v>37401664</c:v>
                </c:pt>
                <c:pt idx="7367">
                  <c:v>37402352</c:v>
                </c:pt>
                <c:pt idx="7368">
                  <c:v>37402395</c:v>
                </c:pt>
                <c:pt idx="7369">
                  <c:v>37405108</c:v>
                </c:pt>
                <c:pt idx="7370">
                  <c:v>37408188</c:v>
                </c:pt>
                <c:pt idx="7371">
                  <c:v>37412027</c:v>
                </c:pt>
                <c:pt idx="7372">
                  <c:v>37417173</c:v>
                </c:pt>
                <c:pt idx="7373">
                  <c:v>37417955</c:v>
                </c:pt>
                <c:pt idx="7374">
                  <c:v>37434526</c:v>
                </c:pt>
                <c:pt idx="7375">
                  <c:v>37436894</c:v>
                </c:pt>
                <c:pt idx="7376">
                  <c:v>37438740</c:v>
                </c:pt>
                <c:pt idx="7377">
                  <c:v>37447599</c:v>
                </c:pt>
                <c:pt idx="7378">
                  <c:v>37449116</c:v>
                </c:pt>
                <c:pt idx="7379">
                  <c:v>37465511</c:v>
                </c:pt>
                <c:pt idx="7380">
                  <c:v>37467559</c:v>
                </c:pt>
                <c:pt idx="7381">
                  <c:v>37470376</c:v>
                </c:pt>
                <c:pt idx="7382">
                  <c:v>37472293</c:v>
                </c:pt>
                <c:pt idx="7383">
                  <c:v>37473656</c:v>
                </c:pt>
                <c:pt idx="7384">
                  <c:v>37476057</c:v>
                </c:pt>
                <c:pt idx="7385">
                  <c:v>37476710</c:v>
                </c:pt>
                <c:pt idx="7386">
                  <c:v>37492314</c:v>
                </c:pt>
                <c:pt idx="7387">
                  <c:v>37498609</c:v>
                </c:pt>
                <c:pt idx="7388">
                  <c:v>37504435</c:v>
                </c:pt>
                <c:pt idx="7389">
                  <c:v>37506379</c:v>
                </c:pt>
                <c:pt idx="7390">
                  <c:v>37506398</c:v>
                </c:pt>
                <c:pt idx="7391">
                  <c:v>37509531</c:v>
                </c:pt>
                <c:pt idx="7392">
                  <c:v>37510076</c:v>
                </c:pt>
                <c:pt idx="7393">
                  <c:v>37510779</c:v>
                </c:pt>
                <c:pt idx="7394">
                  <c:v>37510946</c:v>
                </c:pt>
                <c:pt idx="7395">
                  <c:v>37511074</c:v>
                </c:pt>
                <c:pt idx="7396">
                  <c:v>37511805</c:v>
                </c:pt>
                <c:pt idx="7397">
                  <c:v>37514724</c:v>
                </c:pt>
                <c:pt idx="7398">
                  <c:v>37522339</c:v>
                </c:pt>
                <c:pt idx="7399">
                  <c:v>37522551</c:v>
                </c:pt>
                <c:pt idx="7400">
                  <c:v>37537169</c:v>
                </c:pt>
                <c:pt idx="7401">
                  <c:v>37539574</c:v>
                </c:pt>
                <c:pt idx="7402">
                  <c:v>37542012</c:v>
                </c:pt>
                <c:pt idx="7403">
                  <c:v>37543284</c:v>
                </c:pt>
                <c:pt idx="7404">
                  <c:v>37544911</c:v>
                </c:pt>
                <c:pt idx="7405">
                  <c:v>37547401</c:v>
                </c:pt>
                <c:pt idx="7406">
                  <c:v>37549207</c:v>
                </c:pt>
                <c:pt idx="7407">
                  <c:v>37552401</c:v>
                </c:pt>
                <c:pt idx="7408">
                  <c:v>37552930</c:v>
                </c:pt>
                <c:pt idx="7409">
                  <c:v>37569535</c:v>
                </c:pt>
                <c:pt idx="7410">
                  <c:v>37573365</c:v>
                </c:pt>
                <c:pt idx="7411">
                  <c:v>37577344</c:v>
                </c:pt>
                <c:pt idx="7412">
                  <c:v>37586136</c:v>
                </c:pt>
                <c:pt idx="7413">
                  <c:v>37602395</c:v>
                </c:pt>
                <c:pt idx="7414">
                  <c:v>37605174</c:v>
                </c:pt>
                <c:pt idx="7415">
                  <c:v>37608318</c:v>
                </c:pt>
                <c:pt idx="7416">
                  <c:v>37609001</c:v>
                </c:pt>
                <c:pt idx="7417">
                  <c:v>37611002</c:v>
                </c:pt>
                <c:pt idx="7418">
                  <c:v>37611870</c:v>
                </c:pt>
                <c:pt idx="7419">
                  <c:v>37612816</c:v>
                </c:pt>
                <c:pt idx="7420">
                  <c:v>37612925</c:v>
                </c:pt>
                <c:pt idx="7421">
                  <c:v>37613763</c:v>
                </c:pt>
                <c:pt idx="7422">
                  <c:v>37625257</c:v>
                </c:pt>
                <c:pt idx="7423">
                  <c:v>37648596</c:v>
                </c:pt>
                <c:pt idx="7424">
                  <c:v>37667323</c:v>
                </c:pt>
                <c:pt idx="7425">
                  <c:v>37670548</c:v>
                </c:pt>
                <c:pt idx="7426">
                  <c:v>37670823</c:v>
                </c:pt>
                <c:pt idx="7427">
                  <c:v>37671026</c:v>
                </c:pt>
                <c:pt idx="7428">
                  <c:v>37671420</c:v>
                </c:pt>
                <c:pt idx="7429">
                  <c:v>37671421</c:v>
                </c:pt>
                <c:pt idx="7430">
                  <c:v>37671956</c:v>
                </c:pt>
                <c:pt idx="7431">
                  <c:v>37675232</c:v>
                </c:pt>
                <c:pt idx="7432">
                  <c:v>37676137</c:v>
                </c:pt>
                <c:pt idx="7433">
                  <c:v>37678597</c:v>
                </c:pt>
                <c:pt idx="7434">
                  <c:v>37679283</c:v>
                </c:pt>
                <c:pt idx="7435">
                  <c:v>37681757</c:v>
                </c:pt>
                <c:pt idx="7436">
                  <c:v>37691627</c:v>
                </c:pt>
                <c:pt idx="7437">
                  <c:v>37695067</c:v>
                </c:pt>
                <c:pt idx="7438">
                  <c:v>37695707</c:v>
                </c:pt>
                <c:pt idx="7439">
                  <c:v>37699818</c:v>
                </c:pt>
                <c:pt idx="7440">
                  <c:v>37700205</c:v>
                </c:pt>
                <c:pt idx="7441">
                  <c:v>37700348</c:v>
                </c:pt>
                <c:pt idx="7442">
                  <c:v>37703629</c:v>
                </c:pt>
                <c:pt idx="7443">
                  <c:v>37707220</c:v>
                </c:pt>
                <c:pt idx="7444">
                  <c:v>37707441</c:v>
                </c:pt>
                <c:pt idx="7445">
                  <c:v>37707530</c:v>
                </c:pt>
                <c:pt idx="7446">
                  <c:v>37711251</c:v>
                </c:pt>
                <c:pt idx="7447">
                  <c:v>37712115</c:v>
                </c:pt>
                <c:pt idx="7448">
                  <c:v>37712642</c:v>
                </c:pt>
                <c:pt idx="7449">
                  <c:v>37722631</c:v>
                </c:pt>
                <c:pt idx="7450">
                  <c:v>37724082</c:v>
                </c:pt>
                <c:pt idx="7451">
                  <c:v>37728711</c:v>
                </c:pt>
                <c:pt idx="7452">
                  <c:v>37729482</c:v>
                </c:pt>
                <c:pt idx="7453">
                  <c:v>37734219</c:v>
                </c:pt>
                <c:pt idx="7454">
                  <c:v>37756223</c:v>
                </c:pt>
                <c:pt idx="7455">
                  <c:v>37760043</c:v>
                </c:pt>
                <c:pt idx="7456">
                  <c:v>37760609</c:v>
                </c:pt>
                <c:pt idx="7457">
                  <c:v>37764384</c:v>
                </c:pt>
                <c:pt idx="7458">
                  <c:v>37765039</c:v>
                </c:pt>
                <c:pt idx="7459">
                  <c:v>37765126</c:v>
                </c:pt>
                <c:pt idx="7460">
                  <c:v>37765246</c:v>
                </c:pt>
                <c:pt idx="7461">
                  <c:v>37765544</c:v>
                </c:pt>
                <c:pt idx="7462">
                  <c:v>37765585</c:v>
                </c:pt>
                <c:pt idx="7463">
                  <c:v>37787519</c:v>
                </c:pt>
                <c:pt idx="7464">
                  <c:v>37790975</c:v>
                </c:pt>
                <c:pt idx="7465">
                  <c:v>37795401</c:v>
                </c:pt>
                <c:pt idx="7466">
                  <c:v>37802487</c:v>
                </c:pt>
                <c:pt idx="7467">
                  <c:v>37812474</c:v>
                </c:pt>
                <c:pt idx="7468">
                  <c:v>37814663</c:v>
                </c:pt>
                <c:pt idx="7469">
                  <c:v>37816282</c:v>
                </c:pt>
                <c:pt idx="7470">
                  <c:v>37817320</c:v>
                </c:pt>
                <c:pt idx="7471">
                  <c:v>37819871</c:v>
                </c:pt>
                <c:pt idx="7472">
                  <c:v>37830031</c:v>
                </c:pt>
                <c:pt idx="7473">
                  <c:v>37842180</c:v>
                </c:pt>
                <c:pt idx="7474">
                  <c:v>37846566</c:v>
                </c:pt>
                <c:pt idx="7475">
                  <c:v>37849267</c:v>
                </c:pt>
                <c:pt idx="7476">
                  <c:v>37867530</c:v>
                </c:pt>
                <c:pt idx="7477">
                  <c:v>37867748</c:v>
                </c:pt>
                <c:pt idx="7478">
                  <c:v>37867800</c:v>
                </c:pt>
                <c:pt idx="7479">
                  <c:v>37867870</c:v>
                </c:pt>
                <c:pt idx="7480">
                  <c:v>37867957</c:v>
                </c:pt>
                <c:pt idx="7481">
                  <c:v>37868074</c:v>
                </c:pt>
                <c:pt idx="7482">
                  <c:v>37868187</c:v>
                </c:pt>
                <c:pt idx="7483">
                  <c:v>37868268</c:v>
                </c:pt>
                <c:pt idx="7484">
                  <c:v>37868318</c:v>
                </c:pt>
                <c:pt idx="7485">
                  <c:v>37869027</c:v>
                </c:pt>
                <c:pt idx="7486">
                  <c:v>37869097</c:v>
                </c:pt>
                <c:pt idx="7487">
                  <c:v>37871392</c:v>
                </c:pt>
                <c:pt idx="7488">
                  <c:v>37886423</c:v>
                </c:pt>
                <c:pt idx="7489">
                  <c:v>37888349</c:v>
                </c:pt>
                <c:pt idx="7490">
                  <c:v>37891082</c:v>
                </c:pt>
                <c:pt idx="7491">
                  <c:v>37892674</c:v>
                </c:pt>
                <c:pt idx="7492">
                  <c:v>37893129</c:v>
                </c:pt>
                <c:pt idx="7493">
                  <c:v>37897707</c:v>
                </c:pt>
                <c:pt idx="7494">
                  <c:v>37902359</c:v>
                </c:pt>
                <c:pt idx="7495">
                  <c:v>37902536</c:v>
                </c:pt>
                <c:pt idx="7496">
                  <c:v>37908263</c:v>
                </c:pt>
                <c:pt idx="7497">
                  <c:v>37916508</c:v>
                </c:pt>
                <c:pt idx="7498">
                  <c:v>37917703</c:v>
                </c:pt>
                <c:pt idx="7499">
                  <c:v>37918200</c:v>
                </c:pt>
                <c:pt idx="7500">
                  <c:v>37918486</c:v>
                </c:pt>
                <c:pt idx="7501">
                  <c:v>37918556</c:v>
                </c:pt>
                <c:pt idx="7502">
                  <c:v>37929672</c:v>
                </c:pt>
                <c:pt idx="7503">
                  <c:v>37943936</c:v>
                </c:pt>
                <c:pt idx="7504">
                  <c:v>37944872</c:v>
                </c:pt>
                <c:pt idx="7505">
                  <c:v>37946540</c:v>
                </c:pt>
                <c:pt idx="7506">
                  <c:v>37954674</c:v>
                </c:pt>
                <c:pt idx="7507">
                  <c:v>37959726</c:v>
                </c:pt>
                <c:pt idx="7508">
                  <c:v>37960054</c:v>
                </c:pt>
                <c:pt idx="7509">
                  <c:v>37977283</c:v>
                </c:pt>
                <c:pt idx="7510">
                  <c:v>37982327</c:v>
                </c:pt>
                <c:pt idx="7511">
                  <c:v>37983986</c:v>
                </c:pt>
                <c:pt idx="7512">
                  <c:v>37985091</c:v>
                </c:pt>
                <c:pt idx="7513">
                  <c:v>37990958</c:v>
                </c:pt>
                <c:pt idx="7514">
                  <c:v>38003654</c:v>
                </c:pt>
                <c:pt idx="7515">
                  <c:v>38004687</c:v>
                </c:pt>
                <c:pt idx="7516">
                  <c:v>38006273</c:v>
                </c:pt>
                <c:pt idx="7517">
                  <c:v>38006458</c:v>
                </c:pt>
                <c:pt idx="7518">
                  <c:v>38009522</c:v>
                </c:pt>
                <c:pt idx="7519">
                  <c:v>38010095</c:v>
                </c:pt>
                <c:pt idx="7520">
                  <c:v>38013626</c:v>
                </c:pt>
                <c:pt idx="7521">
                  <c:v>38029386</c:v>
                </c:pt>
                <c:pt idx="7522">
                  <c:v>38029519</c:v>
                </c:pt>
                <c:pt idx="7523">
                  <c:v>38031523</c:v>
                </c:pt>
                <c:pt idx="7524">
                  <c:v>38033436</c:v>
                </c:pt>
                <c:pt idx="7525">
                  <c:v>38033753</c:v>
                </c:pt>
                <c:pt idx="7526">
                  <c:v>38035069</c:v>
                </c:pt>
                <c:pt idx="7527">
                  <c:v>38036105</c:v>
                </c:pt>
                <c:pt idx="7528">
                  <c:v>38038744</c:v>
                </c:pt>
                <c:pt idx="7529">
                  <c:v>38041253</c:v>
                </c:pt>
                <c:pt idx="7530">
                  <c:v>38053194</c:v>
                </c:pt>
                <c:pt idx="7531">
                  <c:v>38055053</c:v>
                </c:pt>
                <c:pt idx="7532">
                  <c:v>38058605</c:v>
                </c:pt>
                <c:pt idx="7533">
                  <c:v>38059497</c:v>
                </c:pt>
                <c:pt idx="7534">
                  <c:v>38059608</c:v>
                </c:pt>
                <c:pt idx="7535">
                  <c:v>38065840</c:v>
                </c:pt>
                <c:pt idx="7536">
                  <c:v>38073790</c:v>
                </c:pt>
                <c:pt idx="7537">
                  <c:v>38074535</c:v>
                </c:pt>
                <c:pt idx="7538">
                  <c:v>38075274</c:v>
                </c:pt>
                <c:pt idx="7539">
                  <c:v>38078528</c:v>
                </c:pt>
                <c:pt idx="7540">
                  <c:v>38081233</c:v>
                </c:pt>
                <c:pt idx="7541">
                  <c:v>38088370</c:v>
                </c:pt>
                <c:pt idx="7542">
                  <c:v>38106324</c:v>
                </c:pt>
                <c:pt idx="7543">
                  <c:v>38106767</c:v>
                </c:pt>
                <c:pt idx="7544">
                  <c:v>38107295</c:v>
                </c:pt>
                <c:pt idx="7545">
                  <c:v>38110659</c:v>
                </c:pt>
                <c:pt idx="7546">
                  <c:v>38123673</c:v>
                </c:pt>
                <c:pt idx="7547">
                  <c:v>38135746</c:v>
                </c:pt>
                <c:pt idx="7548">
                  <c:v>38148357</c:v>
                </c:pt>
                <c:pt idx="7549">
                  <c:v>38150000</c:v>
                </c:pt>
                <c:pt idx="7550">
                  <c:v>38155521</c:v>
                </c:pt>
                <c:pt idx="7551">
                  <c:v>38159457</c:v>
                </c:pt>
                <c:pt idx="7552">
                  <c:v>38164848</c:v>
                </c:pt>
                <c:pt idx="7553">
                  <c:v>38165671</c:v>
                </c:pt>
                <c:pt idx="7554">
                  <c:v>38166896</c:v>
                </c:pt>
                <c:pt idx="7555">
                  <c:v>38168354</c:v>
                </c:pt>
                <c:pt idx="7556">
                  <c:v>38171091</c:v>
                </c:pt>
                <c:pt idx="7557">
                  <c:v>38171761</c:v>
                </c:pt>
                <c:pt idx="7558">
                  <c:v>38193096</c:v>
                </c:pt>
                <c:pt idx="7559">
                  <c:v>38195534</c:v>
                </c:pt>
                <c:pt idx="7560">
                  <c:v>38196926</c:v>
                </c:pt>
                <c:pt idx="7561">
                  <c:v>38203589</c:v>
                </c:pt>
                <c:pt idx="7562">
                  <c:v>38209929</c:v>
                </c:pt>
                <c:pt idx="7563">
                  <c:v>38211051</c:v>
                </c:pt>
                <c:pt idx="7564">
                  <c:v>38219077</c:v>
                </c:pt>
                <c:pt idx="7565">
                  <c:v>38219455</c:v>
                </c:pt>
                <c:pt idx="7566">
                  <c:v>38221360</c:v>
                </c:pt>
                <c:pt idx="7567">
                  <c:v>38222965</c:v>
                </c:pt>
                <c:pt idx="7568">
                  <c:v>38245661</c:v>
                </c:pt>
                <c:pt idx="7569">
                  <c:v>38249727</c:v>
                </c:pt>
                <c:pt idx="7570">
                  <c:v>38254990</c:v>
                </c:pt>
                <c:pt idx="7571">
                  <c:v>38255674</c:v>
                </c:pt>
                <c:pt idx="7572">
                  <c:v>38273156</c:v>
                </c:pt>
                <c:pt idx="7573">
                  <c:v>38273629</c:v>
                </c:pt>
                <c:pt idx="7574">
                  <c:v>38274232</c:v>
                </c:pt>
                <c:pt idx="7575">
                  <c:v>38274671</c:v>
                </c:pt>
                <c:pt idx="7576">
                  <c:v>38274694</c:v>
                </c:pt>
                <c:pt idx="7577">
                  <c:v>38280413</c:v>
                </c:pt>
                <c:pt idx="7578">
                  <c:v>38282765</c:v>
                </c:pt>
                <c:pt idx="7579">
                  <c:v>38298994</c:v>
                </c:pt>
                <c:pt idx="7580">
                  <c:v>38300990</c:v>
                </c:pt>
                <c:pt idx="7581">
                  <c:v>38305017</c:v>
                </c:pt>
                <c:pt idx="7582">
                  <c:v>38306786</c:v>
                </c:pt>
                <c:pt idx="7583">
                  <c:v>38312757</c:v>
                </c:pt>
                <c:pt idx="7584">
                  <c:v>38329844</c:v>
                </c:pt>
                <c:pt idx="7585">
                  <c:v>38333189</c:v>
                </c:pt>
                <c:pt idx="7586">
                  <c:v>38336903</c:v>
                </c:pt>
                <c:pt idx="7587">
                  <c:v>38342731</c:v>
                </c:pt>
                <c:pt idx="7588">
                  <c:v>38344662</c:v>
                </c:pt>
                <c:pt idx="7589">
                  <c:v>38347950</c:v>
                </c:pt>
                <c:pt idx="7590">
                  <c:v>38349150</c:v>
                </c:pt>
                <c:pt idx="7591">
                  <c:v>38361483</c:v>
                </c:pt>
                <c:pt idx="7592">
                  <c:v>38363570</c:v>
                </c:pt>
                <c:pt idx="7593">
                  <c:v>38377183</c:v>
                </c:pt>
                <c:pt idx="7594">
                  <c:v>38391216</c:v>
                </c:pt>
                <c:pt idx="7595">
                  <c:v>38392694</c:v>
                </c:pt>
                <c:pt idx="7596">
                  <c:v>38394488</c:v>
                </c:pt>
                <c:pt idx="7597">
                  <c:v>38394970</c:v>
                </c:pt>
                <c:pt idx="7598">
                  <c:v>38396099</c:v>
                </c:pt>
                <c:pt idx="7599">
                  <c:v>38398808</c:v>
                </c:pt>
                <c:pt idx="7600">
                  <c:v>38402958</c:v>
                </c:pt>
                <c:pt idx="7601">
                  <c:v>38406752</c:v>
                </c:pt>
                <c:pt idx="7602">
                  <c:v>38416092</c:v>
                </c:pt>
                <c:pt idx="7603">
                  <c:v>38421150</c:v>
                </c:pt>
                <c:pt idx="7604">
                  <c:v>38421592</c:v>
                </c:pt>
                <c:pt idx="7605">
                  <c:v>38421875</c:v>
                </c:pt>
                <c:pt idx="7606">
                  <c:v>38422872</c:v>
                </c:pt>
                <c:pt idx="7607">
                  <c:v>38436701</c:v>
                </c:pt>
                <c:pt idx="7608">
                  <c:v>38436799</c:v>
                </c:pt>
                <c:pt idx="7609">
                  <c:v>38436897</c:v>
                </c:pt>
                <c:pt idx="7610">
                  <c:v>38437014</c:v>
                </c:pt>
                <c:pt idx="7611">
                  <c:v>38437172</c:v>
                </c:pt>
                <c:pt idx="7612">
                  <c:v>38437228</c:v>
                </c:pt>
                <c:pt idx="7613">
                  <c:v>38437272</c:v>
                </c:pt>
                <c:pt idx="7614">
                  <c:v>38437300</c:v>
                </c:pt>
                <c:pt idx="7615">
                  <c:v>38437322</c:v>
                </c:pt>
                <c:pt idx="7616">
                  <c:v>38437354</c:v>
                </c:pt>
                <c:pt idx="7617">
                  <c:v>38442651</c:v>
                </c:pt>
                <c:pt idx="7618">
                  <c:v>38445140</c:v>
                </c:pt>
                <c:pt idx="7619">
                  <c:v>38450570</c:v>
                </c:pt>
                <c:pt idx="7620">
                  <c:v>38455673</c:v>
                </c:pt>
                <c:pt idx="7621">
                  <c:v>38460698</c:v>
                </c:pt>
                <c:pt idx="7622">
                  <c:v>38465551</c:v>
                </c:pt>
                <c:pt idx="7623">
                  <c:v>38467818</c:v>
                </c:pt>
                <c:pt idx="7624">
                  <c:v>38472726</c:v>
                </c:pt>
                <c:pt idx="7625">
                  <c:v>38477655</c:v>
                </c:pt>
                <c:pt idx="7626">
                  <c:v>38478230</c:v>
                </c:pt>
                <c:pt idx="7627">
                  <c:v>38498248</c:v>
                </c:pt>
                <c:pt idx="7628">
                  <c:v>38499396</c:v>
                </c:pt>
                <c:pt idx="7629">
                  <c:v>38503201</c:v>
                </c:pt>
                <c:pt idx="7630">
                  <c:v>38503924</c:v>
                </c:pt>
                <c:pt idx="7631">
                  <c:v>38505752</c:v>
                </c:pt>
                <c:pt idx="7632">
                  <c:v>38506018</c:v>
                </c:pt>
                <c:pt idx="7633">
                  <c:v>38507021</c:v>
                </c:pt>
                <c:pt idx="7634">
                  <c:v>38529380</c:v>
                </c:pt>
                <c:pt idx="7635">
                  <c:v>38529955</c:v>
                </c:pt>
                <c:pt idx="7636">
                  <c:v>38531574</c:v>
                </c:pt>
                <c:pt idx="7637">
                  <c:v>38532645</c:v>
                </c:pt>
                <c:pt idx="7638">
                  <c:v>38536491</c:v>
                </c:pt>
                <c:pt idx="7639">
                  <c:v>38543057</c:v>
                </c:pt>
                <c:pt idx="7640">
                  <c:v>38554711</c:v>
                </c:pt>
                <c:pt idx="7641">
                  <c:v>38558450</c:v>
                </c:pt>
                <c:pt idx="7642">
                  <c:v>38558985</c:v>
                </c:pt>
                <c:pt idx="7643">
                  <c:v>38571654</c:v>
                </c:pt>
                <c:pt idx="7644">
                  <c:v>38574322</c:v>
                </c:pt>
                <c:pt idx="7645">
                  <c:v>38584040</c:v>
                </c:pt>
                <c:pt idx="7646">
                  <c:v>38585093</c:v>
                </c:pt>
                <c:pt idx="7647">
                  <c:v>38591713</c:v>
                </c:pt>
                <c:pt idx="7648">
                  <c:v>38603735</c:v>
                </c:pt>
                <c:pt idx="7649">
                  <c:v>38606634</c:v>
                </c:pt>
                <c:pt idx="7650">
                  <c:v>38613309</c:v>
                </c:pt>
                <c:pt idx="7651">
                  <c:v>38614095</c:v>
                </c:pt>
                <c:pt idx="7652">
                  <c:v>38625914</c:v>
                </c:pt>
                <c:pt idx="7653">
                  <c:v>38627224</c:v>
                </c:pt>
                <c:pt idx="7654">
                  <c:v>38630086</c:v>
                </c:pt>
                <c:pt idx="7655">
                  <c:v>38631020</c:v>
                </c:pt>
                <c:pt idx="7656">
                  <c:v>38634379</c:v>
                </c:pt>
                <c:pt idx="7657">
                  <c:v>38636528</c:v>
                </c:pt>
                <c:pt idx="7658">
                  <c:v>38637232</c:v>
                </c:pt>
                <c:pt idx="7659">
                  <c:v>38649886</c:v>
                </c:pt>
                <c:pt idx="7660">
                  <c:v>38653324</c:v>
                </c:pt>
                <c:pt idx="7661">
                  <c:v>38673249</c:v>
                </c:pt>
                <c:pt idx="7662">
                  <c:v>38673584</c:v>
                </c:pt>
                <c:pt idx="7663">
                  <c:v>38677997</c:v>
                </c:pt>
                <c:pt idx="7664">
                  <c:v>38679212</c:v>
                </c:pt>
                <c:pt idx="7665">
                  <c:v>38679505</c:v>
                </c:pt>
                <c:pt idx="7666">
                  <c:v>38685359</c:v>
                </c:pt>
                <c:pt idx="7667">
                  <c:v>38685760</c:v>
                </c:pt>
                <c:pt idx="7668">
                  <c:v>38685800</c:v>
                </c:pt>
                <c:pt idx="7669">
                  <c:v>38687117</c:v>
                </c:pt>
                <c:pt idx="7670">
                  <c:v>38688572</c:v>
                </c:pt>
                <c:pt idx="7671">
                  <c:v>38694653</c:v>
                </c:pt>
                <c:pt idx="7672">
                  <c:v>38700386</c:v>
                </c:pt>
                <c:pt idx="7673">
                  <c:v>38701257</c:v>
                </c:pt>
                <c:pt idx="7674">
                  <c:v>38705181</c:v>
                </c:pt>
                <c:pt idx="7675">
                  <c:v>38706931</c:v>
                </c:pt>
                <c:pt idx="7676">
                  <c:v>38709468</c:v>
                </c:pt>
                <c:pt idx="7677">
                  <c:v>38709818</c:v>
                </c:pt>
                <c:pt idx="7678">
                  <c:v>38709895</c:v>
                </c:pt>
                <c:pt idx="7679">
                  <c:v>38709944</c:v>
                </c:pt>
                <c:pt idx="7680">
                  <c:v>38709987</c:v>
                </c:pt>
                <c:pt idx="7681">
                  <c:v>38710027</c:v>
                </c:pt>
                <c:pt idx="7682">
                  <c:v>38710061</c:v>
                </c:pt>
                <c:pt idx="7683">
                  <c:v>38710118</c:v>
                </c:pt>
                <c:pt idx="7684">
                  <c:v>38710181</c:v>
                </c:pt>
                <c:pt idx="7685">
                  <c:v>38710223</c:v>
                </c:pt>
                <c:pt idx="7686">
                  <c:v>38730953</c:v>
                </c:pt>
                <c:pt idx="7687">
                  <c:v>38735505</c:v>
                </c:pt>
                <c:pt idx="7688">
                  <c:v>38736248</c:v>
                </c:pt>
                <c:pt idx="7689">
                  <c:v>38736512</c:v>
                </c:pt>
                <c:pt idx="7690">
                  <c:v>38736609</c:v>
                </c:pt>
                <c:pt idx="7691">
                  <c:v>38739059</c:v>
                </c:pt>
                <c:pt idx="7692">
                  <c:v>38741554</c:v>
                </c:pt>
                <c:pt idx="7693">
                  <c:v>38743799</c:v>
                </c:pt>
                <c:pt idx="7694">
                  <c:v>38763711</c:v>
                </c:pt>
                <c:pt idx="7695">
                  <c:v>38764394</c:v>
                </c:pt>
                <c:pt idx="7696">
                  <c:v>38766210</c:v>
                </c:pt>
                <c:pt idx="7697">
                  <c:v>38767153</c:v>
                </c:pt>
                <c:pt idx="7698">
                  <c:v>38772479</c:v>
                </c:pt>
                <c:pt idx="7699">
                  <c:v>38784039</c:v>
                </c:pt>
                <c:pt idx="7700">
                  <c:v>38788595</c:v>
                </c:pt>
                <c:pt idx="7701">
                  <c:v>38789174</c:v>
                </c:pt>
                <c:pt idx="7702">
                  <c:v>38790329</c:v>
                </c:pt>
                <c:pt idx="7703">
                  <c:v>38803029</c:v>
                </c:pt>
                <c:pt idx="7704">
                  <c:v>38804200</c:v>
                </c:pt>
                <c:pt idx="7705">
                  <c:v>38804696</c:v>
                </c:pt>
                <c:pt idx="7706">
                  <c:v>38806865</c:v>
                </c:pt>
                <c:pt idx="7707">
                  <c:v>38807029</c:v>
                </c:pt>
                <c:pt idx="7708">
                  <c:v>38810647</c:v>
                </c:pt>
                <c:pt idx="7709">
                  <c:v>38812399</c:v>
                </c:pt>
                <c:pt idx="7710">
                  <c:v>38825304</c:v>
                </c:pt>
                <c:pt idx="7711">
                  <c:v>38840206</c:v>
                </c:pt>
                <c:pt idx="7712">
                  <c:v>38855787</c:v>
                </c:pt>
                <c:pt idx="7713">
                  <c:v>38857641</c:v>
                </c:pt>
                <c:pt idx="7714">
                  <c:v>38864666</c:v>
                </c:pt>
                <c:pt idx="7715">
                  <c:v>38869801</c:v>
                </c:pt>
                <c:pt idx="7716">
                  <c:v>38871182</c:v>
                </c:pt>
                <c:pt idx="7717">
                  <c:v>38872104</c:v>
                </c:pt>
                <c:pt idx="7718">
                  <c:v>38881989</c:v>
                </c:pt>
                <c:pt idx="7719">
                  <c:v>38882508</c:v>
                </c:pt>
                <c:pt idx="7720">
                  <c:v>38882707</c:v>
                </c:pt>
                <c:pt idx="7721">
                  <c:v>38882831</c:v>
                </c:pt>
                <c:pt idx="7722">
                  <c:v>38882881</c:v>
                </c:pt>
                <c:pt idx="7723">
                  <c:v>38885999</c:v>
                </c:pt>
                <c:pt idx="7724">
                  <c:v>38886295</c:v>
                </c:pt>
                <c:pt idx="7725">
                  <c:v>38896656</c:v>
                </c:pt>
                <c:pt idx="7726">
                  <c:v>38909304</c:v>
                </c:pt>
                <c:pt idx="7727">
                  <c:v>38909406</c:v>
                </c:pt>
                <c:pt idx="7728">
                  <c:v>38915356</c:v>
                </c:pt>
                <c:pt idx="7729">
                  <c:v>38916295</c:v>
                </c:pt>
                <c:pt idx="7730">
                  <c:v>38936859</c:v>
                </c:pt>
                <c:pt idx="7731">
                  <c:v>38936904</c:v>
                </c:pt>
                <c:pt idx="7732">
                  <c:v>38937699</c:v>
                </c:pt>
                <c:pt idx="7733">
                  <c:v>38937710</c:v>
                </c:pt>
                <c:pt idx="7734">
                  <c:v>38938700</c:v>
                </c:pt>
                <c:pt idx="7735">
                  <c:v>38963222</c:v>
                </c:pt>
                <c:pt idx="7736">
                  <c:v>38963697</c:v>
                </c:pt>
                <c:pt idx="7737">
                  <c:v>38966890</c:v>
                </c:pt>
                <c:pt idx="7738">
                  <c:v>38987303</c:v>
                </c:pt>
                <c:pt idx="7739">
                  <c:v>38993693</c:v>
                </c:pt>
                <c:pt idx="7740">
                  <c:v>39016249</c:v>
                </c:pt>
                <c:pt idx="7741">
                  <c:v>39016260</c:v>
                </c:pt>
                <c:pt idx="7742">
                  <c:v>39020187</c:v>
                </c:pt>
                <c:pt idx="7743">
                  <c:v>39034409</c:v>
                </c:pt>
                <c:pt idx="7744">
                  <c:v>39034956</c:v>
                </c:pt>
                <c:pt idx="7745">
                  <c:v>39037537</c:v>
                </c:pt>
                <c:pt idx="7746">
                  <c:v>39039336</c:v>
                </c:pt>
                <c:pt idx="7747">
                  <c:v>39041061</c:v>
                </c:pt>
                <c:pt idx="7748">
                  <c:v>39041275</c:v>
                </c:pt>
                <c:pt idx="7749">
                  <c:v>39045085</c:v>
                </c:pt>
                <c:pt idx="7750">
                  <c:v>39050325</c:v>
                </c:pt>
                <c:pt idx="7751">
                  <c:v>39051382</c:v>
                </c:pt>
                <c:pt idx="7752">
                  <c:v>39061408</c:v>
                </c:pt>
                <c:pt idx="7753">
                  <c:v>39061597</c:v>
                </c:pt>
                <c:pt idx="7754">
                  <c:v>39062794</c:v>
                </c:pt>
                <c:pt idx="7755">
                  <c:v>39063940</c:v>
                </c:pt>
                <c:pt idx="7756">
                  <c:v>39065272</c:v>
                </c:pt>
                <c:pt idx="7757">
                  <c:v>39065370</c:v>
                </c:pt>
                <c:pt idx="7758">
                  <c:v>39068880</c:v>
                </c:pt>
                <c:pt idx="7759">
                  <c:v>39080213</c:v>
                </c:pt>
                <c:pt idx="7760">
                  <c:v>39088485</c:v>
                </c:pt>
                <c:pt idx="7761">
                  <c:v>39096587</c:v>
                </c:pt>
                <c:pt idx="7762">
                  <c:v>39097136</c:v>
                </c:pt>
                <c:pt idx="7763">
                  <c:v>39099855</c:v>
                </c:pt>
                <c:pt idx="7764">
                  <c:v>39104934</c:v>
                </c:pt>
                <c:pt idx="7765">
                  <c:v>39107087</c:v>
                </c:pt>
                <c:pt idx="7766">
                  <c:v>39119966</c:v>
                </c:pt>
                <c:pt idx="7767">
                  <c:v>39120818</c:v>
                </c:pt>
                <c:pt idx="7768">
                  <c:v>39124512</c:v>
                </c:pt>
                <c:pt idx="7769">
                  <c:v>39124560</c:v>
                </c:pt>
                <c:pt idx="7770">
                  <c:v>39124822</c:v>
                </c:pt>
                <c:pt idx="7771">
                  <c:v>39125354</c:v>
                </c:pt>
                <c:pt idx="7772">
                  <c:v>39126544</c:v>
                </c:pt>
                <c:pt idx="7773">
                  <c:v>39129140</c:v>
                </c:pt>
                <c:pt idx="7774">
                  <c:v>39139280</c:v>
                </c:pt>
                <c:pt idx="7775">
                  <c:v>39139589</c:v>
                </c:pt>
                <c:pt idx="7776">
                  <c:v>39139655</c:v>
                </c:pt>
                <c:pt idx="7777">
                  <c:v>39141668</c:v>
                </c:pt>
                <c:pt idx="7778">
                  <c:v>39142558</c:v>
                </c:pt>
                <c:pt idx="7779">
                  <c:v>39146122</c:v>
                </c:pt>
                <c:pt idx="7780">
                  <c:v>39146654</c:v>
                </c:pt>
                <c:pt idx="7781">
                  <c:v>39152659</c:v>
                </c:pt>
                <c:pt idx="7782">
                  <c:v>39157470</c:v>
                </c:pt>
                <c:pt idx="7783">
                  <c:v>39159745</c:v>
                </c:pt>
                <c:pt idx="7784">
                  <c:v>39160888</c:v>
                </c:pt>
                <c:pt idx="7785">
                  <c:v>39161923</c:v>
                </c:pt>
                <c:pt idx="7786">
                  <c:v>39164690</c:v>
                </c:pt>
                <c:pt idx="7787">
                  <c:v>39168485</c:v>
                </c:pt>
                <c:pt idx="7788">
                  <c:v>39169156</c:v>
                </c:pt>
                <c:pt idx="7789">
                  <c:v>39174411</c:v>
                </c:pt>
                <c:pt idx="7790">
                  <c:v>39176867</c:v>
                </c:pt>
                <c:pt idx="7791">
                  <c:v>39182253</c:v>
                </c:pt>
                <c:pt idx="7792">
                  <c:v>39184195</c:v>
                </c:pt>
                <c:pt idx="7793">
                  <c:v>39196420</c:v>
                </c:pt>
                <c:pt idx="7794">
                  <c:v>39199601</c:v>
                </c:pt>
                <c:pt idx="7795">
                  <c:v>39205023</c:v>
                </c:pt>
                <c:pt idx="7796">
                  <c:v>39207692</c:v>
                </c:pt>
                <c:pt idx="7797">
                  <c:v>39215178</c:v>
                </c:pt>
                <c:pt idx="7798">
                  <c:v>39220215</c:v>
                </c:pt>
                <c:pt idx="7799">
                  <c:v>39232681</c:v>
                </c:pt>
                <c:pt idx="7800">
                  <c:v>39232852</c:v>
                </c:pt>
                <c:pt idx="7801">
                  <c:v>39234543</c:v>
                </c:pt>
                <c:pt idx="7802">
                  <c:v>39236229</c:v>
                </c:pt>
                <c:pt idx="7803">
                  <c:v>39237219</c:v>
                </c:pt>
                <c:pt idx="7804">
                  <c:v>39238335</c:v>
                </c:pt>
                <c:pt idx="7805">
                  <c:v>39241040</c:v>
                </c:pt>
                <c:pt idx="7806">
                  <c:v>39244890</c:v>
                </c:pt>
                <c:pt idx="7807">
                  <c:v>39247196</c:v>
                </c:pt>
                <c:pt idx="7808">
                  <c:v>39263697</c:v>
                </c:pt>
                <c:pt idx="7809">
                  <c:v>39264616</c:v>
                </c:pt>
                <c:pt idx="7810">
                  <c:v>39268700</c:v>
                </c:pt>
                <c:pt idx="7811">
                  <c:v>39283137</c:v>
                </c:pt>
                <c:pt idx="7812">
                  <c:v>39283992</c:v>
                </c:pt>
                <c:pt idx="7813">
                  <c:v>39284235</c:v>
                </c:pt>
                <c:pt idx="7814">
                  <c:v>39284286</c:v>
                </c:pt>
                <c:pt idx="7815">
                  <c:v>39284477</c:v>
                </c:pt>
                <c:pt idx="7816">
                  <c:v>39287329</c:v>
                </c:pt>
                <c:pt idx="7817">
                  <c:v>39292193</c:v>
                </c:pt>
                <c:pt idx="7818">
                  <c:v>39297640</c:v>
                </c:pt>
                <c:pt idx="7819">
                  <c:v>39301909</c:v>
                </c:pt>
                <c:pt idx="7820">
                  <c:v>39309366</c:v>
                </c:pt>
                <c:pt idx="7821">
                  <c:v>39311765</c:v>
                </c:pt>
                <c:pt idx="7822">
                  <c:v>39313686</c:v>
                </c:pt>
                <c:pt idx="7823">
                  <c:v>39327387</c:v>
                </c:pt>
                <c:pt idx="7824">
                  <c:v>39328207</c:v>
                </c:pt>
                <c:pt idx="7825">
                  <c:v>39334553</c:v>
                </c:pt>
                <c:pt idx="7826">
                  <c:v>39337266</c:v>
                </c:pt>
                <c:pt idx="7827">
                  <c:v>39344803</c:v>
                </c:pt>
                <c:pt idx="7828">
                  <c:v>39345683</c:v>
                </c:pt>
                <c:pt idx="7829">
                  <c:v>39347263</c:v>
                </c:pt>
                <c:pt idx="7830">
                  <c:v>39347582</c:v>
                </c:pt>
                <c:pt idx="7831">
                  <c:v>39347834</c:v>
                </c:pt>
                <c:pt idx="7832">
                  <c:v>39349515</c:v>
                </c:pt>
                <c:pt idx="7833">
                  <c:v>39353057</c:v>
                </c:pt>
                <c:pt idx="7834">
                  <c:v>39353280</c:v>
                </c:pt>
                <c:pt idx="7835">
                  <c:v>39357342</c:v>
                </c:pt>
                <c:pt idx="7836">
                  <c:v>39358222</c:v>
                </c:pt>
                <c:pt idx="7837">
                  <c:v>39369062</c:v>
                </c:pt>
                <c:pt idx="7838">
                  <c:v>39369076</c:v>
                </c:pt>
                <c:pt idx="7839">
                  <c:v>39370359</c:v>
                </c:pt>
                <c:pt idx="7840">
                  <c:v>39370935</c:v>
                </c:pt>
                <c:pt idx="7841">
                  <c:v>39371083</c:v>
                </c:pt>
                <c:pt idx="7842">
                  <c:v>39371524</c:v>
                </c:pt>
                <c:pt idx="7843">
                  <c:v>39372504</c:v>
                </c:pt>
                <c:pt idx="7844">
                  <c:v>39375348</c:v>
                </c:pt>
                <c:pt idx="7845">
                  <c:v>39382023</c:v>
                </c:pt>
                <c:pt idx="7846">
                  <c:v>39383324</c:v>
                </c:pt>
                <c:pt idx="7847">
                  <c:v>39385464</c:v>
                </c:pt>
                <c:pt idx="7848">
                  <c:v>39396991</c:v>
                </c:pt>
                <c:pt idx="7849">
                  <c:v>39399112</c:v>
                </c:pt>
                <c:pt idx="7850">
                  <c:v>39404357</c:v>
                </c:pt>
                <c:pt idx="7851">
                  <c:v>39404367</c:v>
                </c:pt>
                <c:pt idx="7852">
                  <c:v>39404478</c:v>
                </c:pt>
                <c:pt idx="7853">
                  <c:v>39406154</c:v>
                </c:pt>
                <c:pt idx="7854">
                  <c:v>39409372</c:v>
                </c:pt>
                <c:pt idx="7855">
                  <c:v>39409461</c:v>
                </c:pt>
                <c:pt idx="7856">
                  <c:v>39423858</c:v>
                </c:pt>
                <c:pt idx="7857">
                  <c:v>39425689</c:v>
                </c:pt>
                <c:pt idx="7858">
                  <c:v>39430081</c:v>
                </c:pt>
                <c:pt idx="7859">
                  <c:v>39430492</c:v>
                </c:pt>
                <c:pt idx="7860">
                  <c:v>39432615</c:v>
                </c:pt>
                <c:pt idx="7861">
                  <c:v>39432859</c:v>
                </c:pt>
                <c:pt idx="7862">
                  <c:v>39432912</c:v>
                </c:pt>
                <c:pt idx="7863">
                  <c:v>39433053</c:v>
                </c:pt>
                <c:pt idx="7864">
                  <c:v>39433573</c:v>
                </c:pt>
                <c:pt idx="7865">
                  <c:v>39433854</c:v>
                </c:pt>
                <c:pt idx="7866">
                  <c:v>39434054</c:v>
                </c:pt>
                <c:pt idx="7867">
                  <c:v>39434156</c:v>
                </c:pt>
                <c:pt idx="7868">
                  <c:v>39434537</c:v>
                </c:pt>
                <c:pt idx="7869">
                  <c:v>39434656</c:v>
                </c:pt>
                <c:pt idx="7870">
                  <c:v>39435136</c:v>
                </c:pt>
                <c:pt idx="7871">
                  <c:v>39435540</c:v>
                </c:pt>
                <c:pt idx="7872">
                  <c:v>39435739</c:v>
                </c:pt>
                <c:pt idx="7873">
                  <c:v>39438648</c:v>
                </c:pt>
                <c:pt idx="7874">
                  <c:v>39439082</c:v>
                </c:pt>
                <c:pt idx="7875">
                  <c:v>39447939</c:v>
                </c:pt>
                <c:pt idx="7876">
                  <c:v>39448574</c:v>
                </c:pt>
                <c:pt idx="7877">
                  <c:v>39450415</c:v>
                </c:pt>
                <c:pt idx="7878">
                  <c:v>39450933</c:v>
                </c:pt>
                <c:pt idx="7879">
                  <c:v>39451281</c:v>
                </c:pt>
                <c:pt idx="7880">
                  <c:v>39451421</c:v>
                </c:pt>
                <c:pt idx="7881">
                  <c:v>39452077</c:v>
                </c:pt>
                <c:pt idx="7882">
                  <c:v>39452363</c:v>
                </c:pt>
                <c:pt idx="7883">
                  <c:v>39452927</c:v>
                </c:pt>
                <c:pt idx="7884">
                  <c:v>39453505</c:v>
                </c:pt>
                <c:pt idx="7885">
                  <c:v>39453604</c:v>
                </c:pt>
                <c:pt idx="7886">
                  <c:v>39453729</c:v>
                </c:pt>
                <c:pt idx="7887">
                  <c:v>39453773</c:v>
                </c:pt>
                <c:pt idx="7888">
                  <c:v>39453839</c:v>
                </c:pt>
                <c:pt idx="7889">
                  <c:v>39454220</c:v>
                </c:pt>
                <c:pt idx="7890">
                  <c:v>39454291</c:v>
                </c:pt>
                <c:pt idx="7891">
                  <c:v>39473231</c:v>
                </c:pt>
                <c:pt idx="7892">
                  <c:v>39480335</c:v>
                </c:pt>
                <c:pt idx="7893">
                  <c:v>39481116</c:v>
                </c:pt>
                <c:pt idx="7894">
                  <c:v>39493309</c:v>
                </c:pt>
                <c:pt idx="7895">
                  <c:v>39493856</c:v>
                </c:pt>
                <c:pt idx="7896">
                  <c:v>39494049</c:v>
                </c:pt>
                <c:pt idx="7897">
                  <c:v>39494164</c:v>
                </c:pt>
                <c:pt idx="7898">
                  <c:v>39497855</c:v>
                </c:pt>
                <c:pt idx="7899">
                  <c:v>39498058</c:v>
                </c:pt>
                <c:pt idx="7900">
                  <c:v>39510596</c:v>
                </c:pt>
                <c:pt idx="7901">
                  <c:v>39510659</c:v>
                </c:pt>
                <c:pt idx="7902">
                  <c:v>39511812</c:v>
                </c:pt>
                <c:pt idx="7903">
                  <c:v>39512402</c:v>
                </c:pt>
                <c:pt idx="7904">
                  <c:v>39512597</c:v>
                </c:pt>
                <c:pt idx="7905">
                  <c:v>39513205</c:v>
                </c:pt>
                <c:pt idx="7906">
                  <c:v>39517355</c:v>
                </c:pt>
                <c:pt idx="7907">
                  <c:v>39525904</c:v>
                </c:pt>
                <c:pt idx="7908">
                  <c:v>39530085</c:v>
                </c:pt>
                <c:pt idx="7909">
                  <c:v>39536087</c:v>
                </c:pt>
                <c:pt idx="7910">
                  <c:v>39536207</c:v>
                </c:pt>
                <c:pt idx="7911">
                  <c:v>39538574</c:v>
                </c:pt>
                <c:pt idx="7912">
                  <c:v>39538761</c:v>
                </c:pt>
                <c:pt idx="7913">
                  <c:v>39539462</c:v>
                </c:pt>
                <c:pt idx="7914">
                  <c:v>39539716</c:v>
                </c:pt>
                <c:pt idx="7915">
                  <c:v>39539818</c:v>
                </c:pt>
                <c:pt idx="7916">
                  <c:v>39541293</c:v>
                </c:pt>
                <c:pt idx="7917">
                  <c:v>39541391</c:v>
                </c:pt>
                <c:pt idx="7918">
                  <c:v>39542437</c:v>
                </c:pt>
                <c:pt idx="7919">
                  <c:v>39544175</c:v>
                </c:pt>
                <c:pt idx="7920">
                  <c:v>39544422</c:v>
                </c:pt>
                <c:pt idx="7921">
                  <c:v>39545563</c:v>
                </c:pt>
                <c:pt idx="7922">
                  <c:v>39546895</c:v>
                </c:pt>
                <c:pt idx="7923">
                  <c:v>39552210</c:v>
                </c:pt>
                <c:pt idx="7924">
                  <c:v>39555107</c:v>
                </c:pt>
                <c:pt idx="7925">
                  <c:v>39563410</c:v>
                </c:pt>
                <c:pt idx="7926">
                  <c:v>39563436</c:v>
                </c:pt>
                <c:pt idx="7927">
                  <c:v>39567894</c:v>
                </c:pt>
                <c:pt idx="7928">
                  <c:v>39568409</c:v>
                </c:pt>
                <c:pt idx="7929">
                  <c:v>39572992</c:v>
                </c:pt>
                <c:pt idx="7930">
                  <c:v>39588301</c:v>
                </c:pt>
                <c:pt idx="7931">
                  <c:v>39588424</c:v>
                </c:pt>
                <c:pt idx="7932">
                  <c:v>39588492</c:v>
                </c:pt>
                <c:pt idx="7933">
                  <c:v>39590674</c:v>
                </c:pt>
                <c:pt idx="7934">
                  <c:v>39591535</c:v>
                </c:pt>
                <c:pt idx="7935">
                  <c:v>39593830</c:v>
                </c:pt>
                <c:pt idx="7936">
                  <c:v>39593923</c:v>
                </c:pt>
                <c:pt idx="7937">
                  <c:v>39597966</c:v>
                </c:pt>
                <c:pt idx="7938">
                  <c:v>39598643</c:v>
                </c:pt>
                <c:pt idx="7939">
                  <c:v>39599380</c:v>
                </c:pt>
                <c:pt idx="7940">
                  <c:v>39613344</c:v>
                </c:pt>
                <c:pt idx="7941">
                  <c:v>39614149</c:v>
                </c:pt>
                <c:pt idx="7942">
                  <c:v>39618752</c:v>
                </c:pt>
                <c:pt idx="7943">
                  <c:v>39619211</c:v>
                </c:pt>
                <c:pt idx="7944">
                  <c:v>39619563</c:v>
                </c:pt>
                <c:pt idx="7945">
                  <c:v>39619595</c:v>
                </c:pt>
                <c:pt idx="7946">
                  <c:v>39621075</c:v>
                </c:pt>
                <c:pt idx="7947">
                  <c:v>39621085</c:v>
                </c:pt>
                <c:pt idx="7948">
                  <c:v>39622717</c:v>
                </c:pt>
                <c:pt idx="7949">
                  <c:v>39623302</c:v>
                </c:pt>
                <c:pt idx="7950">
                  <c:v>39624338</c:v>
                </c:pt>
                <c:pt idx="7951">
                  <c:v>39625461</c:v>
                </c:pt>
                <c:pt idx="7952">
                  <c:v>39630301</c:v>
                </c:pt>
                <c:pt idx="7953">
                  <c:v>39638898</c:v>
                </c:pt>
                <c:pt idx="7954">
                  <c:v>39639243</c:v>
                </c:pt>
                <c:pt idx="7955">
                  <c:v>39639641</c:v>
                </c:pt>
                <c:pt idx="7956">
                  <c:v>39639900</c:v>
                </c:pt>
                <c:pt idx="7957">
                  <c:v>39641874</c:v>
                </c:pt>
                <c:pt idx="7958">
                  <c:v>39643656</c:v>
                </c:pt>
                <c:pt idx="7959">
                  <c:v>39646022</c:v>
                </c:pt>
                <c:pt idx="7960">
                  <c:v>39647192</c:v>
                </c:pt>
                <c:pt idx="7961">
                  <c:v>39647976</c:v>
                </c:pt>
                <c:pt idx="7962">
                  <c:v>39648584</c:v>
                </c:pt>
                <c:pt idx="7963">
                  <c:v>39653373</c:v>
                </c:pt>
                <c:pt idx="7964">
                  <c:v>39660212</c:v>
                </c:pt>
                <c:pt idx="7965">
                  <c:v>39665107</c:v>
                </c:pt>
                <c:pt idx="7966">
                  <c:v>39677612</c:v>
                </c:pt>
                <c:pt idx="7967">
                  <c:v>39679473</c:v>
                </c:pt>
                <c:pt idx="7968">
                  <c:v>39685481</c:v>
                </c:pt>
                <c:pt idx="7969">
                  <c:v>39690458</c:v>
                </c:pt>
                <c:pt idx="7970">
                  <c:v>39690766</c:v>
                </c:pt>
                <c:pt idx="7971">
                  <c:v>39701495</c:v>
                </c:pt>
                <c:pt idx="7972">
                  <c:v>39703781</c:v>
                </c:pt>
                <c:pt idx="7973">
                  <c:v>39708071</c:v>
                </c:pt>
                <c:pt idx="7974">
                  <c:v>39708072</c:v>
                </c:pt>
                <c:pt idx="7975">
                  <c:v>39712278</c:v>
                </c:pt>
                <c:pt idx="7976">
                  <c:v>39721457</c:v>
                </c:pt>
                <c:pt idx="7977">
                  <c:v>39729113</c:v>
                </c:pt>
                <c:pt idx="7978">
                  <c:v>39735431</c:v>
                </c:pt>
                <c:pt idx="7979">
                  <c:v>39738193</c:v>
                </c:pt>
                <c:pt idx="7980">
                  <c:v>39739505</c:v>
                </c:pt>
                <c:pt idx="7981">
                  <c:v>39743229</c:v>
                </c:pt>
                <c:pt idx="7982">
                  <c:v>39743577</c:v>
                </c:pt>
                <c:pt idx="7983">
                  <c:v>39743706</c:v>
                </c:pt>
                <c:pt idx="7984">
                  <c:v>39756957</c:v>
                </c:pt>
                <c:pt idx="7985">
                  <c:v>39757611</c:v>
                </c:pt>
                <c:pt idx="7986">
                  <c:v>39757729</c:v>
                </c:pt>
                <c:pt idx="7987">
                  <c:v>39757839</c:v>
                </c:pt>
                <c:pt idx="7988">
                  <c:v>39758253</c:v>
                </c:pt>
                <c:pt idx="7989">
                  <c:v>39758314</c:v>
                </c:pt>
                <c:pt idx="7990">
                  <c:v>39758727</c:v>
                </c:pt>
                <c:pt idx="7991">
                  <c:v>39760040</c:v>
                </c:pt>
                <c:pt idx="7992">
                  <c:v>39761294</c:v>
                </c:pt>
                <c:pt idx="7993">
                  <c:v>39761585</c:v>
                </c:pt>
                <c:pt idx="7994">
                  <c:v>39761897</c:v>
                </c:pt>
                <c:pt idx="7995">
                  <c:v>39762117</c:v>
                </c:pt>
                <c:pt idx="7996">
                  <c:v>39762269</c:v>
                </c:pt>
                <c:pt idx="7997">
                  <c:v>39762330</c:v>
                </c:pt>
                <c:pt idx="7998">
                  <c:v>39762401</c:v>
                </c:pt>
                <c:pt idx="7999">
                  <c:v>39763417</c:v>
                </c:pt>
                <c:pt idx="8000">
                  <c:v>39763533</c:v>
                </c:pt>
                <c:pt idx="8001">
                  <c:v>39763771</c:v>
                </c:pt>
                <c:pt idx="8002">
                  <c:v>39766295</c:v>
                </c:pt>
                <c:pt idx="8003">
                  <c:v>39772769</c:v>
                </c:pt>
                <c:pt idx="8004">
                  <c:v>39778199</c:v>
                </c:pt>
                <c:pt idx="8005">
                  <c:v>39780992</c:v>
                </c:pt>
                <c:pt idx="8006">
                  <c:v>39781964</c:v>
                </c:pt>
                <c:pt idx="8007">
                  <c:v>39781979</c:v>
                </c:pt>
                <c:pt idx="8008">
                  <c:v>39782135</c:v>
                </c:pt>
                <c:pt idx="8009">
                  <c:v>39782146</c:v>
                </c:pt>
                <c:pt idx="8010">
                  <c:v>39782160</c:v>
                </c:pt>
                <c:pt idx="8011">
                  <c:v>39783688</c:v>
                </c:pt>
                <c:pt idx="8012">
                  <c:v>39783891</c:v>
                </c:pt>
                <c:pt idx="8013">
                  <c:v>39784066</c:v>
                </c:pt>
                <c:pt idx="8014">
                  <c:v>39785027</c:v>
                </c:pt>
                <c:pt idx="8015">
                  <c:v>39785136</c:v>
                </c:pt>
                <c:pt idx="8016">
                  <c:v>39785357</c:v>
                </c:pt>
                <c:pt idx="8017">
                  <c:v>39785594</c:v>
                </c:pt>
                <c:pt idx="8018">
                  <c:v>39791941</c:v>
                </c:pt>
                <c:pt idx="8019">
                  <c:v>39805447</c:v>
                </c:pt>
                <c:pt idx="8020">
                  <c:v>39805674</c:v>
                </c:pt>
                <c:pt idx="8021">
                  <c:v>39807192</c:v>
                </c:pt>
                <c:pt idx="8022">
                  <c:v>39813214</c:v>
                </c:pt>
                <c:pt idx="8023">
                  <c:v>39813614</c:v>
                </c:pt>
                <c:pt idx="8024">
                  <c:v>39823043</c:v>
                </c:pt>
                <c:pt idx="8025">
                  <c:v>39823673</c:v>
                </c:pt>
                <c:pt idx="8026">
                  <c:v>39824458</c:v>
                </c:pt>
                <c:pt idx="8027">
                  <c:v>39825465</c:v>
                </c:pt>
                <c:pt idx="8028">
                  <c:v>39844854</c:v>
                </c:pt>
                <c:pt idx="8029">
                  <c:v>39845514</c:v>
                </c:pt>
                <c:pt idx="8030">
                  <c:v>39847641</c:v>
                </c:pt>
                <c:pt idx="8031">
                  <c:v>39847956</c:v>
                </c:pt>
                <c:pt idx="8032">
                  <c:v>39851321</c:v>
                </c:pt>
                <c:pt idx="8033">
                  <c:v>39851590</c:v>
                </c:pt>
                <c:pt idx="8034">
                  <c:v>39852300</c:v>
                </c:pt>
                <c:pt idx="8035">
                  <c:v>39854759</c:v>
                </c:pt>
                <c:pt idx="8036">
                  <c:v>39855975</c:v>
                </c:pt>
                <c:pt idx="8037">
                  <c:v>39856059</c:v>
                </c:pt>
                <c:pt idx="8038">
                  <c:v>39856242</c:v>
                </c:pt>
                <c:pt idx="8039">
                  <c:v>39856571</c:v>
                </c:pt>
                <c:pt idx="8040">
                  <c:v>39857520</c:v>
                </c:pt>
                <c:pt idx="8041">
                  <c:v>39861811</c:v>
                </c:pt>
                <c:pt idx="8042">
                  <c:v>39872564</c:v>
                </c:pt>
                <c:pt idx="8043">
                  <c:v>39875014</c:v>
                </c:pt>
                <c:pt idx="8044">
                  <c:v>39875840</c:v>
                </c:pt>
                <c:pt idx="8045">
                  <c:v>39876816</c:v>
                </c:pt>
                <c:pt idx="8046">
                  <c:v>39876983</c:v>
                </c:pt>
                <c:pt idx="8047">
                  <c:v>39881966</c:v>
                </c:pt>
                <c:pt idx="8048">
                  <c:v>39885927</c:v>
                </c:pt>
                <c:pt idx="8049">
                  <c:v>39886213</c:v>
                </c:pt>
                <c:pt idx="8050">
                  <c:v>39886353</c:v>
                </c:pt>
                <c:pt idx="8051">
                  <c:v>39896371</c:v>
                </c:pt>
                <c:pt idx="8052">
                  <c:v>39900592</c:v>
                </c:pt>
                <c:pt idx="8053">
                  <c:v>39901201</c:v>
                </c:pt>
                <c:pt idx="8054">
                  <c:v>39901395</c:v>
                </c:pt>
                <c:pt idx="8055">
                  <c:v>39904499</c:v>
                </c:pt>
                <c:pt idx="8056">
                  <c:v>39904737</c:v>
                </c:pt>
                <c:pt idx="8057">
                  <c:v>39925465</c:v>
                </c:pt>
                <c:pt idx="8058">
                  <c:v>39925480</c:v>
                </c:pt>
                <c:pt idx="8059">
                  <c:v>39925491</c:v>
                </c:pt>
                <c:pt idx="8060">
                  <c:v>39925502</c:v>
                </c:pt>
                <c:pt idx="8061">
                  <c:v>39925515</c:v>
                </c:pt>
                <c:pt idx="8062">
                  <c:v>39925531</c:v>
                </c:pt>
                <c:pt idx="8063">
                  <c:v>39925541</c:v>
                </c:pt>
                <c:pt idx="8064">
                  <c:v>39925667</c:v>
                </c:pt>
                <c:pt idx="8065">
                  <c:v>39925684</c:v>
                </c:pt>
                <c:pt idx="8066">
                  <c:v>39925713</c:v>
                </c:pt>
                <c:pt idx="8067">
                  <c:v>39925725</c:v>
                </c:pt>
                <c:pt idx="8068">
                  <c:v>39929075</c:v>
                </c:pt>
                <c:pt idx="8069">
                  <c:v>39929294</c:v>
                </c:pt>
                <c:pt idx="8070">
                  <c:v>39929656</c:v>
                </c:pt>
                <c:pt idx="8071">
                  <c:v>39932139</c:v>
                </c:pt>
                <c:pt idx="8072">
                  <c:v>39932143</c:v>
                </c:pt>
                <c:pt idx="8073">
                  <c:v>39935593</c:v>
                </c:pt>
                <c:pt idx="8074">
                  <c:v>39942176</c:v>
                </c:pt>
                <c:pt idx="8075">
                  <c:v>39952867</c:v>
                </c:pt>
                <c:pt idx="8076">
                  <c:v>39956930</c:v>
                </c:pt>
                <c:pt idx="8077">
                  <c:v>39963673</c:v>
                </c:pt>
                <c:pt idx="8078">
                  <c:v>39966157</c:v>
                </c:pt>
                <c:pt idx="8079">
                  <c:v>39966848</c:v>
                </c:pt>
                <c:pt idx="8080">
                  <c:v>39979823</c:v>
                </c:pt>
                <c:pt idx="8081">
                  <c:v>39983311</c:v>
                </c:pt>
                <c:pt idx="8082">
                  <c:v>39984338</c:v>
                </c:pt>
                <c:pt idx="8083">
                  <c:v>39992510</c:v>
                </c:pt>
                <c:pt idx="8084">
                  <c:v>39993446</c:v>
                </c:pt>
                <c:pt idx="8085">
                  <c:v>39995413</c:v>
                </c:pt>
                <c:pt idx="8086">
                  <c:v>39996601</c:v>
                </c:pt>
                <c:pt idx="8087">
                  <c:v>39996661</c:v>
                </c:pt>
                <c:pt idx="8088">
                  <c:v>40016202</c:v>
                </c:pt>
                <c:pt idx="8089">
                  <c:v>40017004</c:v>
                </c:pt>
                <c:pt idx="8090">
                  <c:v>40020919</c:v>
                </c:pt>
                <c:pt idx="8091">
                  <c:v>40029432</c:v>
                </c:pt>
                <c:pt idx="8092">
                  <c:v>40030056</c:v>
                </c:pt>
                <c:pt idx="8093">
                  <c:v>40040103</c:v>
                </c:pt>
                <c:pt idx="8094">
                  <c:v>40042485</c:v>
                </c:pt>
                <c:pt idx="8095">
                  <c:v>40043531</c:v>
                </c:pt>
                <c:pt idx="8096">
                  <c:v>40044194</c:v>
                </c:pt>
                <c:pt idx="8097">
                  <c:v>40045411</c:v>
                </c:pt>
                <c:pt idx="8098">
                  <c:v>40051684</c:v>
                </c:pt>
                <c:pt idx="8099">
                  <c:v>40068943</c:v>
                </c:pt>
                <c:pt idx="8100">
                  <c:v>40074335</c:v>
                </c:pt>
                <c:pt idx="8101">
                  <c:v>40084935</c:v>
                </c:pt>
                <c:pt idx="8102">
                  <c:v>40085836</c:v>
                </c:pt>
                <c:pt idx="8103">
                  <c:v>40096522</c:v>
                </c:pt>
                <c:pt idx="8104">
                  <c:v>40096847</c:v>
                </c:pt>
                <c:pt idx="8105">
                  <c:v>40097562</c:v>
                </c:pt>
                <c:pt idx="8106">
                  <c:v>40098056</c:v>
                </c:pt>
                <c:pt idx="8107">
                  <c:v>40100230</c:v>
                </c:pt>
                <c:pt idx="8108">
                  <c:v>40100416</c:v>
                </c:pt>
                <c:pt idx="8109">
                  <c:v>40104464</c:v>
                </c:pt>
                <c:pt idx="8110">
                  <c:v>40109859</c:v>
                </c:pt>
                <c:pt idx="8111">
                  <c:v>40122657</c:v>
                </c:pt>
                <c:pt idx="8112">
                  <c:v>40126171</c:v>
                </c:pt>
                <c:pt idx="8113">
                  <c:v>40129485</c:v>
                </c:pt>
                <c:pt idx="8114">
                  <c:v>40144827</c:v>
                </c:pt>
                <c:pt idx="8115">
                  <c:v>40145431</c:v>
                </c:pt>
                <c:pt idx="8116">
                  <c:v>40147675</c:v>
                </c:pt>
                <c:pt idx="8117">
                  <c:v>40147952</c:v>
                </c:pt>
                <c:pt idx="8118">
                  <c:v>40151208</c:v>
                </c:pt>
                <c:pt idx="8119">
                  <c:v>40151252</c:v>
                </c:pt>
                <c:pt idx="8120">
                  <c:v>40152588</c:v>
                </c:pt>
                <c:pt idx="8121">
                  <c:v>40162719</c:v>
                </c:pt>
                <c:pt idx="8122">
                  <c:v>40165670</c:v>
                </c:pt>
                <c:pt idx="8123">
                  <c:v>40165835</c:v>
                </c:pt>
                <c:pt idx="8124">
                  <c:v>40178405</c:v>
                </c:pt>
                <c:pt idx="8125">
                  <c:v>40180077</c:v>
                </c:pt>
                <c:pt idx="8126">
                  <c:v>40181723</c:v>
                </c:pt>
                <c:pt idx="8127">
                  <c:v>40185910</c:v>
                </c:pt>
                <c:pt idx="8128">
                  <c:v>40188241</c:v>
                </c:pt>
                <c:pt idx="8129">
                  <c:v>40196622</c:v>
                </c:pt>
                <c:pt idx="8130">
                  <c:v>40199326</c:v>
                </c:pt>
                <c:pt idx="8131">
                  <c:v>40210738</c:v>
                </c:pt>
                <c:pt idx="8132">
                  <c:v>40211361</c:v>
                </c:pt>
                <c:pt idx="8133">
                  <c:v>40211393</c:v>
                </c:pt>
                <c:pt idx="8134">
                  <c:v>40216503</c:v>
                </c:pt>
                <c:pt idx="8135">
                  <c:v>40217683</c:v>
                </c:pt>
                <c:pt idx="8136">
                  <c:v>40219265</c:v>
                </c:pt>
                <c:pt idx="8137">
                  <c:v>40240427</c:v>
                </c:pt>
                <c:pt idx="8138">
                  <c:v>40240450</c:v>
                </c:pt>
                <c:pt idx="8139">
                  <c:v>40242544</c:v>
                </c:pt>
                <c:pt idx="8140">
                  <c:v>40254480</c:v>
                </c:pt>
                <c:pt idx="8141">
                  <c:v>40269025</c:v>
                </c:pt>
                <c:pt idx="8142">
                  <c:v>40275050</c:v>
                </c:pt>
                <c:pt idx="8143">
                  <c:v>40280299</c:v>
                </c:pt>
                <c:pt idx="8144">
                  <c:v>40282626</c:v>
                </c:pt>
                <c:pt idx="8145">
                  <c:v>40291286</c:v>
                </c:pt>
                <c:pt idx="8146">
                  <c:v>40291475</c:v>
                </c:pt>
                <c:pt idx="8147">
                  <c:v>40292791</c:v>
                </c:pt>
                <c:pt idx="8148">
                  <c:v>40293681</c:v>
                </c:pt>
                <c:pt idx="8149">
                  <c:v>40293857</c:v>
                </c:pt>
                <c:pt idx="8150">
                  <c:v>40297413</c:v>
                </c:pt>
                <c:pt idx="8151">
                  <c:v>40297932</c:v>
                </c:pt>
                <c:pt idx="8152">
                  <c:v>40298282</c:v>
                </c:pt>
                <c:pt idx="8153">
                  <c:v>40299278</c:v>
                </c:pt>
                <c:pt idx="8154">
                  <c:v>40312436</c:v>
                </c:pt>
                <c:pt idx="8155">
                  <c:v>40313221</c:v>
                </c:pt>
                <c:pt idx="8156">
                  <c:v>40313788</c:v>
                </c:pt>
                <c:pt idx="8157">
                  <c:v>40314713</c:v>
                </c:pt>
                <c:pt idx="8158">
                  <c:v>40314940</c:v>
                </c:pt>
                <c:pt idx="8159">
                  <c:v>40315166</c:v>
                </c:pt>
                <c:pt idx="8160">
                  <c:v>40317332</c:v>
                </c:pt>
                <c:pt idx="8161">
                  <c:v>40319983</c:v>
                </c:pt>
                <c:pt idx="8162">
                  <c:v>40324695</c:v>
                </c:pt>
                <c:pt idx="8163">
                  <c:v>40330604</c:v>
                </c:pt>
                <c:pt idx="8164">
                  <c:v>40330912</c:v>
                </c:pt>
                <c:pt idx="8165">
                  <c:v>40332172</c:v>
                </c:pt>
                <c:pt idx="8166">
                  <c:v>40332352</c:v>
                </c:pt>
                <c:pt idx="8167">
                  <c:v>40334790</c:v>
                </c:pt>
                <c:pt idx="8168">
                  <c:v>40337005</c:v>
                </c:pt>
                <c:pt idx="8169">
                  <c:v>40352124</c:v>
                </c:pt>
                <c:pt idx="8170">
                  <c:v>40354018</c:v>
                </c:pt>
                <c:pt idx="8171">
                  <c:v>40359452</c:v>
                </c:pt>
                <c:pt idx="8172">
                  <c:v>40365692</c:v>
                </c:pt>
                <c:pt idx="8173">
                  <c:v>40366474</c:v>
                </c:pt>
                <c:pt idx="8174">
                  <c:v>40378711</c:v>
                </c:pt>
                <c:pt idx="8175">
                  <c:v>40380909</c:v>
                </c:pt>
                <c:pt idx="8176">
                  <c:v>40382777</c:v>
                </c:pt>
                <c:pt idx="8177">
                  <c:v>40385144</c:v>
                </c:pt>
                <c:pt idx="8178">
                  <c:v>40386935</c:v>
                </c:pt>
                <c:pt idx="8179">
                  <c:v>40387567</c:v>
                </c:pt>
                <c:pt idx="8180">
                  <c:v>40387742</c:v>
                </c:pt>
                <c:pt idx="8181">
                  <c:v>40391125</c:v>
                </c:pt>
                <c:pt idx="8182">
                  <c:v>40407914</c:v>
                </c:pt>
                <c:pt idx="8183">
                  <c:v>40409387</c:v>
                </c:pt>
                <c:pt idx="8184">
                  <c:v>40410758</c:v>
                </c:pt>
                <c:pt idx="8185">
                  <c:v>40410998</c:v>
                </c:pt>
                <c:pt idx="8186">
                  <c:v>40412339</c:v>
                </c:pt>
                <c:pt idx="8187">
                  <c:v>40412463</c:v>
                </c:pt>
                <c:pt idx="8188">
                  <c:v>40413268</c:v>
                </c:pt>
                <c:pt idx="8189">
                  <c:v>40417188</c:v>
                </c:pt>
                <c:pt idx="8190">
                  <c:v>40418042</c:v>
                </c:pt>
                <c:pt idx="8191">
                  <c:v>40432489</c:v>
                </c:pt>
                <c:pt idx="8192">
                  <c:v>40432631</c:v>
                </c:pt>
                <c:pt idx="8193">
                  <c:v>40434289</c:v>
                </c:pt>
                <c:pt idx="8194">
                  <c:v>40435818</c:v>
                </c:pt>
                <c:pt idx="8195">
                  <c:v>40435861</c:v>
                </c:pt>
                <c:pt idx="8196">
                  <c:v>40436297</c:v>
                </c:pt>
                <c:pt idx="8197">
                  <c:v>40436962</c:v>
                </c:pt>
                <c:pt idx="8198">
                  <c:v>40437511</c:v>
                </c:pt>
                <c:pt idx="8199">
                  <c:v>40442834</c:v>
                </c:pt>
                <c:pt idx="8200">
                  <c:v>40446442</c:v>
                </c:pt>
                <c:pt idx="8201">
                  <c:v>40447404</c:v>
                </c:pt>
                <c:pt idx="8202">
                  <c:v>40453298</c:v>
                </c:pt>
                <c:pt idx="8203">
                  <c:v>40453931</c:v>
                </c:pt>
                <c:pt idx="8204">
                  <c:v>40456421</c:v>
                </c:pt>
                <c:pt idx="8205">
                  <c:v>40458074</c:v>
                </c:pt>
                <c:pt idx="8206">
                  <c:v>40459920</c:v>
                </c:pt>
                <c:pt idx="8207">
                  <c:v>40460209</c:v>
                </c:pt>
                <c:pt idx="8208">
                  <c:v>40461207</c:v>
                </c:pt>
                <c:pt idx="8209">
                  <c:v>40461584</c:v>
                </c:pt>
                <c:pt idx="8210">
                  <c:v>40461861</c:v>
                </c:pt>
                <c:pt idx="8211">
                  <c:v>40461871</c:v>
                </c:pt>
                <c:pt idx="8212">
                  <c:v>40462228</c:v>
                </c:pt>
                <c:pt idx="8213">
                  <c:v>40473104</c:v>
                </c:pt>
                <c:pt idx="8214">
                  <c:v>40474703</c:v>
                </c:pt>
                <c:pt idx="8215">
                  <c:v>40477571</c:v>
                </c:pt>
                <c:pt idx="8216">
                  <c:v>40480818</c:v>
                </c:pt>
                <c:pt idx="8217">
                  <c:v>40482139</c:v>
                </c:pt>
                <c:pt idx="8218">
                  <c:v>40483043</c:v>
                </c:pt>
                <c:pt idx="8219">
                  <c:v>40492182</c:v>
                </c:pt>
                <c:pt idx="8220">
                  <c:v>40492899</c:v>
                </c:pt>
                <c:pt idx="8221">
                  <c:v>40493144</c:v>
                </c:pt>
                <c:pt idx="8222">
                  <c:v>40494263</c:v>
                </c:pt>
                <c:pt idx="8223">
                  <c:v>40494502</c:v>
                </c:pt>
                <c:pt idx="8224">
                  <c:v>40497833</c:v>
                </c:pt>
                <c:pt idx="8225">
                  <c:v>40497985</c:v>
                </c:pt>
                <c:pt idx="8226">
                  <c:v>40498060</c:v>
                </c:pt>
                <c:pt idx="8227">
                  <c:v>40498380</c:v>
                </c:pt>
                <c:pt idx="8228">
                  <c:v>40498588</c:v>
                </c:pt>
                <c:pt idx="8229">
                  <c:v>40501053</c:v>
                </c:pt>
                <c:pt idx="8230">
                  <c:v>40501948</c:v>
                </c:pt>
                <c:pt idx="8231">
                  <c:v>40502806</c:v>
                </c:pt>
                <c:pt idx="8232">
                  <c:v>40503402</c:v>
                </c:pt>
                <c:pt idx="8233">
                  <c:v>40503983</c:v>
                </c:pt>
                <c:pt idx="8234">
                  <c:v>40504139</c:v>
                </c:pt>
                <c:pt idx="8235">
                  <c:v>40504378</c:v>
                </c:pt>
                <c:pt idx="8236">
                  <c:v>40504994</c:v>
                </c:pt>
                <c:pt idx="8237">
                  <c:v>40511455</c:v>
                </c:pt>
                <c:pt idx="8238">
                  <c:v>40517772</c:v>
                </c:pt>
                <c:pt idx="8239">
                  <c:v>40522529</c:v>
                </c:pt>
                <c:pt idx="8240">
                  <c:v>40524010</c:v>
                </c:pt>
                <c:pt idx="8241">
                  <c:v>40528501</c:v>
                </c:pt>
                <c:pt idx="8242">
                  <c:v>40528835</c:v>
                </c:pt>
                <c:pt idx="8243">
                  <c:v>40539273</c:v>
                </c:pt>
                <c:pt idx="8244">
                  <c:v>40542374</c:v>
                </c:pt>
                <c:pt idx="8245">
                  <c:v>40544940</c:v>
                </c:pt>
                <c:pt idx="8246">
                  <c:v>40545038</c:v>
                </c:pt>
                <c:pt idx="8247">
                  <c:v>40548326</c:v>
                </c:pt>
                <c:pt idx="8248">
                  <c:v>40551013</c:v>
                </c:pt>
                <c:pt idx="8249">
                  <c:v>40552528</c:v>
                </c:pt>
                <c:pt idx="8250">
                  <c:v>40556660</c:v>
                </c:pt>
                <c:pt idx="8251">
                  <c:v>40559195</c:v>
                </c:pt>
                <c:pt idx="8252">
                  <c:v>40572691</c:v>
                </c:pt>
                <c:pt idx="8253">
                  <c:v>40573214</c:v>
                </c:pt>
                <c:pt idx="8254">
                  <c:v>40584709</c:v>
                </c:pt>
                <c:pt idx="8255">
                  <c:v>40584789</c:v>
                </c:pt>
                <c:pt idx="8256">
                  <c:v>40594798</c:v>
                </c:pt>
                <c:pt idx="8257">
                  <c:v>40595635</c:v>
                </c:pt>
                <c:pt idx="8258">
                  <c:v>40598375</c:v>
                </c:pt>
                <c:pt idx="8259">
                  <c:v>40600695</c:v>
                </c:pt>
                <c:pt idx="8260">
                  <c:v>40601145</c:v>
                </c:pt>
                <c:pt idx="8261">
                  <c:v>40601443</c:v>
                </c:pt>
                <c:pt idx="8262">
                  <c:v>40607396</c:v>
                </c:pt>
                <c:pt idx="8263">
                  <c:v>40607926</c:v>
                </c:pt>
                <c:pt idx="8264">
                  <c:v>40609945</c:v>
                </c:pt>
                <c:pt idx="8265">
                  <c:v>40620621</c:v>
                </c:pt>
                <c:pt idx="8266">
                  <c:v>40622357</c:v>
                </c:pt>
                <c:pt idx="8267">
                  <c:v>40623618</c:v>
                </c:pt>
                <c:pt idx="8268">
                  <c:v>40623917</c:v>
                </c:pt>
                <c:pt idx="8269">
                  <c:v>40624374</c:v>
                </c:pt>
                <c:pt idx="8270">
                  <c:v>40629930</c:v>
                </c:pt>
                <c:pt idx="8271">
                  <c:v>40638585</c:v>
                </c:pt>
                <c:pt idx="8272">
                  <c:v>40641480</c:v>
                </c:pt>
                <c:pt idx="8273">
                  <c:v>40642344</c:v>
                </c:pt>
                <c:pt idx="8274">
                  <c:v>40642658</c:v>
                </c:pt>
                <c:pt idx="8275">
                  <c:v>40643166</c:v>
                </c:pt>
                <c:pt idx="8276">
                  <c:v>40644076</c:v>
                </c:pt>
                <c:pt idx="8277">
                  <c:v>40644182</c:v>
                </c:pt>
                <c:pt idx="8278">
                  <c:v>40644512</c:v>
                </c:pt>
                <c:pt idx="8279">
                  <c:v>40646823</c:v>
                </c:pt>
                <c:pt idx="8280">
                  <c:v>40660343</c:v>
                </c:pt>
                <c:pt idx="8281">
                  <c:v>40660504</c:v>
                </c:pt>
                <c:pt idx="8282">
                  <c:v>40662837</c:v>
                </c:pt>
                <c:pt idx="8283">
                  <c:v>40666564</c:v>
                </c:pt>
                <c:pt idx="8284">
                  <c:v>40667244</c:v>
                </c:pt>
                <c:pt idx="8285">
                  <c:v>40667826</c:v>
                </c:pt>
                <c:pt idx="8286">
                  <c:v>40671587</c:v>
                </c:pt>
                <c:pt idx="8287">
                  <c:v>40680947</c:v>
                </c:pt>
                <c:pt idx="8288">
                  <c:v>40682461</c:v>
                </c:pt>
                <c:pt idx="8289">
                  <c:v>40682953</c:v>
                </c:pt>
                <c:pt idx="8290">
                  <c:v>40687004</c:v>
                </c:pt>
                <c:pt idx="8291">
                  <c:v>40689409</c:v>
                </c:pt>
                <c:pt idx="8292">
                  <c:v>40692770</c:v>
                </c:pt>
                <c:pt idx="8293">
                  <c:v>40696249</c:v>
                </c:pt>
                <c:pt idx="8294">
                  <c:v>40704220</c:v>
                </c:pt>
                <c:pt idx="8295">
                  <c:v>40704603</c:v>
                </c:pt>
                <c:pt idx="8296">
                  <c:v>40704674</c:v>
                </c:pt>
                <c:pt idx="8297">
                  <c:v>40710963</c:v>
                </c:pt>
                <c:pt idx="8298">
                  <c:v>40711618</c:v>
                </c:pt>
                <c:pt idx="8299">
                  <c:v>40712540</c:v>
                </c:pt>
                <c:pt idx="8300">
                  <c:v>40714608</c:v>
                </c:pt>
                <c:pt idx="8301">
                  <c:v>40715700</c:v>
                </c:pt>
                <c:pt idx="8302">
                  <c:v>40718393</c:v>
                </c:pt>
                <c:pt idx="8303">
                  <c:v>40722572</c:v>
                </c:pt>
                <c:pt idx="8304">
                  <c:v>40724368</c:v>
                </c:pt>
                <c:pt idx="8305">
                  <c:v>40730488</c:v>
                </c:pt>
                <c:pt idx="8306">
                  <c:v>40738498</c:v>
                </c:pt>
                <c:pt idx="8307">
                  <c:v>40739263</c:v>
                </c:pt>
                <c:pt idx="8308">
                  <c:v>40740652</c:v>
                </c:pt>
                <c:pt idx="8309">
                  <c:v>40740902</c:v>
                </c:pt>
                <c:pt idx="8310">
                  <c:v>40741875</c:v>
                </c:pt>
                <c:pt idx="8311">
                  <c:v>40742036</c:v>
                </c:pt>
                <c:pt idx="8312">
                  <c:v>40747634</c:v>
                </c:pt>
                <c:pt idx="8313">
                  <c:v>40749911</c:v>
                </c:pt>
                <c:pt idx="8314">
                  <c:v>40751100</c:v>
                </c:pt>
                <c:pt idx="8315">
                  <c:v>40764239</c:v>
                </c:pt>
                <c:pt idx="8316">
                  <c:v>40764301</c:v>
                </c:pt>
                <c:pt idx="8317">
                  <c:v>40766871</c:v>
                </c:pt>
                <c:pt idx="8318">
                  <c:v>40768386</c:v>
                </c:pt>
                <c:pt idx="8319">
                  <c:v>40770915</c:v>
                </c:pt>
                <c:pt idx="8320">
                  <c:v>40778849</c:v>
                </c:pt>
                <c:pt idx="8321">
                  <c:v>40788623</c:v>
                </c:pt>
                <c:pt idx="8322">
                  <c:v>40793252</c:v>
                </c:pt>
                <c:pt idx="8323">
                  <c:v>40795751</c:v>
                </c:pt>
                <c:pt idx="8324">
                  <c:v>40799120</c:v>
                </c:pt>
                <c:pt idx="8325">
                  <c:v>40801356</c:v>
                </c:pt>
                <c:pt idx="8326">
                  <c:v>40808840</c:v>
                </c:pt>
                <c:pt idx="8327">
                  <c:v>40814895</c:v>
                </c:pt>
                <c:pt idx="8328">
                  <c:v>40825222</c:v>
                </c:pt>
                <c:pt idx="8329">
                  <c:v>40825395</c:v>
                </c:pt>
                <c:pt idx="8330">
                  <c:v>40826801</c:v>
                </c:pt>
                <c:pt idx="8331">
                  <c:v>40827203</c:v>
                </c:pt>
                <c:pt idx="8332">
                  <c:v>40831729</c:v>
                </c:pt>
                <c:pt idx="8333">
                  <c:v>40840367</c:v>
                </c:pt>
                <c:pt idx="8334">
                  <c:v>40848742</c:v>
                </c:pt>
                <c:pt idx="8335">
                  <c:v>40849236</c:v>
                </c:pt>
                <c:pt idx="8336">
                  <c:v>40849766</c:v>
                </c:pt>
                <c:pt idx="8337">
                  <c:v>40853752</c:v>
                </c:pt>
                <c:pt idx="8338">
                  <c:v>40853843</c:v>
                </c:pt>
                <c:pt idx="8339">
                  <c:v>40854026</c:v>
                </c:pt>
                <c:pt idx="8340">
                  <c:v>40872308</c:v>
                </c:pt>
                <c:pt idx="8341">
                  <c:v>40873928</c:v>
                </c:pt>
                <c:pt idx="8342">
                  <c:v>40876516</c:v>
                </c:pt>
                <c:pt idx="8343">
                  <c:v>40876565</c:v>
                </c:pt>
                <c:pt idx="8344">
                  <c:v>40876613</c:v>
                </c:pt>
                <c:pt idx="8345">
                  <c:v>40876779</c:v>
                </c:pt>
                <c:pt idx="8346">
                  <c:v>40877710</c:v>
                </c:pt>
                <c:pt idx="8347">
                  <c:v>40878184</c:v>
                </c:pt>
                <c:pt idx="8348">
                  <c:v>40879249</c:v>
                </c:pt>
                <c:pt idx="8349">
                  <c:v>40879402</c:v>
                </c:pt>
                <c:pt idx="8350">
                  <c:v>40900291</c:v>
                </c:pt>
                <c:pt idx="8351">
                  <c:v>40900412</c:v>
                </c:pt>
                <c:pt idx="8352">
                  <c:v>40919203</c:v>
                </c:pt>
                <c:pt idx="8353">
                  <c:v>40924527</c:v>
                </c:pt>
                <c:pt idx="8354">
                  <c:v>40924958</c:v>
                </c:pt>
                <c:pt idx="8355">
                  <c:v>40925800</c:v>
                </c:pt>
                <c:pt idx="8356">
                  <c:v>40926169</c:v>
                </c:pt>
                <c:pt idx="8357">
                  <c:v>40927762</c:v>
                </c:pt>
                <c:pt idx="8358">
                  <c:v>40929486</c:v>
                </c:pt>
                <c:pt idx="8359">
                  <c:v>40938071</c:v>
                </c:pt>
                <c:pt idx="8360">
                  <c:v>40938802</c:v>
                </c:pt>
                <c:pt idx="8361">
                  <c:v>40940606</c:v>
                </c:pt>
                <c:pt idx="8362">
                  <c:v>40940687</c:v>
                </c:pt>
                <c:pt idx="8363">
                  <c:v>40940764</c:v>
                </c:pt>
                <c:pt idx="8364">
                  <c:v>40941403</c:v>
                </c:pt>
                <c:pt idx="8365">
                  <c:v>40944574</c:v>
                </c:pt>
                <c:pt idx="8366">
                  <c:v>40947660</c:v>
                </c:pt>
                <c:pt idx="8367">
                  <c:v>40947735</c:v>
                </c:pt>
                <c:pt idx="8368">
                  <c:v>40952030</c:v>
                </c:pt>
                <c:pt idx="8369">
                  <c:v>40953712</c:v>
                </c:pt>
                <c:pt idx="8370">
                  <c:v>40953815</c:v>
                </c:pt>
                <c:pt idx="8371">
                  <c:v>40955934</c:v>
                </c:pt>
                <c:pt idx="8372">
                  <c:v>40958188</c:v>
                </c:pt>
                <c:pt idx="8373">
                  <c:v>40959766</c:v>
                </c:pt>
                <c:pt idx="8374">
                  <c:v>40960854</c:v>
                </c:pt>
                <c:pt idx="8375">
                  <c:v>40961028</c:v>
                </c:pt>
                <c:pt idx="8376">
                  <c:v>40971753</c:v>
                </c:pt>
                <c:pt idx="8377">
                  <c:v>40971765</c:v>
                </c:pt>
                <c:pt idx="8378">
                  <c:v>40973943</c:v>
                </c:pt>
                <c:pt idx="8379">
                  <c:v>40974730</c:v>
                </c:pt>
                <c:pt idx="8380">
                  <c:v>40975318</c:v>
                </c:pt>
                <c:pt idx="8381">
                  <c:v>40978967</c:v>
                </c:pt>
                <c:pt idx="8382">
                  <c:v>40980012</c:v>
                </c:pt>
                <c:pt idx="8383">
                  <c:v>40980776</c:v>
                </c:pt>
                <c:pt idx="8384">
                  <c:v>40980894</c:v>
                </c:pt>
                <c:pt idx="8385">
                  <c:v>40982217</c:v>
                </c:pt>
                <c:pt idx="8386">
                  <c:v>40991829</c:v>
                </c:pt>
                <c:pt idx="8387">
                  <c:v>40992049</c:v>
                </c:pt>
                <c:pt idx="8388">
                  <c:v>40992119</c:v>
                </c:pt>
                <c:pt idx="8389">
                  <c:v>40993256</c:v>
                </c:pt>
                <c:pt idx="8390">
                  <c:v>40993324</c:v>
                </c:pt>
                <c:pt idx="8391">
                  <c:v>40993620</c:v>
                </c:pt>
                <c:pt idx="8392">
                  <c:v>40994289</c:v>
                </c:pt>
                <c:pt idx="8393">
                  <c:v>41000685</c:v>
                </c:pt>
                <c:pt idx="8394">
                  <c:v>41001569</c:v>
                </c:pt>
                <c:pt idx="8395">
                  <c:v>41002158</c:v>
                </c:pt>
                <c:pt idx="8396">
                  <c:v>41003933</c:v>
                </c:pt>
                <c:pt idx="8397">
                  <c:v>41005749</c:v>
                </c:pt>
                <c:pt idx="8398">
                  <c:v>41010604</c:v>
                </c:pt>
                <c:pt idx="8399">
                  <c:v>41010931</c:v>
                </c:pt>
                <c:pt idx="8400">
                  <c:v>41011307</c:v>
                </c:pt>
                <c:pt idx="8401">
                  <c:v>41011339</c:v>
                </c:pt>
                <c:pt idx="8402">
                  <c:v>41012403</c:v>
                </c:pt>
                <c:pt idx="8403">
                  <c:v>41019875</c:v>
                </c:pt>
                <c:pt idx="8404">
                  <c:v>41020549</c:v>
                </c:pt>
                <c:pt idx="8405">
                  <c:v>41022754</c:v>
                </c:pt>
                <c:pt idx="8406">
                  <c:v>41025350</c:v>
                </c:pt>
                <c:pt idx="8407">
                  <c:v>41026318</c:v>
                </c:pt>
                <c:pt idx="8408">
                  <c:v>41032285</c:v>
                </c:pt>
                <c:pt idx="8409">
                  <c:v>41033336</c:v>
                </c:pt>
                <c:pt idx="8410">
                  <c:v>41033755</c:v>
                </c:pt>
                <c:pt idx="8411">
                  <c:v>41035355</c:v>
                </c:pt>
                <c:pt idx="8412">
                  <c:v>41040841</c:v>
                </c:pt>
                <c:pt idx="8413">
                  <c:v>41049155</c:v>
                </c:pt>
                <c:pt idx="8414">
                  <c:v>41050557</c:v>
                </c:pt>
                <c:pt idx="8415">
                  <c:v>41050688</c:v>
                </c:pt>
                <c:pt idx="8416">
                  <c:v>41050796</c:v>
                </c:pt>
                <c:pt idx="8417">
                  <c:v>41051440</c:v>
                </c:pt>
                <c:pt idx="8418">
                  <c:v>41051479</c:v>
                </c:pt>
                <c:pt idx="8419">
                  <c:v>41051804</c:v>
                </c:pt>
                <c:pt idx="8420">
                  <c:v>41052326</c:v>
                </c:pt>
                <c:pt idx="8421">
                  <c:v>41052378</c:v>
                </c:pt>
                <c:pt idx="8422">
                  <c:v>41052434</c:v>
                </c:pt>
                <c:pt idx="8423">
                  <c:v>41052564</c:v>
                </c:pt>
                <c:pt idx="8424">
                  <c:v>41055001</c:v>
                </c:pt>
                <c:pt idx="8425">
                  <c:v>41056211</c:v>
                </c:pt>
                <c:pt idx="8426">
                  <c:v>41057028</c:v>
                </c:pt>
                <c:pt idx="8427">
                  <c:v>41059361</c:v>
                </c:pt>
                <c:pt idx="8428">
                  <c:v>41065111</c:v>
                </c:pt>
                <c:pt idx="8429">
                  <c:v>41065441</c:v>
                </c:pt>
                <c:pt idx="8430">
                  <c:v>41067621</c:v>
                </c:pt>
                <c:pt idx="8431">
                  <c:v>41068096</c:v>
                </c:pt>
                <c:pt idx="8432">
                  <c:v>41069237</c:v>
                </c:pt>
                <c:pt idx="8433">
                  <c:v>41071595</c:v>
                </c:pt>
                <c:pt idx="8434">
                  <c:v>41072514</c:v>
                </c:pt>
                <c:pt idx="8435">
                  <c:v>41075801</c:v>
                </c:pt>
                <c:pt idx="8436">
                  <c:v>41080570</c:v>
                </c:pt>
                <c:pt idx="8437">
                  <c:v>41089126</c:v>
                </c:pt>
                <c:pt idx="8438">
                  <c:v>41089313</c:v>
                </c:pt>
                <c:pt idx="8439">
                  <c:v>41090445</c:v>
                </c:pt>
                <c:pt idx="8440">
                  <c:v>41093153</c:v>
                </c:pt>
                <c:pt idx="8441">
                  <c:v>41093376</c:v>
                </c:pt>
                <c:pt idx="8442">
                  <c:v>41098336</c:v>
                </c:pt>
                <c:pt idx="8443">
                  <c:v>41099080</c:v>
                </c:pt>
                <c:pt idx="8444">
                  <c:v>41101152</c:v>
                </c:pt>
                <c:pt idx="8445">
                  <c:v>41101164</c:v>
                </c:pt>
                <c:pt idx="8446">
                  <c:v>41101378</c:v>
                </c:pt>
                <c:pt idx="8447">
                  <c:v>41101592</c:v>
                </c:pt>
                <c:pt idx="8448">
                  <c:v>41102185</c:v>
                </c:pt>
                <c:pt idx="8449">
                  <c:v>41102713</c:v>
                </c:pt>
                <c:pt idx="8450">
                  <c:v>41103682</c:v>
                </c:pt>
                <c:pt idx="8451">
                  <c:v>41104063</c:v>
                </c:pt>
                <c:pt idx="8452">
                  <c:v>41112764</c:v>
                </c:pt>
                <c:pt idx="8453">
                  <c:v>41113937</c:v>
                </c:pt>
                <c:pt idx="8454">
                  <c:v>41114932</c:v>
                </c:pt>
                <c:pt idx="8455">
                  <c:v>41115086</c:v>
                </c:pt>
                <c:pt idx="8456">
                  <c:v>41115210</c:v>
                </c:pt>
                <c:pt idx="8457">
                  <c:v>41115751</c:v>
                </c:pt>
                <c:pt idx="8458">
                  <c:v>41116332</c:v>
                </c:pt>
                <c:pt idx="8459">
                  <c:v>41116499</c:v>
                </c:pt>
                <c:pt idx="8460">
                  <c:v>41116723</c:v>
                </c:pt>
                <c:pt idx="8461">
                  <c:v>41116743</c:v>
                </c:pt>
                <c:pt idx="8462">
                  <c:v>41116848</c:v>
                </c:pt>
                <c:pt idx="8463">
                  <c:v>41118812</c:v>
                </c:pt>
                <c:pt idx="8464">
                  <c:v>41119126</c:v>
                </c:pt>
                <c:pt idx="8465">
                  <c:v>41119242</c:v>
                </c:pt>
                <c:pt idx="8466">
                  <c:v>41120539</c:v>
                </c:pt>
                <c:pt idx="8467">
                  <c:v>41121102</c:v>
                </c:pt>
                <c:pt idx="8468">
                  <c:v>41122861</c:v>
                </c:pt>
                <c:pt idx="8469">
                  <c:v>41125313</c:v>
                </c:pt>
                <c:pt idx="8470">
                  <c:v>41125755</c:v>
                </c:pt>
                <c:pt idx="8471">
                  <c:v>41125858</c:v>
                </c:pt>
                <c:pt idx="8472">
                  <c:v>41127218</c:v>
                </c:pt>
                <c:pt idx="8473">
                  <c:v>41135211</c:v>
                </c:pt>
                <c:pt idx="8474">
                  <c:v>41136101</c:v>
                </c:pt>
                <c:pt idx="8475">
                  <c:v>41136792</c:v>
                </c:pt>
                <c:pt idx="8476">
                  <c:v>41139452</c:v>
                </c:pt>
                <c:pt idx="8477">
                  <c:v>41140017</c:v>
                </c:pt>
                <c:pt idx="8478">
                  <c:v>41142364</c:v>
                </c:pt>
                <c:pt idx="8479">
                  <c:v>41142500</c:v>
                </c:pt>
                <c:pt idx="8480">
                  <c:v>41143217</c:v>
                </c:pt>
                <c:pt idx="8481">
                  <c:v>41143865</c:v>
                </c:pt>
                <c:pt idx="8482">
                  <c:v>41145056</c:v>
                </c:pt>
                <c:pt idx="8483">
                  <c:v>41153851</c:v>
                </c:pt>
                <c:pt idx="8484">
                  <c:v>41157437</c:v>
                </c:pt>
                <c:pt idx="8485">
                  <c:v>41157727</c:v>
                </c:pt>
                <c:pt idx="8486">
                  <c:v>41159124</c:v>
                </c:pt>
                <c:pt idx="8487">
                  <c:v>41161538</c:v>
                </c:pt>
                <c:pt idx="8488">
                  <c:v>41161986</c:v>
                </c:pt>
                <c:pt idx="8489">
                  <c:v>41163669</c:v>
                </c:pt>
                <c:pt idx="8490">
                  <c:v>41163848</c:v>
                </c:pt>
                <c:pt idx="8491">
                  <c:v>41164438</c:v>
                </c:pt>
                <c:pt idx="8492">
                  <c:v>41167450</c:v>
                </c:pt>
                <c:pt idx="8493">
                  <c:v>41169885</c:v>
                </c:pt>
                <c:pt idx="8494">
                  <c:v>41173458</c:v>
                </c:pt>
                <c:pt idx="8495">
                  <c:v>41182231</c:v>
                </c:pt>
                <c:pt idx="8496">
                  <c:v>41182810</c:v>
                </c:pt>
                <c:pt idx="8497">
                  <c:v>41183502</c:v>
                </c:pt>
                <c:pt idx="8498">
                  <c:v>41184493</c:v>
                </c:pt>
                <c:pt idx="8499">
                  <c:v>41184724</c:v>
                </c:pt>
                <c:pt idx="8500">
                  <c:v>41185611</c:v>
                </c:pt>
                <c:pt idx="8501">
                  <c:v>41186160</c:v>
                </c:pt>
                <c:pt idx="8502">
                  <c:v>41186535</c:v>
                </c:pt>
                <c:pt idx="8503">
                  <c:v>41186574</c:v>
                </c:pt>
                <c:pt idx="8504">
                  <c:v>41186670</c:v>
                </c:pt>
                <c:pt idx="8505">
                  <c:v>41187254</c:v>
                </c:pt>
                <c:pt idx="8506">
                  <c:v>41188069</c:v>
                </c:pt>
                <c:pt idx="8507">
                  <c:v>41189432</c:v>
                </c:pt>
                <c:pt idx="8508">
                  <c:v>41200992</c:v>
                </c:pt>
                <c:pt idx="8509">
                  <c:v>41201991</c:v>
                </c:pt>
                <c:pt idx="8510">
                  <c:v>41202377</c:v>
                </c:pt>
                <c:pt idx="8511">
                  <c:v>41205194</c:v>
                </c:pt>
                <c:pt idx="8512">
                  <c:v>41205392</c:v>
                </c:pt>
                <c:pt idx="8513">
                  <c:v>41214658</c:v>
                </c:pt>
                <c:pt idx="8514">
                  <c:v>41221707</c:v>
                </c:pt>
                <c:pt idx="8515">
                  <c:v>41222692</c:v>
                </c:pt>
                <c:pt idx="8516">
                  <c:v>41223781</c:v>
                </c:pt>
                <c:pt idx="8517">
                  <c:v>41223829</c:v>
                </c:pt>
                <c:pt idx="8518">
                  <c:v>41225975</c:v>
                </c:pt>
                <c:pt idx="8519">
                  <c:v>41226748</c:v>
                </c:pt>
                <c:pt idx="8520">
                  <c:v>41227465</c:v>
                </c:pt>
                <c:pt idx="8521">
                  <c:v>41233019</c:v>
                </c:pt>
                <c:pt idx="8522">
                  <c:v>41244440</c:v>
                </c:pt>
                <c:pt idx="8523">
                  <c:v>41244830</c:v>
                </c:pt>
                <c:pt idx="8524">
                  <c:v>41245417</c:v>
                </c:pt>
                <c:pt idx="8525">
                  <c:v>41247425</c:v>
                </c:pt>
                <c:pt idx="8526">
                  <c:v>41248030</c:v>
                </c:pt>
                <c:pt idx="8527">
                  <c:v>41248134</c:v>
                </c:pt>
                <c:pt idx="8528">
                  <c:v>41248984</c:v>
                </c:pt>
                <c:pt idx="8529">
                  <c:v>41259369</c:v>
                </c:pt>
                <c:pt idx="8530">
                  <c:v>41273075</c:v>
                </c:pt>
                <c:pt idx="8531">
                  <c:v>41274411</c:v>
                </c:pt>
                <c:pt idx="8532">
                  <c:v>41282541</c:v>
                </c:pt>
                <c:pt idx="8533">
                  <c:v>41285037</c:v>
                </c:pt>
                <c:pt idx="8534">
                  <c:v>41299229</c:v>
                </c:pt>
                <c:pt idx="8535">
                  <c:v>41301071</c:v>
                </c:pt>
                <c:pt idx="8536">
                  <c:v>41309051</c:v>
                </c:pt>
                <c:pt idx="8537">
                  <c:v>41324961</c:v>
                </c:pt>
                <c:pt idx="8538">
                  <c:v>41328601</c:v>
                </c:pt>
                <c:pt idx="8539">
                  <c:v>41328838</c:v>
                </c:pt>
                <c:pt idx="8540">
                  <c:v>41330083</c:v>
                </c:pt>
                <c:pt idx="8541">
                  <c:v>41330513</c:v>
                </c:pt>
                <c:pt idx="8542">
                  <c:v>41334698</c:v>
                </c:pt>
                <c:pt idx="8543">
                  <c:v>41336788</c:v>
                </c:pt>
                <c:pt idx="8544">
                  <c:v>41342330</c:v>
                </c:pt>
                <c:pt idx="8545">
                  <c:v>41352764</c:v>
                </c:pt>
                <c:pt idx="8546">
                  <c:v>41353037</c:v>
                </c:pt>
                <c:pt idx="8547">
                  <c:v>41353424</c:v>
                </c:pt>
                <c:pt idx="8548">
                  <c:v>41356653</c:v>
                </c:pt>
                <c:pt idx="8549">
                  <c:v>41356972</c:v>
                </c:pt>
                <c:pt idx="8550">
                  <c:v>41357972</c:v>
                </c:pt>
                <c:pt idx="8551">
                  <c:v>41370778</c:v>
                </c:pt>
                <c:pt idx="8552">
                  <c:v>41375304</c:v>
                </c:pt>
                <c:pt idx="8553">
                  <c:v>41380313</c:v>
                </c:pt>
                <c:pt idx="8554">
                  <c:v>41389473</c:v>
                </c:pt>
                <c:pt idx="8555">
                  <c:v>41393368</c:v>
                </c:pt>
                <c:pt idx="8556">
                  <c:v>41394376</c:v>
                </c:pt>
                <c:pt idx="8557">
                  <c:v>41397912</c:v>
                </c:pt>
                <c:pt idx="8558">
                  <c:v>41417224</c:v>
                </c:pt>
                <c:pt idx="8559">
                  <c:v>41417666</c:v>
                </c:pt>
                <c:pt idx="8560">
                  <c:v>41417890</c:v>
                </c:pt>
                <c:pt idx="8561">
                  <c:v>41417990</c:v>
                </c:pt>
                <c:pt idx="8562">
                  <c:v>41418262</c:v>
                </c:pt>
                <c:pt idx="8563">
                  <c:v>41418591</c:v>
                </c:pt>
                <c:pt idx="8564">
                  <c:v>41423287</c:v>
                </c:pt>
                <c:pt idx="8565">
                  <c:v>41425280</c:v>
                </c:pt>
                <c:pt idx="8566">
                  <c:v>41430908</c:v>
                </c:pt>
                <c:pt idx="8567">
                  <c:v>41435450</c:v>
                </c:pt>
                <c:pt idx="8568">
                  <c:v>41439202</c:v>
                </c:pt>
                <c:pt idx="8569">
                  <c:v>41441744</c:v>
                </c:pt>
                <c:pt idx="8570">
                  <c:v>41442380</c:v>
                </c:pt>
                <c:pt idx="8571">
                  <c:v>41446101</c:v>
                </c:pt>
                <c:pt idx="8572">
                  <c:v>41451624</c:v>
                </c:pt>
                <c:pt idx="8573">
                  <c:v>41462358</c:v>
                </c:pt>
                <c:pt idx="8574">
                  <c:v>41462596</c:v>
                </c:pt>
                <c:pt idx="8575">
                  <c:v>41474592</c:v>
                </c:pt>
                <c:pt idx="8576">
                  <c:v>41484615</c:v>
                </c:pt>
                <c:pt idx="8577">
                  <c:v>41487945</c:v>
                </c:pt>
                <c:pt idx="8578">
                  <c:v>41490935</c:v>
                </c:pt>
                <c:pt idx="8579">
                  <c:v>41492631</c:v>
                </c:pt>
                <c:pt idx="8580">
                  <c:v>41493097</c:v>
                </c:pt>
                <c:pt idx="8581">
                  <c:v>41493480</c:v>
                </c:pt>
                <c:pt idx="8582">
                  <c:v>41497435</c:v>
                </c:pt>
                <c:pt idx="8583">
                  <c:v>41505808</c:v>
                </c:pt>
                <c:pt idx="8584">
                  <c:v>41506544</c:v>
                </c:pt>
                <c:pt idx="8585">
                  <c:v>41509874</c:v>
                </c:pt>
                <c:pt idx="8586">
                  <c:v>41512386</c:v>
                </c:pt>
                <c:pt idx="8587">
                  <c:v>41513230</c:v>
                </c:pt>
                <c:pt idx="8588">
                  <c:v>41515086</c:v>
                </c:pt>
                <c:pt idx="8589">
                  <c:v>41517962</c:v>
                </c:pt>
                <c:pt idx="8590">
                  <c:v>41518617</c:v>
                </c:pt>
                <c:pt idx="8591">
                  <c:v>41523555</c:v>
                </c:pt>
                <c:pt idx="8592">
                  <c:v>41525352</c:v>
                </c:pt>
                <c:pt idx="8593">
                  <c:v>41536984</c:v>
                </c:pt>
                <c:pt idx="8594">
                  <c:v>41540361</c:v>
                </c:pt>
                <c:pt idx="8595">
                  <c:v>41542581</c:v>
                </c:pt>
                <c:pt idx="8596">
                  <c:v>41542813</c:v>
                </c:pt>
                <c:pt idx="8597">
                  <c:v>41546437</c:v>
                </c:pt>
                <c:pt idx="8598">
                  <c:v>41551649</c:v>
                </c:pt>
                <c:pt idx="8599">
                  <c:v>41551899</c:v>
                </c:pt>
                <c:pt idx="8600">
                  <c:v>41554971</c:v>
                </c:pt>
                <c:pt idx="8601">
                  <c:v>41555332</c:v>
                </c:pt>
                <c:pt idx="8602">
                  <c:v>41555710</c:v>
                </c:pt>
                <c:pt idx="8603">
                  <c:v>41564203</c:v>
                </c:pt>
                <c:pt idx="8604">
                  <c:v>41569419</c:v>
                </c:pt>
                <c:pt idx="8605">
                  <c:v>41573383</c:v>
                </c:pt>
                <c:pt idx="8606">
                  <c:v>41580105</c:v>
                </c:pt>
                <c:pt idx="8607">
                  <c:v>41580141</c:v>
                </c:pt>
                <c:pt idx="8608">
                  <c:v>41581356</c:v>
                </c:pt>
                <c:pt idx="8609">
                  <c:v>41583894</c:v>
                </c:pt>
                <c:pt idx="8610">
                  <c:v>41586191</c:v>
                </c:pt>
                <c:pt idx="8611">
                  <c:v>41599433</c:v>
                </c:pt>
                <c:pt idx="8612">
                  <c:v>41602369</c:v>
                </c:pt>
                <c:pt idx="8613">
                  <c:v>41603358</c:v>
                </c:pt>
                <c:pt idx="8614">
                  <c:v>41609547</c:v>
                </c:pt>
                <c:pt idx="8615">
                  <c:v>41611316</c:v>
                </c:pt>
                <c:pt idx="8616">
                  <c:v>41620295</c:v>
                </c:pt>
                <c:pt idx="8617">
                  <c:v>41622747</c:v>
                </c:pt>
                <c:pt idx="8618">
                  <c:v>41623113</c:v>
                </c:pt>
                <c:pt idx="8619">
                  <c:v>41624228</c:v>
                </c:pt>
                <c:pt idx="8620">
                  <c:v>41624531</c:v>
                </c:pt>
                <c:pt idx="8621">
                  <c:v>41625063</c:v>
                </c:pt>
                <c:pt idx="8622">
                  <c:v>41625484</c:v>
                </c:pt>
                <c:pt idx="8623">
                  <c:v>41626409</c:v>
                </c:pt>
                <c:pt idx="8624">
                  <c:v>41628922</c:v>
                </c:pt>
                <c:pt idx="8625">
                  <c:v>41633822</c:v>
                </c:pt>
                <c:pt idx="8626">
                  <c:v>41634746</c:v>
                </c:pt>
                <c:pt idx="8627">
                  <c:v>41634928</c:v>
                </c:pt>
                <c:pt idx="8628">
                  <c:v>41638478</c:v>
                </c:pt>
                <c:pt idx="8629">
                  <c:v>41649657</c:v>
                </c:pt>
                <c:pt idx="8630">
                  <c:v>41654555</c:v>
                </c:pt>
                <c:pt idx="8631">
                  <c:v>41656124</c:v>
                </c:pt>
                <c:pt idx="8632">
                  <c:v>41657080</c:v>
                </c:pt>
                <c:pt idx="8633">
                  <c:v>41657650</c:v>
                </c:pt>
                <c:pt idx="8634">
                  <c:v>41658450</c:v>
                </c:pt>
                <c:pt idx="8635">
                  <c:v>41658634</c:v>
                </c:pt>
                <c:pt idx="8636">
                  <c:v>41659554</c:v>
                </c:pt>
                <c:pt idx="8637">
                  <c:v>41670776</c:v>
                </c:pt>
                <c:pt idx="8638">
                  <c:v>41671084</c:v>
                </c:pt>
                <c:pt idx="8639">
                  <c:v>41671498</c:v>
                </c:pt>
                <c:pt idx="8640">
                  <c:v>41673332</c:v>
                </c:pt>
                <c:pt idx="8641">
                  <c:v>41674999</c:v>
                </c:pt>
                <c:pt idx="8642">
                  <c:v>41682524</c:v>
                </c:pt>
                <c:pt idx="8643">
                  <c:v>41690401</c:v>
                </c:pt>
                <c:pt idx="8644">
                  <c:v>41694653</c:v>
                </c:pt>
                <c:pt idx="8645">
                  <c:v>41700767</c:v>
                </c:pt>
                <c:pt idx="8646">
                  <c:v>41703468</c:v>
                </c:pt>
                <c:pt idx="8647">
                  <c:v>41725530</c:v>
                </c:pt>
                <c:pt idx="8648">
                  <c:v>41725787</c:v>
                </c:pt>
                <c:pt idx="8649">
                  <c:v>41726352</c:v>
                </c:pt>
                <c:pt idx="8650">
                  <c:v>41727113</c:v>
                </c:pt>
                <c:pt idx="8651">
                  <c:v>41729387</c:v>
                </c:pt>
                <c:pt idx="8652">
                  <c:v>41729772</c:v>
                </c:pt>
                <c:pt idx="8653">
                  <c:v>41730286</c:v>
                </c:pt>
                <c:pt idx="8654">
                  <c:v>41731041</c:v>
                </c:pt>
                <c:pt idx="8655">
                  <c:v>41736425</c:v>
                </c:pt>
                <c:pt idx="8656">
                  <c:v>41737295</c:v>
                </c:pt>
                <c:pt idx="8657">
                  <c:v>41737579</c:v>
                </c:pt>
                <c:pt idx="8658">
                  <c:v>41740510</c:v>
                </c:pt>
                <c:pt idx="8659">
                  <c:v>41740778</c:v>
                </c:pt>
                <c:pt idx="8660">
                  <c:v>41749275</c:v>
                </c:pt>
                <c:pt idx="8661">
                  <c:v>41750618</c:v>
                </c:pt>
                <c:pt idx="8662">
                  <c:v>41753460</c:v>
                </c:pt>
                <c:pt idx="8663">
                  <c:v>41754158</c:v>
                </c:pt>
                <c:pt idx="8664">
                  <c:v>41754265</c:v>
                </c:pt>
                <c:pt idx="8665">
                  <c:v>41754287</c:v>
                </c:pt>
                <c:pt idx="8666">
                  <c:v>41759298</c:v>
                </c:pt>
                <c:pt idx="8667">
                  <c:v>41759496</c:v>
                </c:pt>
                <c:pt idx="8668">
                  <c:v>41759720</c:v>
                </c:pt>
                <c:pt idx="8669">
                  <c:v>41759869</c:v>
                </c:pt>
                <c:pt idx="8670">
                  <c:v>41760026</c:v>
                </c:pt>
                <c:pt idx="8671">
                  <c:v>41760147</c:v>
                </c:pt>
                <c:pt idx="8672">
                  <c:v>41760156</c:v>
                </c:pt>
                <c:pt idx="8673">
                  <c:v>41760278</c:v>
                </c:pt>
                <c:pt idx="8674">
                  <c:v>41760401</c:v>
                </c:pt>
                <c:pt idx="8675">
                  <c:v>41760506</c:v>
                </c:pt>
                <c:pt idx="8676">
                  <c:v>41762530</c:v>
                </c:pt>
                <c:pt idx="8677">
                  <c:v>41763203</c:v>
                </c:pt>
                <c:pt idx="8678">
                  <c:v>41763372</c:v>
                </c:pt>
                <c:pt idx="8679">
                  <c:v>41775801</c:v>
                </c:pt>
                <c:pt idx="8680">
                  <c:v>41778466</c:v>
                </c:pt>
                <c:pt idx="8681">
                  <c:v>41782603</c:v>
                </c:pt>
                <c:pt idx="8682">
                  <c:v>41783094</c:v>
                </c:pt>
                <c:pt idx="8683">
                  <c:v>41788213</c:v>
                </c:pt>
                <c:pt idx="8684">
                  <c:v>41790385</c:v>
                </c:pt>
                <c:pt idx="8685">
                  <c:v>41792154</c:v>
                </c:pt>
                <c:pt idx="8686">
                  <c:v>41805052</c:v>
                </c:pt>
                <c:pt idx="8687">
                  <c:v>41807042</c:v>
                </c:pt>
                <c:pt idx="8688">
                  <c:v>41813495</c:v>
                </c:pt>
                <c:pt idx="8689">
                  <c:v>41815233</c:v>
                </c:pt>
                <c:pt idx="8690">
                  <c:v>41817517</c:v>
                </c:pt>
                <c:pt idx="8691">
                  <c:v>41825347</c:v>
                </c:pt>
                <c:pt idx="8692">
                  <c:v>41828432</c:v>
                </c:pt>
                <c:pt idx="8693">
                  <c:v>41841752</c:v>
                </c:pt>
                <c:pt idx="8694">
                  <c:v>41842576</c:v>
                </c:pt>
                <c:pt idx="8695">
                  <c:v>41844353</c:v>
                </c:pt>
                <c:pt idx="8696">
                  <c:v>41846760</c:v>
                </c:pt>
                <c:pt idx="8697">
                  <c:v>41851165</c:v>
                </c:pt>
                <c:pt idx="8698">
                  <c:v>41864548</c:v>
                </c:pt>
                <c:pt idx="8699">
                  <c:v>41868305</c:v>
                </c:pt>
                <c:pt idx="8700">
                  <c:v>41870589</c:v>
                </c:pt>
                <c:pt idx="8701">
                  <c:v>41870895</c:v>
                </c:pt>
                <c:pt idx="8702">
                  <c:v>41871021</c:v>
                </c:pt>
                <c:pt idx="8703">
                  <c:v>41871116</c:v>
                </c:pt>
                <c:pt idx="8704">
                  <c:v>41871343</c:v>
                </c:pt>
                <c:pt idx="8705">
                  <c:v>41872957</c:v>
                </c:pt>
                <c:pt idx="8706">
                  <c:v>41874532</c:v>
                </c:pt>
                <c:pt idx="8707">
                  <c:v>41889953</c:v>
                </c:pt>
                <c:pt idx="8708">
                  <c:v>41890638</c:v>
                </c:pt>
                <c:pt idx="8709">
                  <c:v>41891106</c:v>
                </c:pt>
                <c:pt idx="8710">
                  <c:v>41892021</c:v>
                </c:pt>
                <c:pt idx="8711">
                  <c:v>41892755</c:v>
                </c:pt>
                <c:pt idx="8712">
                  <c:v>41893192</c:v>
                </c:pt>
                <c:pt idx="8713">
                  <c:v>41895760</c:v>
                </c:pt>
                <c:pt idx="8714">
                  <c:v>41896960</c:v>
                </c:pt>
                <c:pt idx="8715">
                  <c:v>41899811</c:v>
                </c:pt>
                <c:pt idx="8716">
                  <c:v>41901566</c:v>
                </c:pt>
                <c:pt idx="8717">
                  <c:v>41901612</c:v>
                </c:pt>
                <c:pt idx="8718">
                  <c:v>41902697</c:v>
                </c:pt>
                <c:pt idx="8719">
                  <c:v>41913505</c:v>
                </c:pt>
                <c:pt idx="8720">
                  <c:v>41915873</c:v>
                </c:pt>
                <c:pt idx="8721">
                  <c:v>41915882</c:v>
                </c:pt>
                <c:pt idx="8722">
                  <c:v>41915902</c:v>
                </c:pt>
                <c:pt idx="8723">
                  <c:v>41916235</c:v>
                </c:pt>
                <c:pt idx="8724">
                  <c:v>41916406</c:v>
                </c:pt>
                <c:pt idx="8725">
                  <c:v>41918196</c:v>
                </c:pt>
                <c:pt idx="8726">
                  <c:v>41918222</c:v>
                </c:pt>
                <c:pt idx="8727">
                  <c:v>41919073</c:v>
                </c:pt>
                <c:pt idx="8728">
                  <c:v>41921476</c:v>
                </c:pt>
                <c:pt idx="8729">
                  <c:v>41924212</c:v>
                </c:pt>
                <c:pt idx="8730">
                  <c:v>41924815</c:v>
                </c:pt>
                <c:pt idx="8731">
                  <c:v>41925087</c:v>
                </c:pt>
                <c:pt idx="8732">
                  <c:v>41925695</c:v>
                </c:pt>
                <c:pt idx="8733">
                  <c:v>41928855</c:v>
                </c:pt>
                <c:pt idx="8734">
                  <c:v>41937968</c:v>
                </c:pt>
                <c:pt idx="8735">
                  <c:v>41942033</c:v>
                </c:pt>
                <c:pt idx="8736">
                  <c:v>41943016</c:v>
                </c:pt>
                <c:pt idx="8737">
                  <c:v>41943569</c:v>
                </c:pt>
                <c:pt idx="8738">
                  <c:v>41948914</c:v>
                </c:pt>
                <c:pt idx="8739">
                  <c:v>41967175</c:v>
                </c:pt>
                <c:pt idx="8740">
                  <c:v>41968306</c:v>
                </c:pt>
                <c:pt idx="8741">
                  <c:v>41987390</c:v>
                </c:pt>
                <c:pt idx="8742">
                  <c:v>41987545</c:v>
                </c:pt>
                <c:pt idx="8743">
                  <c:v>41987717</c:v>
                </c:pt>
                <c:pt idx="8744">
                  <c:v>41988212</c:v>
                </c:pt>
                <c:pt idx="8745">
                  <c:v>41988296</c:v>
                </c:pt>
                <c:pt idx="8746">
                  <c:v>41988672</c:v>
                </c:pt>
                <c:pt idx="8747">
                  <c:v>41992899</c:v>
                </c:pt>
                <c:pt idx="8748">
                  <c:v>41994158</c:v>
                </c:pt>
                <c:pt idx="8749">
                  <c:v>41998403</c:v>
                </c:pt>
                <c:pt idx="8750">
                  <c:v>42005056</c:v>
                </c:pt>
                <c:pt idx="8751">
                  <c:v>42019054</c:v>
                </c:pt>
                <c:pt idx="8752">
                  <c:v>42022786</c:v>
                </c:pt>
                <c:pt idx="8753">
                  <c:v>42024546</c:v>
                </c:pt>
                <c:pt idx="8754">
                  <c:v>42024723</c:v>
                </c:pt>
                <c:pt idx="8755">
                  <c:v>42025028</c:v>
                </c:pt>
                <c:pt idx="8756">
                  <c:v>42026358</c:v>
                </c:pt>
                <c:pt idx="8757">
                  <c:v>42027488</c:v>
                </c:pt>
                <c:pt idx="8758">
                  <c:v>42027933</c:v>
                </c:pt>
                <c:pt idx="8759">
                  <c:v>42030654</c:v>
                </c:pt>
                <c:pt idx="8760">
                  <c:v>42034108</c:v>
                </c:pt>
                <c:pt idx="8761">
                  <c:v>42039397</c:v>
                </c:pt>
                <c:pt idx="8762">
                  <c:v>42041642</c:v>
                </c:pt>
                <c:pt idx="8763">
                  <c:v>42052165</c:v>
                </c:pt>
                <c:pt idx="8764">
                  <c:v>42058672</c:v>
                </c:pt>
                <c:pt idx="8765">
                  <c:v>42060938</c:v>
                </c:pt>
                <c:pt idx="8766">
                  <c:v>42061301</c:v>
                </c:pt>
                <c:pt idx="8767">
                  <c:v>42061842</c:v>
                </c:pt>
                <c:pt idx="8768">
                  <c:v>42076206</c:v>
                </c:pt>
                <c:pt idx="8769">
                  <c:v>42077221</c:v>
                </c:pt>
                <c:pt idx="8770">
                  <c:v>42077848</c:v>
                </c:pt>
                <c:pt idx="8771">
                  <c:v>42078485</c:v>
                </c:pt>
                <c:pt idx="8772">
                  <c:v>42079466</c:v>
                </c:pt>
                <c:pt idx="8773">
                  <c:v>42086932</c:v>
                </c:pt>
                <c:pt idx="8774">
                  <c:v>42087055</c:v>
                </c:pt>
                <c:pt idx="8775">
                  <c:v>42092664</c:v>
                </c:pt>
                <c:pt idx="8776">
                  <c:v>42098573</c:v>
                </c:pt>
                <c:pt idx="8777">
                  <c:v>42104406</c:v>
                </c:pt>
                <c:pt idx="8778">
                  <c:v>42112348</c:v>
                </c:pt>
                <c:pt idx="8779">
                  <c:v>42124145</c:v>
                </c:pt>
                <c:pt idx="8780">
                  <c:v>42124342</c:v>
                </c:pt>
                <c:pt idx="8781">
                  <c:v>42126061</c:v>
                </c:pt>
                <c:pt idx="8782">
                  <c:v>42128247</c:v>
                </c:pt>
                <c:pt idx="8783">
                  <c:v>42128478</c:v>
                </c:pt>
                <c:pt idx="8784">
                  <c:v>42136450</c:v>
                </c:pt>
                <c:pt idx="8785">
                  <c:v>42142423</c:v>
                </c:pt>
                <c:pt idx="8786">
                  <c:v>42142432</c:v>
                </c:pt>
                <c:pt idx="8787">
                  <c:v>42142442</c:v>
                </c:pt>
                <c:pt idx="8788">
                  <c:v>42145794</c:v>
                </c:pt>
                <c:pt idx="8789">
                  <c:v>42145873</c:v>
                </c:pt>
                <c:pt idx="8790">
                  <c:v>42148083</c:v>
                </c:pt>
                <c:pt idx="8791">
                  <c:v>42150615</c:v>
                </c:pt>
                <c:pt idx="8792">
                  <c:v>42159429</c:v>
                </c:pt>
                <c:pt idx="8793">
                  <c:v>42162504</c:v>
                </c:pt>
                <c:pt idx="8794">
                  <c:v>42163995</c:v>
                </c:pt>
                <c:pt idx="8795">
                  <c:v>42164637</c:v>
                </c:pt>
                <c:pt idx="8796">
                  <c:v>42165005</c:v>
                </c:pt>
                <c:pt idx="8797">
                  <c:v>42173580</c:v>
                </c:pt>
                <c:pt idx="8798">
                  <c:v>42181172</c:v>
                </c:pt>
                <c:pt idx="8799">
                  <c:v>42181585</c:v>
                </c:pt>
                <c:pt idx="8800">
                  <c:v>42181868</c:v>
                </c:pt>
                <c:pt idx="8801">
                  <c:v>42182768</c:v>
                </c:pt>
                <c:pt idx="8802">
                  <c:v>42184002</c:v>
                </c:pt>
                <c:pt idx="8803">
                  <c:v>42184182</c:v>
                </c:pt>
                <c:pt idx="8804">
                  <c:v>42184665</c:v>
                </c:pt>
                <c:pt idx="8805">
                  <c:v>42186156</c:v>
                </c:pt>
                <c:pt idx="8806">
                  <c:v>42186296</c:v>
                </c:pt>
                <c:pt idx="8807">
                  <c:v>42195277</c:v>
                </c:pt>
                <c:pt idx="8808">
                  <c:v>42198797</c:v>
                </c:pt>
                <c:pt idx="8809">
                  <c:v>42206556</c:v>
                </c:pt>
                <c:pt idx="8810">
                  <c:v>42206850</c:v>
                </c:pt>
                <c:pt idx="8811">
                  <c:v>42206989</c:v>
                </c:pt>
                <c:pt idx="8812">
                  <c:v>42207063</c:v>
                </c:pt>
                <c:pt idx="8813">
                  <c:v>42207137</c:v>
                </c:pt>
                <c:pt idx="8814">
                  <c:v>42207504</c:v>
                </c:pt>
                <c:pt idx="8815">
                  <c:v>42208502</c:v>
                </c:pt>
                <c:pt idx="8816">
                  <c:v>42208508</c:v>
                </c:pt>
                <c:pt idx="8817">
                  <c:v>42210128</c:v>
                </c:pt>
                <c:pt idx="8818">
                  <c:v>42210827</c:v>
                </c:pt>
                <c:pt idx="8819">
                  <c:v>42211727</c:v>
                </c:pt>
                <c:pt idx="8820">
                  <c:v>42211864</c:v>
                </c:pt>
                <c:pt idx="8821">
                  <c:v>42213705</c:v>
                </c:pt>
                <c:pt idx="8822">
                  <c:v>42217211</c:v>
                </c:pt>
                <c:pt idx="8823">
                  <c:v>42217929</c:v>
                </c:pt>
                <c:pt idx="8824">
                  <c:v>42220816</c:v>
                </c:pt>
                <c:pt idx="8825">
                  <c:v>42223748</c:v>
                </c:pt>
                <c:pt idx="8826">
                  <c:v>42232288</c:v>
                </c:pt>
                <c:pt idx="8827">
                  <c:v>42235382</c:v>
                </c:pt>
                <c:pt idx="8828">
                  <c:v>42235938</c:v>
                </c:pt>
                <c:pt idx="8829">
                  <c:v>42237015</c:v>
                </c:pt>
                <c:pt idx="8830">
                  <c:v>42237057</c:v>
                </c:pt>
                <c:pt idx="8831">
                  <c:v>42237208</c:v>
                </c:pt>
                <c:pt idx="8832">
                  <c:v>42241410</c:v>
                </c:pt>
                <c:pt idx="8833">
                  <c:v>42241463</c:v>
                </c:pt>
                <c:pt idx="8834">
                  <c:v>42243678</c:v>
                </c:pt>
                <c:pt idx="8835">
                  <c:v>42257649</c:v>
                </c:pt>
                <c:pt idx="8836">
                  <c:v>42257676</c:v>
                </c:pt>
                <c:pt idx="8837">
                  <c:v>42257859</c:v>
                </c:pt>
                <c:pt idx="8838">
                  <c:v>42258575</c:v>
                </c:pt>
                <c:pt idx="8839">
                  <c:v>42258737</c:v>
                </c:pt>
                <c:pt idx="8840">
                  <c:v>42259254</c:v>
                </c:pt>
                <c:pt idx="8841">
                  <c:v>42263862</c:v>
                </c:pt>
                <c:pt idx="8842">
                  <c:v>42270695</c:v>
                </c:pt>
                <c:pt idx="8843">
                  <c:v>42280517</c:v>
                </c:pt>
                <c:pt idx="8844">
                  <c:v>42284456</c:v>
                </c:pt>
                <c:pt idx="8845">
                  <c:v>42289117</c:v>
                </c:pt>
                <c:pt idx="8846">
                  <c:v>42290319</c:v>
                </c:pt>
                <c:pt idx="8847">
                  <c:v>42304013</c:v>
                </c:pt>
                <c:pt idx="8848">
                  <c:v>42305223</c:v>
                </c:pt>
                <c:pt idx="8849">
                  <c:v>42306668</c:v>
                </c:pt>
                <c:pt idx="8850">
                  <c:v>42309288</c:v>
                </c:pt>
                <c:pt idx="8851">
                  <c:v>42315182</c:v>
                </c:pt>
                <c:pt idx="8852">
                  <c:v>42317399</c:v>
                </c:pt>
                <c:pt idx="8853">
                  <c:v>42317562</c:v>
                </c:pt>
                <c:pt idx="8854">
                  <c:v>42318170</c:v>
                </c:pt>
                <c:pt idx="8855">
                  <c:v>42321123</c:v>
                </c:pt>
                <c:pt idx="8856">
                  <c:v>42322162</c:v>
                </c:pt>
                <c:pt idx="8857">
                  <c:v>42323134</c:v>
                </c:pt>
                <c:pt idx="8858">
                  <c:v>42326598</c:v>
                </c:pt>
                <c:pt idx="8859">
                  <c:v>42337224</c:v>
                </c:pt>
                <c:pt idx="8860">
                  <c:v>42338560</c:v>
                </c:pt>
                <c:pt idx="8861">
                  <c:v>42338944</c:v>
                </c:pt>
                <c:pt idx="8862">
                  <c:v>42340004</c:v>
                </c:pt>
                <c:pt idx="8863">
                  <c:v>42341047</c:v>
                </c:pt>
                <c:pt idx="8864">
                  <c:v>42341474</c:v>
                </c:pt>
                <c:pt idx="8865">
                  <c:v>42341681</c:v>
                </c:pt>
                <c:pt idx="8866">
                  <c:v>42342936</c:v>
                </c:pt>
                <c:pt idx="8867">
                  <c:v>42344477</c:v>
                </c:pt>
                <c:pt idx="8868">
                  <c:v>42346165</c:v>
                </c:pt>
                <c:pt idx="8869">
                  <c:v>42347997</c:v>
                </c:pt>
                <c:pt idx="8870">
                  <c:v>42348704</c:v>
                </c:pt>
                <c:pt idx="8871">
                  <c:v>42363185</c:v>
                </c:pt>
                <c:pt idx="8872">
                  <c:v>42363682</c:v>
                </c:pt>
                <c:pt idx="8873">
                  <c:v>42364313</c:v>
                </c:pt>
                <c:pt idx="8874">
                  <c:v>42364690</c:v>
                </c:pt>
                <c:pt idx="8875">
                  <c:v>42366229</c:v>
                </c:pt>
                <c:pt idx="8876">
                  <c:v>42367457</c:v>
                </c:pt>
                <c:pt idx="8877">
                  <c:v>42368837</c:v>
                </c:pt>
                <c:pt idx="8878">
                  <c:v>42368866</c:v>
                </c:pt>
                <c:pt idx="8879">
                  <c:v>42371444</c:v>
                </c:pt>
                <c:pt idx="8880">
                  <c:v>42378586</c:v>
                </c:pt>
                <c:pt idx="8881">
                  <c:v>42378888</c:v>
                </c:pt>
                <c:pt idx="8882">
                  <c:v>42389296</c:v>
                </c:pt>
                <c:pt idx="8883">
                  <c:v>42389898</c:v>
                </c:pt>
                <c:pt idx="8884">
                  <c:v>42391779</c:v>
                </c:pt>
                <c:pt idx="8885">
                  <c:v>42392218</c:v>
                </c:pt>
                <c:pt idx="8886">
                  <c:v>42393003</c:v>
                </c:pt>
                <c:pt idx="8887">
                  <c:v>42393680</c:v>
                </c:pt>
                <c:pt idx="8888">
                  <c:v>42394308</c:v>
                </c:pt>
                <c:pt idx="8889">
                  <c:v>42394770</c:v>
                </c:pt>
                <c:pt idx="8890">
                  <c:v>42396165</c:v>
                </c:pt>
                <c:pt idx="8891">
                  <c:v>42396604</c:v>
                </c:pt>
                <c:pt idx="8892">
                  <c:v>42396648</c:v>
                </c:pt>
                <c:pt idx="8893">
                  <c:v>42397222</c:v>
                </c:pt>
                <c:pt idx="8894">
                  <c:v>42398473</c:v>
                </c:pt>
                <c:pt idx="8895">
                  <c:v>42400147</c:v>
                </c:pt>
                <c:pt idx="8896">
                  <c:v>42404307</c:v>
                </c:pt>
                <c:pt idx="8897">
                  <c:v>42420820</c:v>
                </c:pt>
                <c:pt idx="8898">
                  <c:v>42422284</c:v>
                </c:pt>
                <c:pt idx="8899">
                  <c:v>42422385</c:v>
                </c:pt>
                <c:pt idx="8900">
                  <c:v>42429133</c:v>
                </c:pt>
                <c:pt idx="8901">
                  <c:v>42436682</c:v>
                </c:pt>
                <c:pt idx="8902">
                  <c:v>42438368</c:v>
                </c:pt>
                <c:pt idx="8903">
                  <c:v>42442796</c:v>
                </c:pt>
                <c:pt idx="8904">
                  <c:v>42446801</c:v>
                </c:pt>
                <c:pt idx="8905">
                  <c:v>42452430</c:v>
                </c:pt>
                <c:pt idx="8906">
                  <c:v>42460737</c:v>
                </c:pt>
                <c:pt idx="8907">
                  <c:v>42461243</c:v>
                </c:pt>
                <c:pt idx="8908">
                  <c:v>42464666</c:v>
                </c:pt>
                <c:pt idx="8909">
                  <c:v>42465159</c:v>
                </c:pt>
                <c:pt idx="8910">
                  <c:v>42467501</c:v>
                </c:pt>
                <c:pt idx="8911">
                  <c:v>42467547</c:v>
                </c:pt>
                <c:pt idx="8912">
                  <c:v>42469079</c:v>
                </c:pt>
                <c:pt idx="8913">
                  <c:v>42469110</c:v>
                </c:pt>
                <c:pt idx="8914">
                  <c:v>42475844</c:v>
                </c:pt>
                <c:pt idx="8915">
                  <c:v>42479379</c:v>
                </c:pt>
                <c:pt idx="8916">
                  <c:v>42495749</c:v>
                </c:pt>
                <c:pt idx="8917">
                  <c:v>42497261</c:v>
                </c:pt>
                <c:pt idx="8918">
                  <c:v>42497266</c:v>
                </c:pt>
                <c:pt idx="8919">
                  <c:v>42497851</c:v>
                </c:pt>
                <c:pt idx="8920">
                  <c:v>42498143</c:v>
                </c:pt>
                <c:pt idx="8921">
                  <c:v>42500052</c:v>
                </c:pt>
                <c:pt idx="8922">
                  <c:v>42503218</c:v>
                </c:pt>
                <c:pt idx="8923">
                  <c:v>42507554</c:v>
                </c:pt>
                <c:pt idx="8924">
                  <c:v>42519610</c:v>
                </c:pt>
                <c:pt idx="8925">
                  <c:v>42522179</c:v>
                </c:pt>
                <c:pt idx="8926">
                  <c:v>42523172</c:v>
                </c:pt>
                <c:pt idx="8927">
                  <c:v>42524032</c:v>
                </c:pt>
                <c:pt idx="8928">
                  <c:v>42528616</c:v>
                </c:pt>
                <c:pt idx="8929">
                  <c:v>42544975</c:v>
                </c:pt>
                <c:pt idx="8930">
                  <c:v>42545666</c:v>
                </c:pt>
                <c:pt idx="8931">
                  <c:v>42550280</c:v>
                </c:pt>
                <c:pt idx="8932">
                  <c:v>42550630</c:v>
                </c:pt>
                <c:pt idx="8933">
                  <c:v>42555841</c:v>
                </c:pt>
                <c:pt idx="8934">
                  <c:v>42556362</c:v>
                </c:pt>
                <c:pt idx="8935">
                  <c:v>42556478</c:v>
                </c:pt>
                <c:pt idx="8936">
                  <c:v>42556587</c:v>
                </c:pt>
                <c:pt idx="8937">
                  <c:v>42556650</c:v>
                </c:pt>
                <c:pt idx="8938">
                  <c:v>42556710</c:v>
                </c:pt>
                <c:pt idx="8939">
                  <c:v>42556935</c:v>
                </c:pt>
                <c:pt idx="8940">
                  <c:v>42557011</c:v>
                </c:pt>
                <c:pt idx="8941">
                  <c:v>42557072</c:v>
                </c:pt>
                <c:pt idx="8942">
                  <c:v>42557167</c:v>
                </c:pt>
                <c:pt idx="8943">
                  <c:v>42557209</c:v>
                </c:pt>
                <c:pt idx="8944">
                  <c:v>42559765</c:v>
                </c:pt>
                <c:pt idx="8945">
                  <c:v>42559884</c:v>
                </c:pt>
                <c:pt idx="8946">
                  <c:v>42559934</c:v>
                </c:pt>
                <c:pt idx="8947">
                  <c:v>42559977</c:v>
                </c:pt>
                <c:pt idx="8948">
                  <c:v>42560033</c:v>
                </c:pt>
                <c:pt idx="8949">
                  <c:v>42560074</c:v>
                </c:pt>
                <c:pt idx="8950">
                  <c:v>42560180</c:v>
                </c:pt>
                <c:pt idx="8951">
                  <c:v>42560255</c:v>
                </c:pt>
                <c:pt idx="8952">
                  <c:v>42560291</c:v>
                </c:pt>
                <c:pt idx="8953">
                  <c:v>42560515</c:v>
                </c:pt>
                <c:pt idx="8954">
                  <c:v>42560599</c:v>
                </c:pt>
                <c:pt idx="8955">
                  <c:v>42561053</c:v>
                </c:pt>
                <c:pt idx="8956">
                  <c:v>42561143</c:v>
                </c:pt>
                <c:pt idx="8957">
                  <c:v>42561184</c:v>
                </c:pt>
                <c:pt idx="8958">
                  <c:v>42561255</c:v>
                </c:pt>
                <c:pt idx="8959">
                  <c:v>42561317</c:v>
                </c:pt>
                <c:pt idx="8960">
                  <c:v>42561395</c:v>
                </c:pt>
                <c:pt idx="8961">
                  <c:v>42561464</c:v>
                </c:pt>
                <c:pt idx="8962">
                  <c:v>42561520</c:v>
                </c:pt>
                <c:pt idx="8963">
                  <c:v>42561563</c:v>
                </c:pt>
                <c:pt idx="8964">
                  <c:v>42561603</c:v>
                </c:pt>
                <c:pt idx="8965">
                  <c:v>42567625</c:v>
                </c:pt>
                <c:pt idx="8966">
                  <c:v>42579820</c:v>
                </c:pt>
                <c:pt idx="8967">
                  <c:v>42588577</c:v>
                </c:pt>
                <c:pt idx="8968">
                  <c:v>42591029</c:v>
                </c:pt>
                <c:pt idx="8969">
                  <c:v>42592354</c:v>
                </c:pt>
                <c:pt idx="8970">
                  <c:v>42592456</c:v>
                </c:pt>
                <c:pt idx="8971">
                  <c:v>42595084</c:v>
                </c:pt>
                <c:pt idx="8972">
                  <c:v>42617265</c:v>
                </c:pt>
                <c:pt idx="8973">
                  <c:v>42626880</c:v>
                </c:pt>
                <c:pt idx="8974">
                  <c:v>42627451</c:v>
                </c:pt>
                <c:pt idx="8975">
                  <c:v>42627850</c:v>
                </c:pt>
                <c:pt idx="8976">
                  <c:v>42628401</c:v>
                </c:pt>
                <c:pt idx="8977">
                  <c:v>42629775</c:v>
                </c:pt>
                <c:pt idx="8978">
                  <c:v>42631062</c:v>
                </c:pt>
                <c:pt idx="8979">
                  <c:v>42632046</c:v>
                </c:pt>
                <c:pt idx="8980">
                  <c:v>42634969</c:v>
                </c:pt>
                <c:pt idx="8981">
                  <c:v>42635204</c:v>
                </c:pt>
                <c:pt idx="8982">
                  <c:v>42649154</c:v>
                </c:pt>
                <c:pt idx="8983">
                  <c:v>42649985</c:v>
                </c:pt>
                <c:pt idx="8984">
                  <c:v>42650380</c:v>
                </c:pt>
                <c:pt idx="8985">
                  <c:v>42650762</c:v>
                </c:pt>
                <c:pt idx="8986">
                  <c:v>42654223</c:v>
                </c:pt>
                <c:pt idx="8987">
                  <c:v>42673691</c:v>
                </c:pt>
                <c:pt idx="8988">
                  <c:v>42674543</c:v>
                </c:pt>
                <c:pt idx="8989">
                  <c:v>42676072</c:v>
                </c:pt>
                <c:pt idx="8990">
                  <c:v>42678154</c:v>
                </c:pt>
                <c:pt idx="8991">
                  <c:v>42680178</c:v>
                </c:pt>
                <c:pt idx="8992">
                  <c:v>42685153</c:v>
                </c:pt>
                <c:pt idx="8993">
                  <c:v>42695032</c:v>
                </c:pt>
                <c:pt idx="8994">
                  <c:v>42695360</c:v>
                </c:pt>
                <c:pt idx="8995">
                  <c:v>42696756</c:v>
                </c:pt>
                <c:pt idx="8996">
                  <c:v>42698330</c:v>
                </c:pt>
                <c:pt idx="8997">
                  <c:v>42700032</c:v>
                </c:pt>
                <c:pt idx="8998">
                  <c:v>42700804</c:v>
                </c:pt>
                <c:pt idx="8999">
                  <c:v>42701038</c:v>
                </c:pt>
                <c:pt idx="9000">
                  <c:v>42701996</c:v>
                </c:pt>
                <c:pt idx="9001">
                  <c:v>42702432</c:v>
                </c:pt>
                <c:pt idx="9002">
                  <c:v>42703134</c:v>
                </c:pt>
                <c:pt idx="9003">
                  <c:v>42703301</c:v>
                </c:pt>
                <c:pt idx="9004">
                  <c:v>42703539</c:v>
                </c:pt>
                <c:pt idx="9005">
                  <c:v>42704032</c:v>
                </c:pt>
                <c:pt idx="9006">
                  <c:v>42721322</c:v>
                </c:pt>
                <c:pt idx="9007">
                  <c:v>42745884</c:v>
                </c:pt>
                <c:pt idx="9008">
                  <c:v>42745899</c:v>
                </c:pt>
                <c:pt idx="9009">
                  <c:v>42745924</c:v>
                </c:pt>
                <c:pt idx="9010">
                  <c:v>42745944</c:v>
                </c:pt>
                <c:pt idx="9011">
                  <c:v>42746012</c:v>
                </c:pt>
                <c:pt idx="9012">
                  <c:v>42746263</c:v>
                </c:pt>
                <c:pt idx="9013">
                  <c:v>42747942</c:v>
                </c:pt>
                <c:pt idx="9014">
                  <c:v>42748094</c:v>
                </c:pt>
                <c:pt idx="9015">
                  <c:v>42749460</c:v>
                </c:pt>
                <c:pt idx="9016">
                  <c:v>42751164</c:v>
                </c:pt>
                <c:pt idx="9017">
                  <c:v>42754457</c:v>
                </c:pt>
                <c:pt idx="9018">
                  <c:v>42769328</c:v>
                </c:pt>
                <c:pt idx="9019">
                  <c:v>42770431</c:v>
                </c:pt>
                <c:pt idx="9020">
                  <c:v>42770796</c:v>
                </c:pt>
                <c:pt idx="9021">
                  <c:v>42780450</c:v>
                </c:pt>
                <c:pt idx="9022">
                  <c:v>42782387</c:v>
                </c:pt>
                <c:pt idx="9023">
                  <c:v>42785473</c:v>
                </c:pt>
                <c:pt idx="9024">
                  <c:v>42786058</c:v>
                </c:pt>
                <c:pt idx="9025">
                  <c:v>42794221</c:v>
                </c:pt>
                <c:pt idx="9026">
                  <c:v>42799068</c:v>
                </c:pt>
                <c:pt idx="9027">
                  <c:v>42799302</c:v>
                </c:pt>
                <c:pt idx="9028">
                  <c:v>42800430</c:v>
                </c:pt>
                <c:pt idx="9029">
                  <c:v>42800779</c:v>
                </c:pt>
                <c:pt idx="9030">
                  <c:v>42804293</c:v>
                </c:pt>
                <c:pt idx="9031">
                  <c:v>42805721</c:v>
                </c:pt>
                <c:pt idx="9032">
                  <c:v>42817755</c:v>
                </c:pt>
                <c:pt idx="9033">
                  <c:v>42817925</c:v>
                </c:pt>
                <c:pt idx="9034">
                  <c:v>42818667</c:v>
                </c:pt>
                <c:pt idx="9035">
                  <c:v>42818750</c:v>
                </c:pt>
                <c:pt idx="9036">
                  <c:v>42818933</c:v>
                </c:pt>
                <c:pt idx="9037">
                  <c:v>42822331</c:v>
                </c:pt>
                <c:pt idx="9038">
                  <c:v>42822500</c:v>
                </c:pt>
                <c:pt idx="9039">
                  <c:v>42822570</c:v>
                </c:pt>
                <c:pt idx="9040">
                  <c:v>42822864</c:v>
                </c:pt>
                <c:pt idx="9041">
                  <c:v>42843062</c:v>
                </c:pt>
                <c:pt idx="9042">
                  <c:v>42845422</c:v>
                </c:pt>
                <c:pt idx="9043">
                  <c:v>42846298</c:v>
                </c:pt>
                <c:pt idx="9044">
                  <c:v>42847547</c:v>
                </c:pt>
                <c:pt idx="9045">
                  <c:v>42847791</c:v>
                </c:pt>
                <c:pt idx="9046">
                  <c:v>42849015</c:v>
                </c:pt>
                <c:pt idx="9047">
                  <c:v>42850656</c:v>
                </c:pt>
                <c:pt idx="9048">
                  <c:v>42850728</c:v>
                </c:pt>
                <c:pt idx="9049">
                  <c:v>42851100</c:v>
                </c:pt>
                <c:pt idx="9050">
                  <c:v>42858275</c:v>
                </c:pt>
                <c:pt idx="9051">
                  <c:v>42865706</c:v>
                </c:pt>
                <c:pt idx="9052">
                  <c:v>42866171</c:v>
                </c:pt>
                <c:pt idx="9053">
                  <c:v>42866320</c:v>
                </c:pt>
                <c:pt idx="9054">
                  <c:v>42868913</c:v>
                </c:pt>
                <c:pt idx="9055">
                  <c:v>42869570</c:v>
                </c:pt>
                <c:pt idx="9056">
                  <c:v>42882231</c:v>
                </c:pt>
                <c:pt idx="9057">
                  <c:v>42884960</c:v>
                </c:pt>
                <c:pt idx="9058">
                  <c:v>42888849</c:v>
                </c:pt>
                <c:pt idx="9059">
                  <c:v>42896507</c:v>
                </c:pt>
                <c:pt idx="9060">
                  <c:v>42897069</c:v>
                </c:pt>
                <c:pt idx="9061">
                  <c:v>42897141</c:v>
                </c:pt>
                <c:pt idx="9062">
                  <c:v>42898320</c:v>
                </c:pt>
                <c:pt idx="9063">
                  <c:v>42898423</c:v>
                </c:pt>
                <c:pt idx="9064">
                  <c:v>42898531</c:v>
                </c:pt>
                <c:pt idx="9065">
                  <c:v>42898636</c:v>
                </c:pt>
                <c:pt idx="9066">
                  <c:v>42900793</c:v>
                </c:pt>
                <c:pt idx="9067">
                  <c:v>42906014</c:v>
                </c:pt>
                <c:pt idx="9068">
                  <c:v>42908733</c:v>
                </c:pt>
                <c:pt idx="9069">
                  <c:v>42911339</c:v>
                </c:pt>
                <c:pt idx="9070">
                  <c:v>42916816</c:v>
                </c:pt>
                <c:pt idx="9071">
                  <c:v>42918775</c:v>
                </c:pt>
                <c:pt idx="9072">
                  <c:v>42918882</c:v>
                </c:pt>
                <c:pt idx="9073">
                  <c:v>42919584</c:v>
                </c:pt>
                <c:pt idx="9074">
                  <c:v>42919667</c:v>
                </c:pt>
                <c:pt idx="9075">
                  <c:v>42919866</c:v>
                </c:pt>
                <c:pt idx="9076">
                  <c:v>42932813</c:v>
                </c:pt>
                <c:pt idx="9077">
                  <c:v>42935971</c:v>
                </c:pt>
                <c:pt idx="9078">
                  <c:v>42936892</c:v>
                </c:pt>
                <c:pt idx="9079">
                  <c:v>42945081</c:v>
                </c:pt>
                <c:pt idx="9080">
                  <c:v>42945988</c:v>
                </c:pt>
                <c:pt idx="9081">
                  <c:v>42948431</c:v>
                </c:pt>
                <c:pt idx="9082">
                  <c:v>42949296</c:v>
                </c:pt>
                <c:pt idx="9083">
                  <c:v>42956572</c:v>
                </c:pt>
                <c:pt idx="9084">
                  <c:v>42958306</c:v>
                </c:pt>
                <c:pt idx="9085">
                  <c:v>42958468</c:v>
                </c:pt>
                <c:pt idx="9086">
                  <c:v>42958483</c:v>
                </c:pt>
                <c:pt idx="9087">
                  <c:v>42968721</c:v>
                </c:pt>
                <c:pt idx="9088">
                  <c:v>42972649</c:v>
                </c:pt>
                <c:pt idx="9089">
                  <c:v>42977844</c:v>
                </c:pt>
                <c:pt idx="9090">
                  <c:v>42977945</c:v>
                </c:pt>
                <c:pt idx="9091">
                  <c:v>42978873</c:v>
                </c:pt>
                <c:pt idx="9092">
                  <c:v>42978948</c:v>
                </c:pt>
                <c:pt idx="9093">
                  <c:v>42979005</c:v>
                </c:pt>
                <c:pt idx="9094">
                  <c:v>42979042</c:v>
                </c:pt>
                <c:pt idx="9095">
                  <c:v>42991384</c:v>
                </c:pt>
                <c:pt idx="9096">
                  <c:v>42991631</c:v>
                </c:pt>
                <c:pt idx="9097">
                  <c:v>42992226</c:v>
                </c:pt>
                <c:pt idx="9098">
                  <c:v>42992449</c:v>
                </c:pt>
                <c:pt idx="9099">
                  <c:v>42993799</c:v>
                </c:pt>
                <c:pt idx="9100">
                  <c:v>42994695</c:v>
                </c:pt>
                <c:pt idx="9101">
                  <c:v>42996297</c:v>
                </c:pt>
                <c:pt idx="9102">
                  <c:v>43003217</c:v>
                </c:pt>
                <c:pt idx="9103">
                  <c:v>43004277</c:v>
                </c:pt>
                <c:pt idx="9104">
                  <c:v>43004631</c:v>
                </c:pt>
                <c:pt idx="9105">
                  <c:v>43007535</c:v>
                </c:pt>
                <c:pt idx="9106">
                  <c:v>43007846</c:v>
                </c:pt>
                <c:pt idx="9107">
                  <c:v>43020997</c:v>
                </c:pt>
                <c:pt idx="9108">
                  <c:v>43025753</c:v>
                </c:pt>
                <c:pt idx="9109">
                  <c:v>43026035</c:v>
                </c:pt>
                <c:pt idx="9110">
                  <c:v>43027061</c:v>
                </c:pt>
                <c:pt idx="9111">
                  <c:v>43027990</c:v>
                </c:pt>
                <c:pt idx="9112">
                  <c:v>43028237</c:v>
                </c:pt>
                <c:pt idx="9113">
                  <c:v>43028274</c:v>
                </c:pt>
                <c:pt idx="9114">
                  <c:v>43029098</c:v>
                </c:pt>
                <c:pt idx="9115">
                  <c:v>43034190</c:v>
                </c:pt>
                <c:pt idx="9116">
                  <c:v>43038723</c:v>
                </c:pt>
                <c:pt idx="9117">
                  <c:v>43042620</c:v>
                </c:pt>
                <c:pt idx="9118">
                  <c:v>43042649</c:v>
                </c:pt>
                <c:pt idx="9119">
                  <c:v>43059400</c:v>
                </c:pt>
                <c:pt idx="9120">
                  <c:v>43061995</c:v>
                </c:pt>
                <c:pt idx="9121">
                  <c:v>43062043</c:v>
                </c:pt>
                <c:pt idx="9122">
                  <c:v>43062071</c:v>
                </c:pt>
                <c:pt idx="9123">
                  <c:v>43062804</c:v>
                </c:pt>
                <c:pt idx="9124">
                  <c:v>43064565</c:v>
                </c:pt>
                <c:pt idx="9125">
                  <c:v>43064921</c:v>
                </c:pt>
                <c:pt idx="9126">
                  <c:v>43071803</c:v>
                </c:pt>
                <c:pt idx="9127">
                  <c:v>43072066</c:v>
                </c:pt>
                <c:pt idx="9128">
                  <c:v>43072847</c:v>
                </c:pt>
                <c:pt idx="9129">
                  <c:v>43081199</c:v>
                </c:pt>
                <c:pt idx="9130">
                  <c:v>43081330</c:v>
                </c:pt>
                <c:pt idx="9131">
                  <c:v>43081576</c:v>
                </c:pt>
                <c:pt idx="9132">
                  <c:v>43081718</c:v>
                </c:pt>
                <c:pt idx="9133">
                  <c:v>43083185</c:v>
                </c:pt>
                <c:pt idx="9134">
                  <c:v>43086687</c:v>
                </c:pt>
                <c:pt idx="9135">
                  <c:v>43091749</c:v>
                </c:pt>
                <c:pt idx="9136">
                  <c:v>43094995</c:v>
                </c:pt>
                <c:pt idx="9137">
                  <c:v>43095462</c:v>
                </c:pt>
                <c:pt idx="9138">
                  <c:v>43097827</c:v>
                </c:pt>
                <c:pt idx="9139">
                  <c:v>43097950</c:v>
                </c:pt>
                <c:pt idx="9140">
                  <c:v>43099206</c:v>
                </c:pt>
                <c:pt idx="9141">
                  <c:v>43099799</c:v>
                </c:pt>
                <c:pt idx="9142">
                  <c:v>43101684</c:v>
                </c:pt>
                <c:pt idx="9143">
                  <c:v>43109638</c:v>
                </c:pt>
                <c:pt idx="9144">
                  <c:v>43120321</c:v>
                </c:pt>
                <c:pt idx="9145">
                  <c:v>43129315</c:v>
                </c:pt>
                <c:pt idx="9146">
                  <c:v>43129397</c:v>
                </c:pt>
                <c:pt idx="9147">
                  <c:v>43129409</c:v>
                </c:pt>
                <c:pt idx="9148">
                  <c:v>43131750</c:v>
                </c:pt>
                <c:pt idx="9149">
                  <c:v>43133194</c:v>
                </c:pt>
                <c:pt idx="9150">
                  <c:v>43133280</c:v>
                </c:pt>
                <c:pt idx="9151">
                  <c:v>43135436</c:v>
                </c:pt>
                <c:pt idx="9152">
                  <c:v>43135734</c:v>
                </c:pt>
                <c:pt idx="9153">
                  <c:v>43137236</c:v>
                </c:pt>
                <c:pt idx="9154">
                  <c:v>43140855</c:v>
                </c:pt>
                <c:pt idx="9155">
                  <c:v>43143600</c:v>
                </c:pt>
                <c:pt idx="9156">
                  <c:v>43143896</c:v>
                </c:pt>
                <c:pt idx="9157">
                  <c:v>43145054</c:v>
                </c:pt>
                <c:pt idx="9158">
                  <c:v>43151906</c:v>
                </c:pt>
                <c:pt idx="9159">
                  <c:v>43154136</c:v>
                </c:pt>
                <c:pt idx="9160">
                  <c:v>43155265</c:v>
                </c:pt>
                <c:pt idx="9161">
                  <c:v>43159158</c:v>
                </c:pt>
                <c:pt idx="9162">
                  <c:v>43159374</c:v>
                </c:pt>
                <c:pt idx="9163">
                  <c:v>43163565</c:v>
                </c:pt>
                <c:pt idx="9164">
                  <c:v>43163766</c:v>
                </c:pt>
                <c:pt idx="9165">
                  <c:v>43163819</c:v>
                </c:pt>
                <c:pt idx="9166">
                  <c:v>43163867</c:v>
                </c:pt>
                <c:pt idx="9167">
                  <c:v>43163906</c:v>
                </c:pt>
                <c:pt idx="9168">
                  <c:v>43163963</c:v>
                </c:pt>
                <c:pt idx="9169">
                  <c:v>43173449</c:v>
                </c:pt>
                <c:pt idx="9170">
                  <c:v>43173504</c:v>
                </c:pt>
                <c:pt idx="9171">
                  <c:v>43173562</c:v>
                </c:pt>
                <c:pt idx="9172">
                  <c:v>43173776</c:v>
                </c:pt>
                <c:pt idx="9173">
                  <c:v>43190544</c:v>
                </c:pt>
                <c:pt idx="9174">
                  <c:v>43192197</c:v>
                </c:pt>
                <c:pt idx="9175">
                  <c:v>43195870</c:v>
                </c:pt>
                <c:pt idx="9176">
                  <c:v>43201820</c:v>
                </c:pt>
                <c:pt idx="9177">
                  <c:v>43213192</c:v>
                </c:pt>
                <c:pt idx="9178">
                  <c:v>43216928</c:v>
                </c:pt>
                <c:pt idx="9179">
                  <c:v>43218641</c:v>
                </c:pt>
                <c:pt idx="9180">
                  <c:v>43220716</c:v>
                </c:pt>
                <c:pt idx="9181">
                  <c:v>43225419</c:v>
                </c:pt>
                <c:pt idx="9182">
                  <c:v>43226662</c:v>
                </c:pt>
                <c:pt idx="9183">
                  <c:v>43231736</c:v>
                </c:pt>
                <c:pt idx="9184">
                  <c:v>43232084</c:v>
                </c:pt>
                <c:pt idx="9185">
                  <c:v>43233802</c:v>
                </c:pt>
                <c:pt idx="9186">
                  <c:v>43249063</c:v>
                </c:pt>
                <c:pt idx="9187">
                  <c:v>43252747</c:v>
                </c:pt>
                <c:pt idx="9188">
                  <c:v>43252991</c:v>
                </c:pt>
                <c:pt idx="9189">
                  <c:v>43272261</c:v>
                </c:pt>
                <c:pt idx="9190">
                  <c:v>43274573</c:v>
                </c:pt>
                <c:pt idx="9191">
                  <c:v>43279568</c:v>
                </c:pt>
                <c:pt idx="9192">
                  <c:v>43284495</c:v>
                </c:pt>
                <c:pt idx="9193">
                  <c:v>43284894</c:v>
                </c:pt>
                <c:pt idx="9194">
                  <c:v>43288688</c:v>
                </c:pt>
                <c:pt idx="9195">
                  <c:v>43304627</c:v>
                </c:pt>
                <c:pt idx="9196">
                  <c:v>43304956</c:v>
                </c:pt>
                <c:pt idx="9197">
                  <c:v>43307007</c:v>
                </c:pt>
                <c:pt idx="9198">
                  <c:v>43311348</c:v>
                </c:pt>
                <c:pt idx="9199">
                  <c:v>43312186</c:v>
                </c:pt>
                <c:pt idx="9200">
                  <c:v>43312235</c:v>
                </c:pt>
                <c:pt idx="9201">
                  <c:v>43312271</c:v>
                </c:pt>
                <c:pt idx="9202">
                  <c:v>43312318</c:v>
                </c:pt>
                <c:pt idx="9203">
                  <c:v>43313462</c:v>
                </c:pt>
                <c:pt idx="9204">
                  <c:v>43314781</c:v>
                </c:pt>
                <c:pt idx="9205">
                  <c:v>43322484</c:v>
                </c:pt>
                <c:pt idx="9206">
                  <c:v>43323591</c:v>
                </c:pt>
                <c:pt idx="9207">
                  <c:v>43332488</c:v>
                </c:pt>
                <c:pt idx="9208">
                  <c:v>43344912</c:v>
                </c:pt>
                <c:pt idx="9209">
                  <c:v>43344977</c:v>
                </c:pt>
                <c:pt idx="9210">
                  <c:v>43346639</c:v>
                </c:pt>
                <c:pt idx="9211">
                  <c:v>43346674</c:v>
                </c:pt>
                <c:pt idx="9212">
                  <c:v>43352157</c:v>
                </c:pt>
                <c:pt idx="9213">
                  <c:v>43364148</c:v>
                </c:pt>
                <c:pt idx="9214">
                  <c:v>43365093</c:v>
                </c:pt>
                <c:pt idx="9215">
                  <c:v>43366709</c:v>
                </c:pt>
                <c:pt idx="9216">
                  <c:v>43367167</c:v>
                </c:pt>
                <c:pt idx="9217">
                  <c:v>43367580</c:v>
                </c:pt>
                <c:pt idx="9218">
                  <c:v>43367886</c:v>
                </c:pt>
                <c:pt idx="9219">
                  <c:v>43368602</c:v>
                </c:pt>
                <c:pt idx="9220">
                  <c:v>43376364</c:v>
                </c:pt>
                <c:pt idx="9221">
                  <c:v>43391976</c:v>
                </c:pt>
                <c:pt idx="9222">
                  <c:v>43419644</c:v>
                </c:pt>
                <c:pt idx="9223">
                  <c:v>43421659</c:v>
                </c:pt>
                <c:pt idx="9224">
                  <c:v>43426775</c:v>
                </c:pt>
                <c:pt idx="9225">
                  <c:v>43429963</c:v>
                </c:pt>
                <c:pt idx="9226">
                  <c:v>43435021</c:v>
                </c:pt>
                <c:pt idx="9227">
                  <c:v>43436018</c:v>
                </c:pt>
                <c:pt idx="9228">
                  <c:v>43443335</c:v>
                </c:pt>
                <c:pt idx="9229">
                  <c:v>43444479</c:v>
                </c:pt>
                <c:pt idx="9230">
                  <c:v>43444488</c:v>
                </c:pt>
                <c:pt idx="9231">
                  <c:v>43445551</c:v>
                </c:pt>
                <c:pt idx="9232">
                  <c:v>43453906</c:v>
                </c:pt>
                <c:pt idx="9233">
                  <c:v>43453918</c:v>
                </c:pt>
                <c:pt idx="9234">
                  <c:v>43455737</c:v>
                </c:pt>
                <c:pt idx="9235">
                  <c:v>43471319</c:v>
                </c:pt>
                <c:pt idx="9236">
                  <c:v>43471423</c:v>
                </c:pt>
                <c:pt idx="9237">
                  <c:v>43472716</c:v>
                </c:pt>
                <c:pt idx="9238">
                  <c:v>43475497</c:v>
                </c:pt>
                <c:pt idx="9239">
                  <c:v>43480990</c:v>
                </c:pt>
                <c:pt idx="9240">
                  <c:v>43481075</c:v>
                </c:pt>
                <c:pt idx="9241">
                  <c:v>43481091</c:v>
                </c:pt>
                <c:pt idx="9242">
                  <c:v>43485088</c:v>
                </c:pt>
                <c:pt idx="9243">
                  <c:v>43494170</c:v>
                </c:pt>
                <c:pt idx="9244">
                  <c:v>43502160</c:v>
                </c:pt>
                <c:pt idx="9245">
                  <c:v>43519281</c:v>
                </c:pt>
                <c:pt idx="9246">
                  <c:v>43519849</c:v>
                </c:pt>
                <c:pt idx="9247">
                  <c:v>43530401</c:v>
                </c:pt>
                <c:pt idx="9248">
                  <c:v>43531586</c:v>
                </c:pt>
                <c:pt idx="9249">
                  <c:v>43532242</c:v>
                </c:pt>
                <c:pt idx="9250">
                  <c:v>43536901</c:v>
                </c:pt>
                <c:pt idx="9251">
                  <c:v>43538599</c:v>
                </c:pt>
                <c:pt idx="9252">
                  <c:v>43547359</c:v>
                </c:pt>
                <c:pt idx="9253">
                  <c:v>43554691</c:v>
                </c:pt>
                <c:pt idx="9254">
                  <c:v>43570216</c:v>
                </c:pt>
                <c:pt idx="9255">
                  <c:v>43571313</c:v>
                </c:pt>
                <c:pt idx="9256">
                  <c:v>43572624</c:v>
                </c:pt>
                <c:pt idx="9257">
                  <c:v>43582607</c:v>
                </c:pt>
                <c:pt idx="9258">
                  <c:v>43583387</c:v>
                </c:pt>
                <c:pt idx="9259">
                  <c:v>43583812</c:v>
                </c:pt>
                <c:pt idx="9260">
                  <c:v>43586033</c:v>
                </c:pt>
                <c:pt idx="9261">
                  <c:v>43606019</c:v>
                </c:pt>
                <c:pt idx="9262">
                  <c:v>43606149</c:v>
                </c:pt>
                <c:pt idx="9263">
                  <c:v>43606164</c:v>
                </c:pt>
                <c:pt idx="9264">
                  <c:v>43607451</c:v>
                </c:pt>
                <c:pt idx="9265">
                  <c:v>43607842</c:v>
                </c:pt>
                <c:pt idx="9266">
                  <c:v>43611569</c:v>
                </c:pt>
                <c:pt idx="9267">
                  <c:v>43616345</c:v>
                </c:pt>
                <c:pt idx="9268">
                  <c:v>43619006</c:v>
                </c:pt>
                <c:pt idx="9269">
                  <c:v>43619274</c:v>
                </c:pt>
                <c:pt idx="9270">
                  <c:v>43631464</c:v>
                </c:pt>
                <c:pt idx="9271">
                  <c:v>43632361</c:v>
                </c:pt>
                <c:pt idx="9272">
                  <c:v>43651031</c:v>
                </c:pt>
                <c:pt idx="9273">
                  <c:v>43663374</c:v>
                </c:pt>
                <c:pt idx="9274">
                  <c:v>43663420</c:v>
                </c:pt>
                <c:pt idx="9275">
                  <c:v>43663521</c:v>
                </c:pt>
                <c:pt idx="9276">
                  <c:v>43663585</c:v>
                </c:pt>
                <c:pt idx="9277">
                  <c:v>43683534</c:v>
                </c:pt>
                <c:pt idx="9278">
                  <c:v>43684118</c:v>
                </c:pt>
                <c:pt idx="9279">
                  <c:v>43691479</c:v>
                </c:pt>
                <c:pt idx="9280">
                  <c:v>43704278</c:v>
                </c:pt>
                <c:pt idx="9281">
                  <c:v>43718862</c:v>
                </c:pt>
                <c:pt idx="9282">
                  <c:v>43724050</c:v>
                </c:pt>
                <c:pt idx="9283">
                  <c:v>43732485</c:v>
                </c:pt>
                <c:pt idx="9284">
                  <c:v>43732552</c:v>
                </c:pt>
                <c:pt idx="9285">
                  <c:v>43732631</c:v>
                </c:pt>
                <c:pt idx="9286">
                  <c:v>43737842</c:v>
                </c:pt>
                <c:pt idx="9287">
                  <c:v>43745222</c:v>
                </c:pt>
                <c:pt idx="9288">
                  <c:v>43749227</c:v>
                </c:pt>
                <c:pt idx="9289">
                  <c:v>43749355</c:v>
                </c:pt>
                <c:pt idx="9290">
                  <c:v>43749830</c:v>
                </c:pt>
                <c:pt idx="9291">
                  <c:v>43749896</c:v>
                </c:pt>
                <c:pt idx="9292">
                  <c:v>43751557</c:v>
                </c:pt>
                <c:pt idx="9293">
                  <c:v>43764543</c:v>
                </c:pt>
                <c:pt idx="9294">
                  <c:v>43765590</c:v>
                </c:pt>
                <c:pt idx="9295">
                  <c:v>43766621</c:v>
                </c:pt>
                <c:pt idx="9296">
                  <c:v>43781704</c:v>
                </c:pt>
                <c:pt idx="9297">
                  <c:v>43781783</c:v>
                </c:pt>
                <c:pt idx="9298">
                  <c:v>43781852</c:v>
                </c:pt>
                <c:pt idx="9299">
                  <c:v>43821803</c:v>
                </c:pt>
                <c:pt idx="9300">
                  <c:v>43836666</c:v>
                </c:pt>
                <c:pt idx="9301">
                  <c:v>43836933</c:v>
                </c:pt>
                <c:pt idx="9302">
                  <c:v>43839390</c:v>
                </c:pt>
                <c:pt idx="9303">
                  <c:v>43840595</c:v>
                </c:pt>
                <c:pt idx="9304">
                  <c:v>43849654</c:v>
                </c:pt>
                <c:pt idx="9305">
                  <c:v>43852399</c:v>
                </c:pt>
                <c:pt idx="9306">
                  <c:v>43888968</c:v>
                </c:pt>
                <c:pt idx="9307">
                  <c:v>43900588</c:v>
                </c:pt>
                <c:pt idx="9308">
                  <c:v>43902963</c:v>
                </c:pt>
                <c:pt idx="9309">
                  <c:v>43903912</c:v>
                </c:pt>
                <c:pt idx="9310">
                  <c:v>43913687</c:v>
                </c:pt>
                <c:pt idx="9311">
                  <c:v>43915993</c:v>
                </c:pt>
                <c:pt idx="9312">
                  <c:v>43916374</c:v>
                </c:pt>
                <c:pt idx="9313">
                  <c:v>43916475</c:v>
                </c:pt>
                <c:pt idx="9314">
                  <c:v>43922699</c:v>
                </c:pt>
                <c:pt idx="9315">
                  <c:v>43935476</c:v>
                </c:pt>
                <c:pt idx="9316">
                  <c:v>43935485</c:v>
                </c:pt>
                <c:pt idx="9317">
                  <c:v>43935488</c:v>
                </c:pt>
                <c:pt idx="9318">
                  <c:v>43935501</c:v>
                </c:pt>
                <c:pt idx="9319">
                  <c:v>43935508</c:v>
                </c:pt>
                <c:pt idx="9320">
                  <c:v>43948016</c:v>
                </c:pt>
                <c:pt idx="9321">
                  <c:v>43948930</c:v>
                </c:pt>
                <c:pt idx="9322">
                  <c:v>43949183</c:v>
                </c:pt>
                <c:pt idx="9323">
                  <c:v>43961014</c:v>
                </c:pt>
                <c:pt idx="9324">
                  <c:v>43961517</c:v>
                </c:pt>
                <c:pt idx="9325">
                  <c:v>43962817</c:v>
                </c:pt>
                <c:pt idx="9326">
                  <c:v>43965346</c:v>
                </c:pt>
                <c:pt idx="9327">
                  <c:v>43971411</c:v>
                </c:pt>
                <c:pt idx="9328">
                  <c:v>44004295</c:v>
                </c:pt>
                <c:pt idx="9329">
                  <c:v>44006623</c:v>
                </c:pt>
                <c:pt idx="9330">
                  <c:v>44011341</c:v>
                </c:pt>
                <c:pt idx="9331">
                  <c:v>44064687</c:v>
                </c:pt>
                <c:pt idx="9332">
                  <c:v>44099495</c:v>
                </c:pt>
                <c:pt idx="9333">
                  <c:v>44107043</c:v>
                </c:pt>
                <c:pt idx="9334">
                  <c:v>44107184</c:v>
                </c:pt>
                <c:pt idx="9335">
                  <c:v>44107818</c:v>
                </c:pt>
                <c:pt idx="9336">
                  <c:v>44107910</c:v>
                </c:pt>
                <c:pt idx="9337">
                  <c:v>44139504</c:v>
                </c:pt>
                <c:pt idx="9338">
                  <c:v>44147174</c:v>
                </c:pt>
                <c:pt idx="9339">
                  <c:v>44152532</c:v>
                </c:pt>
                <c:pt idx="9340">
                  <c:v>44158454</c:v>
                </c:pt>
                <c:pt idx="9341">
                  <c:v>44159185</c:v>
                </c:pt>
                <c:pt idx="9342">
                  <c:v>44196860</c:v>
                </c:pt>
                <c:pt idx="9343">
                  <c:v>44197241</c:v>
                </c:pt>
                <c:pt idx="9344">
                  <c:v>44197361</c:v>
                </c:pt>
                <c:pt idx="9345">
                  <c:v>44199200</c:v>
                </c:pt>
                <c:pt idx="9346">
                  <c:v>44204021</c:v>
                </c:pt>
                <c:pt idx="9347">
                  <c:v>44205066</c:v>
                </c:pt>
                <c:pt idx="9348">
                  <c:v>44205569</c:v>
                </c:pt>
                <c:pt idx="9349">
                  <c:v>44205723</c:v>
                </c:pt>
                <c:pt idx="9350">
                  <c:v>44213874</c:v>
                </c:pt>
                <c:pt idx="9351">
                  <c:v>44236422</c:v>
                </c:pt>
                <c:pt idx="9352">
                  <c:v>44245300</c:v>
                </c:pt>
                <c:pt idx="9353">
                  <c:v>44253854</c:v>
                </c:pt>
                <c:pt idx="9354">
                  <c:v>44256128</c:v>
                </c:pt>
                <c:pt idx="9355">
                  <c:v>44256880</c:v>
                </c:pt>
                <c:pt idx="9356">
                  <c:v>44256892</c:v>
                </c:pt>
                <c:pt idx="9357">
                  <c:v>44256902</c:v>
                </c:pt>
                <c:pt idx="9358">
                  <c:v>44256921</c:v>
                </c:pt>
                <c:pt idx="9359">
                  <c:v>44256934</c:v>
                </c:pt>
                <c:pt idx="9360">
                  <c:v>44256947</c:v>
                </c:pt>
                <c:pt idx="9361">
                  <c:v>44256967</c:v>
                </c:pt>
                <c:pt idx="9362">
                  <c:v>44256980</c:v>
                </c:pt>
                <c:pt idx="9363">
                  <c:v>44257001</c:v>
                </c:pt>
                <c:pt idx="9364">
                  <c:v>44257020</c:v>
                </c:pt>
                <c:pt idx="9365">
                  <c:v>44271829</c:v>
                </c:pt>
                <c:pt idx="9366">
                  <c:v>44276929</c:v>
                </c:pt>
                <c:pt idx="9367">
                  <c:v>44295182</c:v>
                </c:pt>
                <c:pt idx="9368">
                  <c:v>44295311</c:v>
                </c:pt>
                <c:pt idx="9369">
                  <c:v>44295927</c:v>
                </c:pt>
                <c:pt idx="9370">
                  <c:v>44296020</c:v>
                </c:pt>
                <c:pt idx="9371">
                  <c:v>44299828</c:v>
                </c:pt>
                <c:pt idx="9372">
                  <c:v>44323709</c:v>
                </c:pt>
                <c:pt idx="9373">
                  <c:v>44323779</c:v>
                </c:pt>
                <c:pt idx="9374">
                  <c:v>44327659</c:v>
                </c:pt>
                <c:pt idx="9375">
                  <c:v>44328042</c:v>
                </c:pt>
                <c:pt idx="9376">
                  <c:v>44330249</c:v>
                </c:pt>
                <c:pt idx="9377">
                  <c:v>44367453</c:v>
                </c:pt>
                <c:pt idx="9378">
                  <c:v>44373340</c:v>
                </c:pt>
                <c:pt idx="9379">
                  <c:v>44383499</c:v>
                </c:pt>
                <c:pt idx="9380">
                  <c:v>44383593</c:v>
                </c:pt>
                <c:pt idx="9381">
                  <c:v>44383655</c:v>
                </c:pt>
                <c:pt idx="9382">
                  <c:v>44383719</c:v>
                </c:pt>
                <c:pt idx="9383">
                  <c:v>44396923</c:v>
                </c:pt>
                <c:pt idx="9384">
                  <c:v>44422416</c:v>
                </c:pt>
                <c:pt idx="9385">
                  <c:v>44425596</c:v>
                </c:pt>
                <c:pt idx="9386">
                  <c:v>44452912</c:v>
                </c:pt>
                <c:pt idx="9387">
                  <c:v>44457326</c:v>
                </c:pt>
                <c:pt idx="9388">
                  <c:v>44458300</c:v>
                </c:pt>
                <c:pt idx="9389">
                  <c:v>44458559</c:v>
                </c:pt>
                <c:pt idx="9390">
                  <c:v>44470124</c:v>
                </c:pt>
                <c:pt idx="9391">
                  <c:v>44482677</c:v>
                </c:pt>
                <c:pt idx="9392">
                  <c:v>44494317</c:v>
                </c:pt>
                <c:pt idx="9393">
                  <c:v>44508607</c:v>
                </c:pt>
                <c:pt idx="9394">
                  <c:v>44524260</c:v>
                </c:pt>
                <c:pt idx="9395">
                  <c:v>44525856</c:v>
                </c:pt>
                <c:pt idx="9396">
                  <c:v>44542293</c:v>
                </c:pt>
                <c:pt idx="9397">
                  <c:v>44544268</c:v>
                </c:pt>
                <c:pt idx="9398">
                  <c:v>44544836</c:v>
                </c:pt>
                <c:pt idx="9399">
                  <c:v>44545989</c:v>
                </c:pt>
                <c:pt idx="9400">
                  <c:v>44546332</c:v>
                </c:pt>
                <c:pt idx="9401">
                  <c:v>44551488</c:v>
                </c:pt>
                <c:pt idx="9402">
                  <c:v>44562807</c:v>
                </c:pt>
                <c:pt idx="9403">
                  <c:v>44563365</c:v>
                </c:pt>
                <c:pt idx="9404">
                  <c:v>44564509</c:v>
                </c:pt>
                <c:pt idx="9405">
                  <c:v>44578784</c:v>
                </c:pt>
                <c:pt idx="9406">
                  <c:v>44578966</c:v>
                </c:pt>
                <c:pt idx="9407">
                  <c:v>44579054</c:v>
                </c:pt>
                <c:pt idx="9408">
                  <c:v>44579287</c:v>
                </c:pt>
                <c:pt idx="9409">
                  <c:v>44579512</c:v>
                </c:pt>
                <c:pt idx="9410">
                  <c:v>44590229</c:v>
                </c:pt>
                <c:pt idx="9411">
                  <c:v>44603334</c:v>
                </c:pt>
                <c:pt idx="9412">
                  <c:v>44607215</c:v>
                </c:pt>
                <c:pt idx="9413">
                  <c:v>44611476</c:v>
                </c:pt>
                <c:pt idx="9414">
                  <c:v>44633924</c:v>
                </c:pt>
                <c:pt idx="9415">
                  <c:v>44649518</c:v>
                </c:pt>
                <c:pt idx="9416">
                  <c:v>44659258</c:v>
                </c:pt>
                <c:pt idx="9417">
                  <c:v>44668880</c:v>
                </c:pt>
                <c:pt idx="9418">
                  <c:v>44669742</c:v>
                </c:pt>
                <c:pt idx="9419">
                  <c:v>44673099</c:v>
                </c:pt>
                <c:pt idx="9420">
                  <c:v>44690320</c:v>
                </c:pt>
                <c:pt idx="9421">
                  <c:v>44718574</c:v>
                </c:pt>
                <c:pt idx="9422">
                  <c:v>44720364</c:v>
                </c:pt>
                <c:pt idx="9423">
                  <c:v>44731601</c:v>
                </c:pt>
                <c:pt idx="9424">
                  <c:v>44777082</c:v>
                </c:pt>
                <c:pt idx="9425">
                  <c:v>44799826</c:v>
                </c:pt>
                <c:pt idx="9426">
                  <c:v>44810765</c:v>
                </c:pt>
                <c:pt idx="9427">
                  <c:v>44835851</c:v>
                </c:pt>
                <c:pt idx="9428">
                  <c:v>44924542</c:v>
                </c:pt>
                <c:pt idx="9429">
                  <c:v>44994157</c:v>
                </c:pt>
                <c:pt idx="9430">
                  <c:v>45003328</c:v>
                </c:pt>
                <c:pt idx="9431">
                  <c:v>45003380</c:v>
                </c:pt>
                <c:pt idx="9432">
                  <c:v>45003527</c:v>
                </c:pt>
                <c:pt idx="9433">
                  <c:v>45004650</c:v>
                </c:pt>
                <c:pt idx="9434">
                  <c:v>45062080</c:v>
                </c:pt>
                <c:pt idx="9435">
                  <c:v>45062866</c:v>
                </c:pt>
                <c:pt idx="9436">
                  <c:v>45065476</c:v>
                </c:pt>
                <c:pt idx="9437">
                  <c:v>45070068</c:v>
                </c:pt>
                <c:pt idx="9438">
                  <c:v>45070110</c:v>
                </c:pt>
                <c:pt idx="9439">
                  <c:v>45070183</c:v>
                </c:pt>
                <c:pt idx="9440">
                  <c:v>45076132</c:v>
                </c:pt>
                <c:pt idx="9441">
                  <c:v>45080590</c:v>
                </c:pt>
                <c:pt idx="9442">
                  <c:v>45085650</c:v>
                </c:pt>
                <c:pt idx="9443">
                  <c:v>45098840</c:v>
                </c:pt>
                <c:pt idx="9444">
                  <c:v>45108876</c:v>
                </c:pt>
                <c:pt idx="9445">
                  <c:v>45121705</c:v>
                </c:pt>
                <c:pt idx="9446">
                  <c:v>45128563</c:v>
                </c:pt>
                <c:pt idx="9447">
                  <c:v>45130578</c:v>
                </c:pt>
                <c:pt idx="9448">
                  <c:v>45144776</c:v>
                </c:pt>
                <c:pt idx="9449">
                  <c:v>45146411</c:v>
                </c:pt>
                <c:pt idx="9450">
                  <c:v>45167861</c:v>
                </c:pt>
                <c:pt idx="9451">
                  <c:v>45169502</c:v>
                </c:pt>
                <c:pt idx="9452">
                  <c:v>45188686</c:v>
                </c:pt>
                <c:pt idx="9453">
                  <c:v>45201389</c:v>
                </c:pt>
                <c:pt idx="9454">
                  <c:v>45210251</c:v>
                </c:pt>
                <c:pt idx="9455">
                  <c:v>45211078</c:v>
                </c:pt>
                <c:pt idx="9456">
                  <c:v>45227108</c:v>
                </c:pt>
                <c:pt idx="9457">
                  <c:v>45227994</c:v>
                </c:pt>
                <c:pt idx="9458">
                  <c:v>45228352</c:v>
                </c:pt>
                <c:pt idx="9459">
                  <c:v>45231924</c:v>
                </c:pt>
                <c:pt idx="9460">
                  <c:v>45250756</c:v>
                </c:pt>
                <c:pt idx="9461">
                  <c:v>45281828</c:v>
                </c:pt>
                <c:pt idx="9462">
                  <c:v>45286315</c:v>
                </c:pt>
                <c:pt idx="9463">
                  <c:v>45302358</c:v>
                </c:pt>
                <c:pt idx="9464">
                  <c:v>45303944</c:v>
                </c:pt>
                <c:pt idx="9465">
                  <c:v>45306970</c:v>
                </c:pt>
                <c:pt idx="9466">
                  <c:v>45307844</c:v>
                </c:pt>
                <c:pt idx="9467">
                  <c:v>45319366</c:v>
                </c:pt>
                <c:pt idx="9468">
                  <c:v>45319647</c:v>
                </c:pt>
                <c:pt idx="9469">
                  <c:v>45319877</c:v>
                </c:pt>
                <c:pt idx="9470">
                  <c:v>45319955</c:v>
                </c:pt>
                <c:pt idx="9471">
                  <c:v>45320120</c:v>
                </c:pt>
                <c:pt idx="9472">
                  <c:v>45320319</c:v>
                </c:pt>
                <c:pt idx="9473">
                  <c:v>45320435</c:v>
                </c:pt>
                <c:pt idx="9474">
                  <c:v>45320497</c:v>
                </c:pt>
                <c:pt idx="9475">
                  <c:v>45320696</c:v>
                </c:pt>
                <c:pt idx="9476">
                  <c:v>45322008</c:v>
                </c:pt>
                <c:pt idx="9477">
                  <c:v>45325453</c:v>
                </c:pt>
                <c:pt idx="9478">
                  <c:v>45326066</c:v>
                </c:pt>
                <c:pt idx="9479">
                  <c:v>45326161</c:v>
                </c:pt>
                <c:pt idx="9480">
                  <c:v>45326254</c:v>
                </c:pt>
                <c:pt idx="9481">
                  <c:v>45326576</c:v>
                </c:pt>
                <c:pt idx="9482">
                  <c:v>45327088</c:v>
                </c:pt>
                <c:pt idx="9483">
                  <c:v>45327206</c:v>
                </c:pt>
                <c:pt idx="9484">
                  <c:v>45337959</c:v>
                </c:pt>
                <c:pt idx="9485">
                  <c:v>45352265</c:v>
                </c:pt>
                <c:pt idx="9486">
                  <c:v>45369920</c:v>
                </c:pt>
                <c:pt idx="9487">
                  <c:v>45419357</c:v>
                </c:pt>
                <c:pt idx="9488">
                  <c:v>45419467</c:v>
                </c:pt>
                <c:pt idx="9489">
                  <c:v>45427956</c:v>
                </c:pt>
                <c:pt idx="9490">
                  <c:v>45443869</c:v>
                </c:pt>
                <c:pt idx="9491">
                  <c:v>45446519</c:v>
                </c:pt>
                <c:pt idx="9492">
                  <c:v>45446859</c:v>
                </c:pt>
                <c:pt idx="9493">
                  <c:v>45458442</c:v>
                </c:pt>
                <c:pt idx="9494">
                  <c:v>45462520</c:v>
                </c:pt>
                <c:pt idx="9495">
                  <c:v>45485860</c:v>
                </c:pt>
                <c:pt idx="9496">
                  <c:v>45492495</c:v>
                </c:pt>
                <c:pt idx="9497">
                  <c:v>45518784</c:v>
                </c:pt>
                <c:pt idx="9498">
                  <c:v>45524035</c:v>
                </c:pt>
                <c:pt idx="9499">
                  <c:v>45527634</c:v>
                </c:pt>
                <c:pt idx="9500">
                  <c:v>45535637</c:v>
                </c:pt>
                <c:pt idx="9501">
                  <c:v>45546446</c:v>
                </c:pt>
                <c:pt idx="9502">
                  <c:v>45570677</c:v>
                </c:pt>
                <c:pt idx="9503">
                  <c:v>45576575</c:v>
                </c:pt>
                <c:pt idx="9504">
                  <c:v>45586240</c:v>
                </c:pt>
                <c:pt idx="9505">
                  <c:v>45590304</c:v>
                </c:pt>
                <c:pt idx="9506">
                  <c:v>45599040</c:v>
                </c:pt>
                <c:pt idx="9507">
                  <c:v>45623704</c:v>
                </c:pt>
                <c:pt idx="9508">
                  <c:v>45631686</c:v>
                </c:pt>
                <c:pt idx="9509">
                  <c:v>45641669</c:v>
                </c:pt>
                <c:pt idx="9510">
                  <c:v>45643491</c:v>
                </c:pt>
                <c:pt idx="9511">
                  <c:v>45660564</c:v>
                </c:pt>
                <c:pt idx="9512">
                  <c:v>45662581</c:v>
                </c:pt>
                <c:pt idx="9513">
                  <c:v>45691919</c:v>
                </c:pt>
                <c:pt idx="9514">
                  <c:v>45692684</c:v>
                </c:pt>
                <c:pt idx="9515">
                  <c:v>45692725</c:v>
                </c:pt>
                <c:pt idx="9516">
                  <c:v>45695816</c:v>
                </c:pt>
                <c:pt idx="9517">
                  <c:v>45697628</c:v>
                </c:pt>
                <c:pt idx="9518">
                  <c:v>45714507</c:v>
                </c:pt>
                <c:pt idx="9519">
                  <c:v>45714544</c:v>
                </c:pt>
                <c:pt idx="9520">
                  <c:v>45715666</c:v>
                </c:pt>
                <c:pt idx="9521">
                  <c:v>45715733</c:v>
                </c:pt>
                <c:pt idx="9522">
                  <c:v>45773598</c:v>
                </c:pt>
                <c:pt idx="9523">
                  <c:v>45790693</c:v>
                </c:pt>
                <c:pt idx="9524">
                  <c:v>45805098</c:v>
                </c:pt>
                <c:pt idx="9525">
                  <c:v>45805319</c:v>
                </c:pt>
                <c:pt idx="9526">
                  <c:v>45805547</c:v>
                </c:pt>
                <c:pt idx="9527">
                  <c:v>45831097</c:v>
                </c:pt>
                <c:pt idx="9528">
                  <c:v>45850547</c:v>
                </c:pt>
                <c:pt idx="9529">
                  <c:v>45870255</c:v>
                </c:pt>
                <c:pt idx="9530">
                  <c:v>45895440</c:v>
                </c:pt>
                <c:pt idx="9531">
                  <c:v>45916362</c:v>
                </c:pt>
                <c:pt idx="9532">
                  <c:v>45944163</c:v>
                </c:pt>
                <c:pt idx="9533">
                  <c:v>45945163</c:v>
                </c:pt>
                <c:pt idx="9534">
                  <c:v>45953389</c:v>
                </c:pt>
                <c:pt idx="9535">
                  <c:v>45963060</c:v>
                </c:pt>
                <c:pt idx="9536">
                  <c:v>45994890</c:v>
                </c:pt>
                <c:pt idx="9537">
                  <c:v>45995038</c:v>
                </c:pt>
                <c:pt idx="9538">
                  <c:v>45995184</c:v>
                </c:pt>
                <c:pt idx="9539">
                  <c:v>46028522</c:v>
                </c:pt>
                <c:pt idx="9540">
                  <c:v>46055241</c:v>
                </c:pt>
                <c:pt idx="9541">
                  <c:v>46057502</c:v>
                </c:pt>
                <c:pt idx="9542">
                  <c:v>46057853</c:v>
                </c:pt>
                <c:pt idx="9543">
                  <c:v>46058049</c:v>
                </c:pt>
                <c:pt idx="9544">
                  <c:v>46077894</c:v>
                </c:pt>
                <c:pt idx="9545">
                  <c:v>46091269</c:v>
                </c:pt>
                <c:pt idx="9546">
                  <c:v>46095163</c:v>
                </c:pt>
                <c:pt idx="9547">
                  <c:v>46128331</c:v>
                </c:pt>
                <c:pt idx="9548">
                  <c:v>46128384</c:v>
                </c:pt>
                <c:pt idx="9549">
                  <c:v>46129903</c:v>
                </c:pt>
                <c:pt idx="9550">
                  <c:v>46134429</c:v>
                </c:pt>
                <c:pt idx="9551">
                  <c:v>46179970</c:v>
                </c:pt>
                <c:pt idx="9552">
                  <c:v>46180806</c:v>
                </c:pt>
                <c:pt idx="9553">
                  <c:v>46183358</c:v>
                </c:pt>
                <c:pt idx="9554">
                  <c:v>46183633</c:v>
                </c:pt>
                <c:pt idx="9555">
                  <c:v>46184072</c:v>
                </c:pt>
                <c:pt idx="9556">
                  <c:v>46191848</c:v>
                </c:pt>
                <c:pt idx="9557">
                  <c:v>46250353</c:v>
                </c:pt>
                <c:pt idx="9558">
                  <c:v>46250520</c:v>
                </c:pt>
                <c:pt idx="9559">
                  <c:v>46250987</c:v>
                </c:pt>
                <c:pt idx="9560">
                  <c:v>46251202</c:v>
                </c:pt>
                <c:pt idx="9561">
                  <c:v>46255916</c:v>
                </c:pt>
                <c:pt idx="9562">
                  <c:v>46268214</c:v>
                </c:pt>
                <c:pt idx="9563">
                  <c:v>46268673</c:v>
                </c:pt>
                <c:pt idx="9564">
                  <c:v>46271077</c:v>
                </c:pt>
                <c:pt idx="9565">
                  <c:v>46271170</c:v>
                </c:pt>
                <c:pt idx="9566">
                  <c:v>46271220</c:v>
                </c:pt>
                <c:pt idx="9567">
                  <c:v>46271281</c:v>
                </c:pt>
                <c:pt idx="9568">
                  <c:v>46273882</c:v>
                </c:pt>
                <c:pt idx="9569">
                  <c:v>46283245</c:v>
                </c:pt>
                <c:pt idx="9570">
                  <c:v>46323850</c:v>
                </c:pt>
                <c:pt idx="9571">
                  <c:v>46361785</c:v>
                </c:pt>
                <c:pt idx="9572">
                  <c:v>46404538</c:v>
                </c:pt>
                <c:pt idx="9573">
                  <c:v>46405143</c:v>
                </c:pt>
                <c:pt idx="9574">
                  <c:v>46405218</c:v>
                </c:pt>
                <c:pt idx="9575">
                  <c:v>46405456</c:v>
                </c:pt>
                <c:pt idx="9576">
                  <c:v>46405716</c:v>
                </c:pt>
                <c:pt idx="9577">
                  <c:v>46409061</c:v>
                </c:pt>
                <c:pt idx="9578">
                  <c:v>46420444</c:v>
                </c:pt>
                <c:pt idx="9579">
                  <c:v>46421490</c:v>
                </c:pt>
                <c:pt idx="9580">
                  <c:v>46422422</c:v>
                </c:pt>
                <c:pt idx="9581">
                  <c:v>46435603</c:v>
                </c:pt>
                <c:pt idx="9582">
                  <c:v>46452651</c:v>
                </c:pt>
                <c:pt idx="9583">
                  <c:v>46478960</c:v>
                </c:pt>
                <c:pt idx="9584">
                  <c:v>46482464</c:v>
                </c:pt>
                <c:pt idx="9585">
                  <c:v>46517098</c:v>
                </c:pt>
                <c:pt idx="9586">
                  <c:v>46536797</c:v>
                </c:pt>
                <c:pt idx="9587">
                  <c:v>46571196</c:v>
                </c:pt>
                <c:pt idx="9588">
                  <c:v>46630862</c:v>
                </c:pt>
                <c:pt idx="9589">
                  <c:v>46685281</c:v>
                </c:pt>
                <c:pt idx="9590">
                  <c:v>46713058</c:v>
                </c:pt>
                <c:pt idx="9591">
                  <c:v>46717034</c:v>
                </c:pt>
                <c:pt idx="9592">
                  <c:v>46718374</c:v>
                </c:pt>
                <c:pt idx="9593">
                  <c:v>46738680</c:v>
                </c:pt>
                <c:pt idx="9594">
                  <c:v>46746084</c:v>
                </c:pt>
                <c:pt idx="9595">
                  <c:v>46785564</c:v>
                </c:pt>
                <c:pt idx="9596">
                  <c:v>46806806</c:v>
                </c:pt>
                <c:pt idx="9597">
                  <c:v>46808659</c:v>
                </c:pt>
                <c:pt idx="9598">
                  <c:v>46810217</c:v>
                </c:pt>
                <c:pt idx="9599">
                  <c:v>46843127</c:v>
                </c:pt>
                <c:pt idx="9600">
                  <c:v>46904863</c:v>
                </c:pt>
                <c:pt idx="9601">
                  <c:v>46931994</c:v>
                </c:pt>
                <c:pt idx="9602">
                  <c:v>46997092</c:v>
                </c:pt>
                <c:pt idx="9603">
                  <c:v>46997199</c:v>
                </c:pt>
                <c:pt idx="9604">
                  <c:v>47012425</c:v>
                </c:pt>
                <c:pt idx="9605">
                  <c:v>47015682</c:v>
                </c:pt>
                <c:pt idx="9606">
                  <c:v>47015984</c:v>
                </c:pt>
                <c:pt idx="9607">
                  <c:v>47035010</c:v>
                </c:pt>
                <c:pt idx="9608">
                  <c:v>47037624</c:v>
                </c:pt>
                <c:pt idx="9609">
                  <c:v>47037944</c:v>
                </c:pt>
                <c:pt idx="9610">
                  <c:v>47038667</c:v>
                </c:pt>
                <c:pt idx="9611">
                  <c:v>47058544</c:v>
                </c:pt>
                <c:pt idx="9612">
                  <c:v>47068640</c:v>
                </c:pt>
                <c:pt idx="9613">
                  <c:v>47079508</c:v>
                </c:pt>
                <c:pt idx="9614">
                  <c:v>47085294</c:v>
                </c:pt>
                <c:pt idx="9615">
                  <c:v>47093698</c:v>
                </c:pt>
                <c:pt idx="9616">
                  <c:v>47145395</c:v>
                </c:pt>
                <c:pt idx="9617">
                  <c:v>47163823</c:v>
                </c:pt>
                <c:pt idx="9618">
                  <c:v>47166718</c:v>
                </c:pt>
                <c:pt idx="9619">
                  <c:v>47172976</c:v>
                </c:pt>
                <c:pt idx="9620">
                  <c:v>47225916</c:v>
                </c:pt>
                <c:pt idx="9621">
                  <c:v>47225951</c:v>
                </c:pt>
                <c:pt idx="9622">
                  <c:v>47244782</c:v>
                </c:pt>
                <c:pt idx="9623">
                  <c:v>47247627</c:v>
                </c:pt>
                <c:pt idx="9624">
                  <c:v>47303011</c:v>
                </c:pt>
                <c:pt idx="9625">
                  <c:v>47314816</c:v>
                </c:pt>
                <c:pt idx="9626">
                  <c:v>47322636</c:v>
                </c:pt>
                <c:pt idx="9627">
                  <c:v>47322978</c:v>
                </c:pt>
                <c:pt idx="9628">
                  <c:v>47323151</c:v>
                </c:pt>
                <c:pt idx="9629">
                  <c:v>47325477</c:v>
                </c:pt>
                <c:pt idx="9630">
                  <c:v>47368913</c:v>
                </c:pt>
                <c:pt idx="9631">
                  <c:v>47370574</c:v>
                </c:pt>
                <c:pt idx="9632">
                  <c:v>47455908</c:v>
                </c:pt>
                <c:pt idx="9633">
                  <c:v>47483838</c:v>
                </c:pt>
                <c:pt idx="9634">
                  <c:v>47502211</c:v>
                </c:pt>
                <c:pt idx="9635">
                  <c:v>47524473</c:v>
                </c:pt>
                <c:pt idx="9636">
                  <c:v>47528328</c:v>
                </c:pt>
                <c:pt idx="9637">
                  <c:v>47560091</c:v>
                </c:pt>
                <c:pt idx="9638">
                  <c:v>47568118</c:v>
                </c:pt>
                <c:pt idx="9639">
                  <c:v>47571094</c:v>
                </c:pt>
                <c:pt idx="9640">
                  <c:v>47587815</c:v>
                </c:pt>
                <c:pt idx="9641">
                  <c:v>47708476</c:v>
                </c:pt>
                <c:pt idx="9642">
                  <c:v>47709565</c:v>
                </c:pt>
                <c:pt idx="9643">
                  <c:v>47713209</c:v>
                </c:pt>
                <c:pt idx="9644">
                  <c:v>47713435</c:v>
                </c:pt>
                <c:pt idx="9645">
                  <c:v>47723611</c:v>
                </c:pt>
                <c:pt idx="9646">
                  <c:v>47723764</c:v>
                </c:pt>
                <c:pt idx="9647">
                  <c:v>47727415</c:v>
                </c:pt>
                <c:pt idx="9648">
                  <c:v>47735789</c:v>
                </c:pt>
                <c:pt idx="9649">
                  <c:v>47763362</c:v>
                </c:pt>
                <c:pt idx="9650">
                  <c:v>47772749</c:v>
                </c:pt>
                <c:pt idx="9651">
                  <c:v>47773242</c:v>
                </c:pt>
                <c:pt idx="9652">
                  <c:v>47787575</c:v>
                </c:pt>
                <c:pt idx="9653">
                  <c:v>47790021</c:v>
                </c:pt>
                <c:pt idx="9654">
                  <c:v>47793036</c:v>
                </c:pt>
                <c:pt idx="9655">
                  <c:v>47793040</c:v>
                </c:pt>
                <c:pt idx="9656">
                  <c:v>47793041</c:v>
                </c:pt>
                <c:pt idx="9657">
                  <c:v>47804558</c:v>
                </c:pt>
                <c:pt idx="9658">
                  <c:v>47804803</c:v>
                </c:pt>
                <c:pt idx="9659">
                  <c:v>47821094</c:v>
                </c:pt>
                <c:pt idx="9660">
                  <c:v>47821837</c:v>
                </c:pt>
                <c:pt idx="9661">
                  <c:v>47823675</c:v>
                </c:pt>
                <c:pt idx="9662">
                  <c:v>47828041</c:v>
                </c:pt>
                <c:pt idx="9663">
                  <c:v>47834818</c:v>
                </c:pt>
                <c:pt idx="9664">
                  <c:v>47834952</c:v>
                </c:pt>
                <c:pt idx="9665">
                  <c:v>47835243</c:v>
                </c:pt>
                <c:pt idx="9666">
                  <c:v>47875475</c:v>
                </c:pt>
                <c:pt idx="9667">
                  <c:v>47902117</c:v>
                </c:pt>
                <c:pt idx="9668">
                  <c:v>47904025</c:v>
                </c:pt>
                <c:pt idx="9669">
                  <c:v>47914407</c:v>
                </c:pt>
                <c:pt idx="9670">
                  <c:v>47914924</c:v>
                </c:pt>
                <c:pt idx="9671">
                  <c:v>47915254</c:v>
                </c:pt>
                <c:pt idx="9672">
                  <c:v>47915308</c:v>
                </c:pt>
                <c:pt idx="9673">
                  <c:v>47927742</c:v>
                </c:pt>
                <c:pt idx="9674">
                  <c:v>48016165</c:v>
                </c:pt>
                <c:pt idx="9675">
                  <c:v>48017217</c:v>
                </c:pt>
                <c:pt idx="9676">
                  <c:v>48021354</c:v>
                </c:pt>
                <c:pt idx="9677">
                  <c:v>48021496</c:v>
                </c:pt>
                <c:pt idx="9678">
                  <c:v>48033246</c:v>
                </c:pt>
                <c:pt idx="9679">
                  <c:v>48033408</c:v>
                </c:pt>
                <c:pt idx="9680">
                  <c:v>48033527</c:v>
                </c:pt>
                <c:pt idx="9681">
                  <c:v>48033808</c:v>
                </c:pt>
                <c:pt idx="9682">
                  <c:v>48033943</c:v>
                </c:pt>
                <c:pt idx="9683">
                  <c:v>48034161</c:v>
                </c:pt>
                <c:pt idx="9684">
                  <c:v>48035275</c:v>
                </c:pt>
                <c:pt idx="9685">
                  <c:v>48035672</c:v>
                </c:pt>
                <c:pt idx="9686">
                  <c:v>48046291</c:v>
                </c:pt>
                <c:pt idx="9687">
                  <c:v>48048573</c:v>
                </c:pt>
                <c:pt idx="9688">
                  <c:v>48083636</c:v>
                </c:pt>
                <c:pt idx="9689">
                  <c:v>48083683</c:v>
                </c:pt>
                <c:pt idx="9690">
                  <c:v>48090406</c:v>
                </c:pt>
                <c:pt idx="9691">
                  <c:v>48110585</c:v>
                </c:pt>
                <c:pt idx="9692">
                  <c:v>48117949</c:v>
                </c:pt>
                <c:pt idx="9693">
                  <c:v>48137326</c:v>
                </c:pt>
                <c:pt idx="9694">
                  <c:v>48137831</c:v>
                </c:pt>
                <c:pt idx="9695">
                  <c:v>48152766</c:v>
                </c:pt>
                <c:pt idx="9696">
                  <c:v>48159924</c:v>
                </c:pt>
                <c:pt idx="9697">
                  <c:v>48161576</c:v>
                </c:pt>
                <c:pt idx="9698">
                  <c:v>48172404</c:v>
                </c:pt>
                <c:pt idx="9699">
                  <c:v>48172542</c:v>
                </c:pt>
                <c:pt idx="9700">
                  <c:v>48172573</c:v>
                </c:pt>
                <c:pt idx="9701">
                  <c:v>48175935</c:v>
                </c:pt>
                <c:pt idx="9702">
                  <c:v>48176191</c:v>
                </c:pt>
                <c:pt idx="9703">
                  <c:v>48223410</c:v>
                </c:pt>
                <c:pt idx="9704">
                  <c:v>48233021</c:v>
                </c:pt>
                <c:pt idx="9705">
                  <c:v>48233117</c:v>
                </c:pt>
                <c:pt idx="9706">
                  <c:v>48234072</c:v>
                </c:pt>
                <c:pt idx="9707">
                  <c:v>48235290</c:v>
                </c:pt>
                <c:pt idx="9708">
                  <c:v>48235474</c:v>
                </c:pt>
                <c:pt idx="9709">
                  <c:v>48236339</c:v>
                </c:pt>
                <c:pt idx="9710">
                  <c:v>48260762</c:v>
                </c:pt>
                <c:pt idx="9711">
                  <c:v>48260768</c:v>
                </c:pt>
                <c:pt idx="9712">
                  <c:v>48289481</c:v>
                </c:pt>
                <c:pt idx="9713">
                  <c:v>48305836</c:v>
                </c:pt>
                <c:pt idx="9714">
                  <c:v>48354768</c:v>
                </c:pt>
                <c:pt idx="9715">
                  <c:v>48372921</c:v>
                </c:pt>
                <c:pt idx="9716">
                  <c:v>48409115</c:v>
                </c:pt>
                <c:pt idx="9717">
                  <c:v>48412722</c:v>
                </c:pt>
                <c:pt idx="9718">
                  <c:v>48431369</c:v>
                </c:pt>
                <c:pt idx="9719">
                  <c:v>48447273</c:v>
                </c:pt>
                <c:pt idx="9720">
                  <c:v>48455542</c:v>
                </c:pt>
                <c:pt idx="9721">
                  <c:v>48474692</c:v>
                </c:pt>
                <c:pt idx="9722">
                  <c:v>48495108</c:v>
                </c:pt>
                <c:pt idx="9723">
                  <c:v>48498930</c:v>
                </c:pt>
                <c:pt idx="9724">
                  <c:v>48502159</c:v>
                </c:pt>
                <c:pt idx="9725">
                  <c:v>48554922</c:v>
                </c:pt>
                <c:pt idx="9726">
                  <c:v>48556156</c:v>
                </c:pt>
                <c:pt idx="9727">
                  <c:v>48556170</c:v>
                </c:pt>
                <c:pt idx="9728">
                  <c:v>48556223</c:v>
                </c:pt>
                <c:pt idx="9729">
                  <c:v>48556235</c:v>
                </c:pt>
                <c:pt idx="9730">
                  <c:v>48556323</c:v>
                </c:pt>
                <c:pt idx="9731">
                  <c:v>48611848</c:v>
                </c:pt>
                <c:pt idx="9732">
                  <c:v>48653275</c:v>
                </c:pt>
                <c:pt idx="9733">
                  <c:v>48663010</c:v>
                </c:pt>
                <c:pt idx="9734">
                  <c:v>48686907</c:v>
                </c:pt>
                <c:pt idx="9735">
                  <c:v>48687199</c:v>
                </c:pt>
                <c:pt idx="9736">
                  <c:v>48700999</c:v>
                </c:pt>
                <c:pt idx="9737">
                  <c:v>48703603</c:v>
                </c:pt>
                <c:pt idx="9738">
                  <c:v>48705264</c:v>
                </c:pt>
                <c:pt idx="9739">
                  <c:v>48723288</c:v>
                </c:pt>
                <c:pt idx="9740">
                  <c:v>48728522</c:v>
                </c:pt>
                <c:pt idx="9741">
                  <c:v>48750225</c:v>
                </c:pt>
                <c:pt idx="9742">
                  <c:v>48751344</c:v>
                </c:pt>
                <c:pt idx="9743">
                  <c:v>48751860</c:v>
                </c:pt>
                <c:pt idx="9744">
                  <c:v>48791722</c:v>
                </c:pt>
                <c:pt idx="9745">
                  <c:v>48792606</c:v>
                </c:pt>
                <c:pt idx="9746">
                  <c:v>48796034</c:v>
                </c:pt>
                <c:pt idx="9747">
                  <c:v>48812221</c:v>
                </c:pt>
                <c:pt idx="9748">
                  <c:v>48823054</c:v>
                </c:pt>
                <c:pt idx="9749">
                  <c:v>48846126</c:v>
                </c:pt>
                <c:pt idx="9750">
                  <c:v>48850934</c:v>
                </c:pt>
                <c:pt idx="9751">
                  <c:v>48892828</c:v>
                </c:pt>
                <c:pt idx="9752">
                  <c:v>48893198</c:v>
                </c:pt>
                <c:pt idx="9753">
                  <c:v>48893709</c:v>
                </c:pt>
                <c:pt idx="9754">
                  <c:v>48898014</c:v>
                </c:pt>
                <c:pt idx="9755">
                  <c:v>48914081</c:v>
                </c:pt>
                <c:pt idx="9756">
                  <c:v>48926544</c:v>
                </c:pt>
                <c:pt idx="9757">
                  <c:v>48951739</c:v>
                </c:pt>
                <c:pt idx="9758">
                  <c:v>48963559</c:v>
                </c:pt>
                <c:pt idx="9759">
                  <c:v>48968625</c:v>
                </c:pt>
                <c:pt idx="9760">
                  <c:v>48970342</c:v>
                </c:pt>
                <c:pt idx="9761">
                  <c:v>49038847</c:v>
                </c:pt>
                <c:pt idx="9762">
                  <c:v>49043916</c:v>
                </c:pt>
                <c:pt idx="9763">
                  <c:v>49049199</c:v>
                </c:pt>
                <c:pt idx="9764">
                  <c:v>49053089</c:v>
                </c:pt>
                <c:pt idx="9765">
                  <c:v>49062736</c:v>
                </c:pt>
                <c:pt idx="9766">
                  <c:v>49063177</c:v>
                </c:pt>
                <c:pt idx="9767">
                  <c:v>49070466</c:v>
                </c:pt>
                <c:pt idx="9768">
                  <c:v>49104649</c:v>
                </c:pt>
                <c:pt idx="9769">
                  <c:v>49119323</c:v>
                </c:pt>
                <c:pt idx="9770">
                  <c:v>49119508</c:v>
                </c:pt>
                <c:pt idx="9771">
                  <c:v>49119933</c:v>
                </c:pt>
                <c:pt idx="9772">
                  <c:v>49120179</c:v>
                </c:pt>
                <c:pt idx="9773">
                  <c:v>49148138</c:v>
                </c:pt>
                <c:pt idx="9774">
                  <c:v>49162459</c:v>
                </c:pt>
                <c:pt idx="9775">
                  <c:v>49200733</c:v>
                </c:pt>
                <c:pt idx="9776">
                  <c:v>49236603</c:v>
                </c:pt>
                <c:pt idx="9777">
                  <c:v>49237188</c:v>
                </c:pt>
                <c:pt idx="9778">
                  <c:v>49263867</c:v>
                </c:pt>
                <c:pt idx="9779">
                  <c:v>49264063</c:v>
                </c:pt>
                <c:pt idx="9780">
                  <c:v>49266314</c:v>
                </c:pt>
                <c:pt idx="9781">
                  <c:v>49266656</c:v>
                </c:pt>
                <c:pt idx="9782">
                  <c:v>49284742</c:v>
                </c:pt>
                <c:pt idx="9783">
                  <c:v>49285690</c:v>
                </c:pt>
                <c:pt idx="9784">
                  <c:v>49299585</c:v>
                </c:pt>
                <c:pt idx="9785">
                  <c:v>49410240</c:v>
                </c:pt>
                <c:pt idx="9786">
                  <c:v>49410329</c:v>
                </c:pt>
                <c:pt idx="9787">
                  <c:v>49412573</c:v>
                </c:pt>
                <c:pt idx="9788">
                  <c:v>49413390</c:v>
                </c:pt>
                <c:pt idx="9789">
                  <c:v>49417827</c:v>
                </c:pt>
                <c:pt idx="9790">
                  <c:v>49453096</c:v>
                </c:pt>
                <c:pt idx="9791">
                  <c:v>49462585</c:v>
                </c:pt>
                <c:pt idx="9792">
                  <c:v>49463266</c:v>
                </c:pt>
                <c:pt idx="9793">
                  <c:v>49534763</c:v>
                </c:pt>
                <c:pt idx="9794">
                  <c:v>49537436</c:v>
                </c:pt>
                <c:pt idx="9795">
                  <c:v>49552135</c:v>
                </c:pt>
                <c:pt idx="9796">
                  <c:v>49560669</c:v>
                </c:pt>
                <c:pt idx="9797">
                  <c:v>49574039</c:v>
                </c:pt>
                <c:pt idx="9798">
                  <c:v>49582912</c:v>
                </c:pt>
                <c:pt idx="9799">
                  <c:v>49618679</c:v>
                </c:pt>
                <c:pt idx="9800">
                  <c:v>49628544</c:v>
                </c:pt>
                <c:pt idx="9801">
                  <c:v>49679312</c:v>
                </c:pt>
                <c:pt idx="9802">
                  <c:v>49682648</c:v>
                </c:pt>
                <c:pt idx="9803">
                  <c:v>49699184</c:v>
                </c:pt>
                <c:pt idx="9804">
                  <c:v>49742023</c:v>
                </c:pt>
                <c:pt idx="9805">
                  <c:v>49743931</c:v>
                </c:pt>
                <c:pt idx="9806">
                  <c:v>49745793</c:v>
                </c:pt>
                <c:pt idx="9807">
                  <c:v>49809869</c:v>
                </c:pt>
                <c:pt idx="9808">
                  <c:v>49845244</c:v>
                </c:pt>
                <c:pt idx="9809">
                  <c:v>49851696</c:v>
                </c:pt>
                <c:pt idx="9810">
                  <c:v>49856851</c:v>
                </c:pt>
                <c:pt idx="9811">
                  <c:v>49940775</c:v>
                </c:pt>
                <c:pt idx="9812">
                  <c:v>49945959</c:v>
                </c:pt>
                <c:pt idx="9813">
                  <c:v>49954378</c:v>
                </c:pt>
                <c:pt idx="9814">
                  <c:v>49954567</c:v>
                </c:pt>
                <c:pt idx="9815">
                  <c:v>49974853</c:v>
                </c:pt>
                <c:pt idx="9816">
                  <c:v>49980821</c:v>
                </c:pt>
                <c:pt idx="9817">
                  <c:v>49989095</c:v>
                </c:pt>
                <c:pt idx="9818">
                  <c:v>49997930</c:v>
                </c:pt>
                <c:pt idx="9819">
                  <c:v>50063156</c:v>
                </c:pt>
                <c:pt idx="9820">
                  <c:v>50091366</c:v>
                </c:pt>
                <c:pt idx="9821">
                  <c:v>50105794</c:v>
                </c:pt>
                <c:pt idx="9822">
                  <c:v>50159190</c:v>
                </c:pt>
                <c:pt idx="9823">
                  <c:v>50181000</c:v>
                </c:pt>
                <c:pt idx="9824">
                  <c:v>50188878</c:v>
                </c:pt>
                <c:pt idx="9825">
                  <c:v>50199899</c:v>
                </c:pt>
                <c:pt idx="9826">
                  <c:v>50201222</c:v>
                </c:pt>
                <c:pt idx="9827">
                  <c:v>50205897</c:v>
                </c:pt>
                <c:pt idx="9828">
                  <c:v>50218423</c:v>
                </c:pt>
                <c:pt idx="9829">
                  <c:v>50221279</c:v>
                </c:pt>
                <c:pt idx="9830">
                  <c:v>50232796</c:v>
                </c:pt>
                <c:pt idx="9831">
                  <c:v>50238258</c:v>
                </c:pt>
                <c:pt idx="9832">
                  <c:v>50255138</c:v>
                </c:pt>
                <c:pt idx="9833">
                  <c:v>50255967</c:v>
                </c:pt>
                <c:pt idx="9834">
                  <c:v>50276203</c:v>
                </c:pt>
                <c:pt idx="9835">
                  <c:v>50286529</c:v>
                </c:pt>
                <c:pt idx="9836">
                  <c:v>50286847</c:v>
                </c:pt>
                <c:pt idx="9837">
                  <c:v>50287062</c:v>
                </c:pt>
                <c:pt idx="9838">
                  <c:v>50287726</c:v>
                </c:pt>
                <c:pt idx="9839">
                  <c:v>50298738</c:v>
                </c:pt>
                <c:pt idx="9840">
                  <c:v>50314680</c:v>
                </c:pt>
                <c:pt idx="9841">
                  <c:v>50317016</c:v>
                </c:pt>
                <c:pt idx="9842">
                  <c:v>50354861</c:v>
                </c:pt>
                <c:pt idx="9843">
                  <c:v>50404732</c:v>
                </c:pt>
                <c:pt idx="9844">
                  <c:v>50408353</c:v>
                </c:pt>
                <c:pt idx="9845">
                  <c:v>50427163</c:v>
                </c:pt>
                <c:pt idx="9846">
                  <c:v>50444390</c:v>
                </c:pt>
                <c:pt idx="9847">
                  <c:v>50458519</c:v>
                </c:pt>
                <c:pt idx="9848">
                  <c:v>50460765</c:v>
                </c:pt>
                <c:pt idx="9849">
                  <c:v>50463056</c:v>
                </c:pt>
                <c:pt idx="9850">
                  <c:v>50482002</c:v>
                </c:pt>
                <c:pt idx="9851">
                  <c:v>50508962</c:v>
                </c:pt>
                <c:pt idx="9852">
                  <c:v>50510425</c:v>
                </c:pt>
                <c:pt idx="9853">
                  <c:v>50529604</c:v>
                </c:pt>
                <c:pt idx="9854">
                  <c:v>50529962</c:v>
                </c:pt>
                <c:pt idx="9855">
                  <c:v>50530610</c:v>
                </c:pt>
                <c:pt idx="9856">
                  <c:v>50530745</c:v>
                </c:pt>
                <c:pt idx="9857">
                  <c:v>50532164</c:v>
                </c:pt>
                <c:pt idx="9858">
                  <c:v>50532301</c:v>
                </c:pt>
                <c:pt idx="9859">
                  <c:v>50554842</c:v>
                </c:pt>
                <c:pt idx="9860">
                  <c:v>50557082</c:v>
                </c:pt>
                <c:pt idx="9861">
                  <c:v>50567732</c:v>
                </c:pt>
                <c:pt idx="9862">
                  <c:v>50572130</c:v>
                </c:pt>
                <c:pt idx="9863">
                  <c:v>50584162</c:v>
                </c:pt>
                <c:pt idx="9864">
                  <c:v>50605683</c:v>
                </c:pt>
                <c:pt idx="9865">
                  <c:v>50648189</c:v>
                </c:pt>
                <c:pt idx="9866">
                  <c:v>50712775</c:v>
                </c:pt>
                <c:pt idx="9867">
                  <c:v>50732727</c:v>
                </c:pt>
                <c:pt idx="9868">
                  <c:v>50734720</c:v>
                </c:pt>
                <c:pt idx="9869">
                  <c:v>50734740</c:v>
                </c:pt>
                <c:pt idx="9870">
                  <c:v>50755727</c:v>
                </c:pt>
                <c:pt idx="9871">
                  <c:v>50756604</c:v>
                </c:pt>
                <c:pt idx="9872">
                  <c:v>50782630</c:v>
                </c:pt>
                <c:pt idx="9873">
                  <c:v>50782635</c:v>
                </c:pt>
                <c:pt idx="9874">
                  <c:v>50782753</c:v>
                </c:pt>
                <c:pt idx="9875">
                  <c:v>50800936</c:v>
                </c:pt>
                <c:pt idx="9876">
                  <c:v>50802053</c:v>
                </c:pt>
                <c:pt idx="9877">
                  <c:v>50823789</c:v>
                </c:pt>
                <c:pt idx="9878">
                  <c:v>50835852</c:v>
                </c:pt>
                <c:pt idx="9879">
                  <c:v>50838500</c:v>
                </c:pt>
                <c:pt idx="9880">
                  <c:v>50858659</c:v>
                </c:pt>
                <c:pt idx="9881">
                  <c:v>50887220</c:v>
                </c:pt>
                <c:pt idx="9882">
                  <c:v>50888030</c:v>
                </c:pt>
                <c:pt idx="9883">
                  <c:v>50899831</c:v>
                </c:pt>
                <c:pt idx="9884">
                  <c:v>50900417</c:v>
                </c:pt>
                <c:pt idx="9885">
                  <c:v>50904338</c:v>
                </c:pt>
                <c:pt idx="9886">
                  <c:v>50904687</c:v>
                </c:pt>
                <c:pt idx="9887">
                  <c:v>50905802</c:v>
                </c:pt>
                <c:pt idx="9888">
                  <c:v>51004092</c:v>
                </c:pt>
                <c:pt idx="9889">
                  <c:v>51020997</c:v>
                </c:pt>
                <c:pt idx="9890">
                  <c:v>51030202</c:v>
                </c:pt>
                <c:pt idx="9891">
                  <c:v>51030725</c:v>
                </c:pt>
                <c:pt idx="9892">
                  <c:v>51051096</c:v>
                </c:pt>
                <c:pt idx="9893">
                  <c:v>51058946</c:v>
                </c:pt>
                <c:pt idx="9894">
                  <c:v>51084340</c:v>
                </c:pt>
                <c:pt idx="9895">
                  <c:v>51097472</c:v>
                </c:pt>
                <c:pt idx="9896">
                  <c:v>51112399</c:v>
                </c:pt>
                <c:pt idx="9897">
                  <c:v>51115244</c:v>
                </c:pt>
                <c:pt idx="9898">
                  <c:v>51115519</c:v>
                </c:pt>
                <c:pt idx="9899">
                  <c:v>51130595</c:v>
                </c:pt>
                <c:pt idx="9900">
                  <c:v>51131989</c:v>
                </c:pt>
                <c:pt idx="9901">
                  <c:v>51134954</c:v>
                </c:pt>
                <c:pt idx="9902">
                  <c:v>51181155</c:v>
                </c:pt>
                <c:pt idx="9903">
                  <c:v>51188340</c:v>
                </c:pt>
                <c:pt idx="9904">
                  <c:v>51188734</c:v>
                </c:pt>
                <c:pt idx="9905">
                  <c:v>51189915</c:v>
                </c:pt>
                <c:pt idx="9906">
                  <c:v>51194568</c:v>
                </c:pt>
                <c:pt idx="9907">
                  <c:v>51194579</c:v>
                </c:pt>
                <c:pt idx="9908">
                  <c:v>51274832</c:v>
                </c:pt>
                <c:pt idx="9909">
                  <c:v>51284335</c:v>
                </c:pt>
                <c:pt idx="9910">
                  <c:v>51343019</c:v>
                </c:pt>
                <c:pt idx="9911">
                  <c:v>51380129</c:v>
                </c:pt>
                <c:pt idx="9912">
                  <c:v>51398905</c:v>
                </c:pt>
                <c:pt idx="9913">
                  <c:v>51412675</c:v>
                </c:pt>
                <c:pt idx="9914">
                  <c:v>51412841</c:v>
                </c:pt>
                <c:pt idx="9915">
                  <c:v>51412907</c:v>
                </c:pt>
                <c:pt idx="9916">
                  <c:v>51413277</c:v>
                </c:pt>
                <c:pt idx="9917">
                  <c:v>51414397</c:v>
                </c:pt>
                <c:pt idx="9918">
                  <c:v>51414638</c:v>
                </c:pt>
                <c:pt idx="9919">
                  <c:v>51423842</c:v>
                </c:pt>
                <c:pt idx="9920">
                  <c:v>51457524</c:v>
                </c:pt>
                <c:pt idx="9921">
                  <c:v>51506581</c:v>
                </c:pt>
                <c:pt idx="9922">
                  <c:v>51515924</c:v>
                </c:pt>
                <c:pt idx="9923">
                  <c:v>51565744</c:v>
                </c:pt>
                <c:pt idx="9924">
                  <c:v>51570306</c:v>
                </c:pt>
                <c:pt idx="9925">
                  <c:v>51590556</c:v>
                </c:pt>
                <c:pt idx="9926">
                  <c:v>51609706</c:v>
                </c:pt>
                <c:pt idx="9927">
                  <c:v>51624889</c:v>
                </c:pt>
                <c:pt idx="9928">
                  <c:v>51624957</c:v>
                </c:pt>
                <c:pt idx="9929">
                  <c:v>51627224</c:v>
                </c:pt>
                <c:pt idx="9930">
                  <c:v>51631920</c:v>
                </c:pt>
                <c:pt idx="9931">
                  <c:v>51675987</c:v>
                </c:pt>
                <c:pt idx="9932">
                  <c:v>51678308</c:v>
                </c:pt>
                <c:pt idx="9933">
                  <c:v>51706065</c:v>
                </c:pt>
                <c:pt idx="9934">
                  <c:v>51717778</c:v>
                </c:pt>
                <c:pt idx="9935">
                  <c:v>51718914</c:v>
                </c:pt>
                <c:pt idx="9936">
                  <c:v>51736936</c:v>
                </c:pt>
                <c:pt idx="9937">
                  <c:v>51737392</c:v>
                </c:pt>
                <c:pt idx="9938">
                  <c:v>51812967</c:v>
                </c:pt>
                <c:pt idx="9939">
                  <c:v>51851676</c:v>
                </c:pt>
                <c:pt idx="9940">
                  <c:v>51854076</c:v>
                </c:pt>
                <c:pt idx="9941">
                  <c:v>51903511</c:v>
                </c:pt>
                <c:pt idx="9942">
                  <c:v>51914048</c:v>
                </c:pt>
                <c:pt idx="9943">
                  <c:v>51914290</c:v>
                </c:pt>
                <c:pt idx="9944">
                  <c:v>51916070</c:v>
                </c:pt>
                <c:pt idx="9945">
                  <c:v>51931833</c:v>
                </c:pt>
                <c:pt idx="9946">
                  <c:v>51950101</c:v>
                </c:pt>
                <c:pt idx="9947">
                  <c:v>52023292</c:v>
                </c:pt>
                <c:pt idx="9948">
                  <c:v>52027689</c:v>
                </c:pt>
                <c:pt idx="9949">
                  <c:v>52096135</c:v>
                </c:pt>
                <c:pt idx="9950">
                  <c:v>52214798</c:v>
                </c:pt>
                <c:pt idx="9951">
                  <c:v>52216184</c:v>
                </c:pt>
                <c:pt idx="9952">
                  <c:v>52216564</c:v>
                </c:pt>
                <c:pt idx="9953">
                  <c:v>52216809</c:v>
                </c:pt>
                <c:pt idx="9954">
                  <c:v>52224518</c:v>
                </c:pt>
                <c:pt idx="9955">
                  <c:v>52226951</c:v>
                </c:pt>
                <c:pt idx="9956">
                  <c:v>52295813</c:v>
                </c:pt>
                <c:pt idx="9957">
                  <c:v>52307423</c:v>
                </c:pt>
                <c:pt idx="9958">
                  <c:v>52316537</c:v>
                </c:pt>
                <c:pt idx="9959">
                  <c:v>52338758</c:v>
                </c:pt>
                <c:pt idx="9960">
                  <c:v>52343063</c:v>
                </c:pt>
                <c:pt idx="9961">
                  <c:v>52376263</c:v>
                </c:pt>
                <c:pt idx="9962">
                  <c:v>52411227</c:v>
                </c:pt>
                <c:pt idx="9963">
                  <c:v>52414284</c:v>
                </c:pt>
                <c:pt idx="9964">
                  <c:v>52461622</c:v>
                </c:pt>
                <c:pt idx="9965">
                  <c:v>52499066</c:v>
                </c:pt>
                <c:pt idx="9966">
                  <c:v>52502780</c:v>
                </c:pt>
                <c:pt idx="9967">
                  <c:v>52502934</c:v>
                </c:pt>
                <c:pt idx="9968">
                  <c:v>52503160</c:v>
                </c:pt>
                <c:pt idx="9969">
                  <c:v>52503428</c:v>
                </c:pt>
                <c:pt idx="9970">
                  <c:v>52503472</c:v>
                </c:pt>
                <c:pt idx="9971">
                  <c:v>52518773</c:v>
                </c:pt>
                <c:pt idx="9972">
                  <c:v>52520131</c:v>
                </c:pt>
                <c:pt idx="9973">
                  <c:v>52520420</c:v>
                </c:pt>
                <c:pt idx="9974">
                  <c:v>52520575</c:v>
                </c:pt>
                <c:pt idx="9975">
                  <c:v>52521094</c:v>
                </c:pt>
                <c:pt idx="9976">
                  <c:v>52521712</c:v>
                </c:pt>
                <c:pt idx="9977">
                  <c:v>52522320</c:v>
                </c:pt>
                <c:pt idx="9978">
                  <c:v>52538759</c:v>
                </c:pt>
                <c:pt idx="9979">
                  <c:v>52538975</c:v>
                </c:pt>
                <c:pt idx="9980">
                  <c:v>52553880</c:v>
                </c:pt>
                <c:pt idx="9981">
                  <c:v>52557637</c:v>
                </c:pt>
                <c:pt idx="9982">
                  <c:v>52562844</c:v>
                </c:pt>
                <c:pt idx="9983">
                  <c:v>52587795</c:v>
                </c:pt>
                <c:pt idx="9984">
                  <c:v>52591746</c:v>
                </c:pt>
                <c:pt idx="9985">
                  <c:v>52602618</c:v>
                </c:pt>
                <c:pt idx="9986">
                  <c:v>52602619</c:v>
                </c:pt>
                <c:pt idx="9987">
                  <c:v>52603707</c:v>
                </c:pt>
                <c:pt idx="9988">
                  <c:v>52606357</c:v>
                </c:pt>
                <c:pt idx="9989">
                  <c:v>52621352</c:v>
                </c:pt>
                <c:pt idx="9990">
                  <c:v>52624187</c:v>
                </c:pt>
                <c:pt idx="9991">
                  <c:v>52625603</c:v>
                </c:pt>
                <c:pt idx="9992">
                  <c:v>52658352</c:v>
                </c:pt>
                <c:pt idx="9993">
                  <c:v>52660517</c:v>
                </c:pt>
                <c:pt idx="9994">
                  <c:v>52668117</c:v>
                </c:pt>
                <c:pt idx="9995">
                  <c:v>52680881</c:v>
                </c:pt>
                <c:pt idx="9996">
                  <c:v>52697876</c:v>
                </c:pt>
                <c:pt idx="9997">
                  <c:v>52707695</c:v>
                </c:pt>
                <c:pt idx="9998">
                  <c:v>52707822</c:v>
                </c:pt>
                <c:pt idx="9999">
                  <c:v>52708063</c:v>
                </c:pt>
                <c:pt idx="10000">
                  <c:v>52708119</c:v>
                </c:pt>
                <c:pt idx="10001">
                  <c:v>52710753</c:v>
                </c:pt>
                <c:pt idx="10002">
                  <c:v>52711371</c:v>
                </c:pt>
                <c:pt idx="10003">
                  <c:v>52712434</c:v>
                </c:pt>
                <c:pt idx="10004">
                  <c:v>52720221</c:v>
                </c:pt>
                <c:pt idx="10005">
                  <c:v>52724046</c:v>
                </c:pt>
                <c:pt idx="10006">
                  <c:v>52725061</c:v>
                </c:pt>
                <c:pt idx="10007">
                  <c:v>52732020</c:v>
                </c:pt>
                <c:pt idx="10008">
                  <c:v>52744825</c:v>
                </c:pt>
                <c:pt idx="10009">
                  <c:v>52749800</c:v>
                </c:pt>
                <c:pt idx="10010">
                  <c:v>52761223</c:v>
                </c:pt>
                <c:pt idx="10011">
                  <c:v>52764297</c:v>
                </c:pt>
                <c:pt idx="10012">
                  <c:v>52783721</c:v>
                </c:pt>
                <c:pt idx="10013">
                  <c:v>52784002</c:v>
                </c:pt>
                <c:pt idx="10014">
                  <c:v>52784190</c:v>
                </c:pt>
                <c:pt idx="10015">
                  <c:v>52790159</c:v>
                </c:pt>
                <c:pt idx="10016">
                  <c:v>52800241</c:v>
                </c:pt>
                <c:pt idx="10017">
                  <c:v>52818952</c:v>
                </c:pt>
                <c:pt idx="10018">
                  <c:v>52847087</c:v>
                </c:pt>
                <c:pt idx="10019">
                  <c:v>52866954</c:v>
                </c:pt>
                <c:pt idx="10020">
                  <c:v>52907756</c:v>
                </c:pt>
                <c:pt idx="10021">
                  <c:v>52909145</c:v>
                </c:pt>
                <c:pt idx="10022">
                  <c:v>52916657</c:v>
                </c:pt>
                <c:pt idx="10023">
                  <c:v>52916947</c:v>
                </c:pt>
                <c:pt idx="10024">
                  <c:v>52933306</c:v>
                </c:pt>
                <c:pt idx="10025">
                  <c:v>52940323</c:v>
                </c:pt>
                <c:pt idx="10026">
                  <c:v>52941549</c:v>
                </c:pt>
                <c:pt idx="10027">
                  <c:v>52947009</c:v>
                </c:pt>
                <c:pt idx="10028">
                  <c:v>52960212</c:v>
                </c:pt>
                <c:pt idx="10029">
                  <c:v>52964071</c:v>
                </c:pt>
                <c:pt idx="10030">
                  <c:v>52965453</c:v>
                </c:pt>
                <c:pt idx="10031">
                  <c:v>52974691</c:v>
                </c:pt>
                <c:pt idx="10032">
                  <c:v>53004228</c:v>
                </c:pt>
                <c:pt idx="10033">
                  <c:v>53018976</c:v>
                </c:pt>
                <c:pt idx="10034">
                  <c:v>53021076</c:v>
                </c:pt>
                <c:pt idx="10035">
                  <c:v>53023189</c:v>
                </c:pt>
                <c:pt idx="10036">
                  <c:v>53035281</c:v>
                </c:pt>
                <c:pt idx="10037">
                  <c:v>53053419</c:v>
                </c:pt>
                <c:pt idx="10038">
                  <c:v>53053990</c:v>
                </c:pt>
                <c:pt idx="10039">
                  <c:v>53054595</c:v>
                </c:pt>
                <c:pt idx="10040">
                  <c:v>53055187</c:v>
                </c:pt>
                <c:pt idx="10041">
                  <c:v>53068501</c:v>
                </c:pt>
                <c:pt idx="10042">
                  <c:v>53071217</c:v>
                </c:pt>
                <c:pt idx="10043">
                  <c:v>53074860</c:v>
                </c:pt>
                <c:pt idx="10044">
                  <c:v>53082607</c:v>
                </c:pt>
                <c:pt idx="10045">
                  <c:v>53096792</c:v>
                </c:pt>
                <c:pt idx="10046">
                  <c:v>53097580</c:v>
                </c:pt>
                <c:pt idx="10047">
                  <c:v>53101293</c:v>
                </c:pt>
                <c:pt idx="10048">
                  <c:v>53101717</c:v>
                </c:pt>
                <c:pt idx="10049">
                  <c:v>53101885</c:v>
                </c:pt>
                <c:pt idx="10050">
                  <c:v>53102389</c:v>
                </c:pt>
                <c:pt idx="10051">
                  <c:v>53133878</c:v>
                </c:pt>
                <c:pt idx="10052">
                  <c:v>53137912</c:v>
                </c:pt>
                <c:pt idx="10053">
                  <c:v>53139494</c:v>
                </c:pt>
                <c:pt idx="10054">
                  <c:v>53140441</c:v>
                </c:pt>
                <c:pt idx="10055">
                  <c:v>53140983</c:v>
                </c:pt>
                <c:pt idx="10056">
                  <c:v>53144400</c:v>
                </c:pt>
                <c:pt idx="10057">
                  <c:v>53154569</c:v>
                </c:pt>
                <c:pt idx="10058">
                  <c:v>53156013</c:v>
                </c:pt>
                <c:pt idx="10059">
                  <c:v>53156531</c:v>
                </c:pt>
                <c:pt idx="10060">
                  <c:v>53156988</c:v>
                </c:pt>
                <c:pt idx="10061">
                  <c:v>53157435</c:v>
                </c:pt>
                <c:pt idx="10062">
                  <c:v>53165949</c:v>
                </c:pt>
                <c:pt idx="10063">
                  <c:v>53174351</c:v>
                </c:pt>
                <c:pt idx="10064">
                  <c:v>53222878</c:v>
                </c:pt>
                <c:pt idx="10065">
                  <c:v>53242772</c:v>
                </c:pt>
                <c:pt idx="10066">
                  <c:v>53243096</c:v>
                </c:pt>
                <c:pt idx="10067">
                  <c:v>53244757</c:v>
                </c:pt>
                <c:pt idx="10068">
                  <c:v>53244836</c:v>
                </c:pt>
                <c:pt idx="10069">
                  <c:v>53244918</c:v>
                </c:pt>
                <c:pt idx="10070">
                  <c:v>53246180</c:v>
                </c:pt>
                <c:pt idx="10071">
                  <c:v>53250420</c:v>
                </c:pt>
                <c:pt idx="10072">
                  <c:v>53251118</c:v>
                </c:pt>
                <c:pt idx="10073">
                  <c:v>53253138</c:v>
                </c:pt>
                <c:pt idx="10074">
                  <c:v>53261873</c:v>
                </c:pt>
                <c:pt idx="10075">
                  <c:v>53265924</c:v>
                </c:pt>
                <c:pt idx="10076">
                  <c:v>53271353</c:v>
                </c:pt>
                <c:pt idx="10077">
                  <c:v>53273274</c:v>
                </c:pt>
                <c:pt idx="10078">
                  <c:v>53273772</c:v>
                </c:pt>
                <c:pt idx="10079">
                  <c:v>53282359</c:v>
                </c:pt>
                <c:pt idx="10080">
                  <c:v>53283501</c:v>
                </c:pt>
                <c:pt idx="10081">
                  <c:v>53283674</c:v>
                </c:pt>
                <c:pt idx="10082">
                  <c:v>53286278</c:v>
                </c:pt>
                <c:pt idx="10083">
                  <c:v>53293021</c:v>
                </c:pt>
                <c:pt idx="10084">
                  <c:v>53297205</c:v>
                </c:pt>
                <c:pt idx="10085">
                  <c:v>53314095</c:v>
                </c:pt>
                <c:pt idx="10086">
                  <c:v>53333679</c:v>
                </c:pt>
                <c:pt idx="10087">
                  <c:v>53344866</c:v>
                </c:pt>
                <c:pt idx="10088">
                  <c:v>53348383</c:v>
                </c:pt>
                <c:pt idx="10089">
                  <c:v>53366462</c:v>
                </c:pt>
                <c:pt idx="10090">
                  <c:v>53370941</c:v>
                </c:pt>
                <c:pt idx="10091">
                  <c:v>53375378</c:v>
                </c:pt>
                <c:pt idx="10092">
                  <c:v>53375502</c:v>
                </c:pt>
                <c:pt idx="10093">
                  <c:v>53384967</c:v>
                </c:pt>
                <c:pt idx="10094">
                  <c:v>53386169</c:v>
                </c:pt>
                <c:pt idx="10095">
                  <c:v>53386634</c:v>
                </c:pt>
                <c:pt idx="10096">
                  <c:v>53406562</c:v>
                </c:pt>
                <c:pt idx="10097">
                  <c:v>53407750</c:v>
                </c:pt>
                <c:pt idx="10098">
                  <c:v>53408460</c:v>
                </c:pt>
                <c:pt idx="10099">
                  <c:v>53408631</c:v>
                </c:pt>
                <c:pt idx="10100">
                  <c:v>53408825</c:v>
                </c:pt>
                <c:pt idx="10101">
                  <c:v>53408867</c:v>
                </c:pt>
                <c:pt idx="10102">
                  <c:v>53428082</c:v>
                </c:pt>
                <c:pt idx="10103">
                  <c:v>53438906</c:v>
                </c:pt>
                <c:pt idx="10104">
                  <c:v>53440720</c:v>
                </c:pt>
                <c:pt idx="10105">
                  <c:v>53449094</c:v>
                </c:pt>
                <c:pt idx="10106">
                  <c:v>53450175</c:v>
                </c:pt>
                <c:pt idx="10107">
                  <c:v>53452556</c:v>
                </c:pt>
                <c:pt idx="10108">
                  <c:v>53453024</c:v>
                </c:pt>
                <c:pt idx="10109">
                  <c:v>53465476</c:v>
                </c:pt>
                <c:pt idx="10110">
                  <c:v>53466163</c:v>
                </c:pt>
                <c:pt idx="10111">
                  <c:v>53470443</c:v>
                </c:pt>
                <c:pt idx="10112">
                  <c:v>53482531</c:v>
                </c:pt>
                <c:pt idx="10113">
                  <c:v>53485127</c:v>
                </c:pt>
                <c:pt idx="10114">
                  <c:v>53487918</c:v>
                </c:pt>
                <c:pt idx="10115">
                  <c:v>53534491</c:v>
                </c:pt>
                <c:pt idx="10116">
                  <c:v>53535655</c:v>
                </c:pt>
                <c:pt idx="10117">
                  <c:v>53551577</c:v>
                </c:pt>
                <c:pt idx="10118">
                  <c:v>53554037</c:v>
                </c:pt>
                <c:pt idx="10119">
                  <c:v>53554045</c:v>
                </c:pt>
                <c:pt idx="10120">
                  <c:v>53577049</c:v>
                </c:pt>
                <c:pt idx="10121">
                  <c:v>53579393</c:v>
                </c:pt>
                <c:pt idx="10122">
                  <c:v>53580588</c:v>
                </c:pt>
                <c:pt idx="10123">
                  <c:v>53594647</c:v>
                </c:pt>
                <c:pt idx="10124">
                  <c:v>53616400</c:v>
                </c:pt>
                <c:pt idx="10125">
                  <c:v>53619074</c:v>
                </c:pt>
                <c:pt idx="10126">
                  <c:v>53623444</c:v>
                </c:pt>
                <c:pt idx="10127">
                  <c:v>53633961</c:v>
                </c:pt>
                <c:pt idx="10128">
                  <c:v>53650121</c:v>
                </c:pt>
                <c:pt idx="10129">
                  <c:v>53650574</c:v>
                </c:pt>
                <c:pt idx="10130">
                  <c:v>53650650</c:v>
                </c:pt>
                <c:pt idx="10131">
                  <c:v>53650979</c:v>
                </c:pt>
                <c:pt idx="10132">
                  <c:v>53674884</c:v>
                </c:pt>
                <c:pt idx="10133">
                  <c:v>53676612</c:v>
                </c:pt>
                <c:pt idx="10134">
                  <c:v>53679381</c:v>
                </c:pt>
                <c:pt idx="10135">
                  <c:v>53689651</c:v>
                </c:pt>
                <c:pt idx="10136">
                  <c:v>53690266</c:v>
                </c:pt>
                <c:pt idx="10137">
                  <c:v>53694837</c:v>
                </c:pt>
                <c:pt idx="10138">
                  <c:v>53698448</c:v>
                </c:pt>
                <c:pt idx="10139">
                  <c:v>53698592</c:v>
                </c:pt>
                <c:pt idx="10140">
                  <c:v>53707367</c:v>
                </c:pt>
                <c:pt idx="10141">
                  <c:v>53710266</c:v>
                </c:pt>
                <c:pt idx="10142">
                  <c:v>53710591</c:v>
                </c:pt>
                <c:pt idx="10143">
                  <c:v>53711665</c:v>
                </c:pt>
                <c:pt idx="10144">
                  <c:v>53715667</c:v>
                </c:pt>
                <c:pt idx="10145">
                  <c:v>53728308</c:v>
                </c:pt>
                <c:pt idx="10146">
                  <c:v>53728408</c:v>
                </c:pt>
                <c:pt idx="10147">
                  <c:v>53730057</c:v>
                </c:pt>
                <c:pt idx="10148">
                  <c:v>53730328</c:v>
                </c:pt>
                <c:pt idx="10149">
                  <c:v>53744493</c:v>
                </c:pt>
                <c:pt idx="10150">
                  <c:v>53744497</c:v>
                </c:pt>
                <c:pt idx="10151">
                  <c:v>53746282</c:v>
                </c:pt>
                <c:pt idx="10152">
                  <c:v>53751579</c:v>
                </c:pt>
                <c:pt idx="10153">
                  <c:v>53760323</c:v>
                </c:pt>
                <c:pt idx="10154">
                  <c:v>53760350</c:v>
                </c:pt>
                <c:pt idx="10155">
                  <c:v>53785566</c:v>
                </c:pt>
                <c:pt idx="10156">
                  <c:v>53787517</c:v>
                </c:pt>
                <c:pt idx="10157">
                  <c:v>53800050</c:v>
                </c:pt>
                <c:pt idx="10158">
                  <c:v>53802444</c:v>
                </c:pt>
                <c:pt idx="10159">
                  <c:v>53805747</c:v>
                </c:pt>
                <c:pt idx="10160">
                  <c:v>53808622</c:v>
                </c:pt>
                <c:pt idx="10161">
                  <c:v>53815172</c:v>
                </c:pt>
                <c:pt idx="10162">
                  <c:v>53817796</c:v>
                </c:pt>
                <c:pt idx="10163">
                  <c:v>53817816</c:v>
                </c:pt>
                <c:pt idx="10164">
                  <c:v>53824368</c:v>
                </c:pt>
                <c:pt idx="10165">
                  <c:v>53825266</c:v>
                </c:pt>
                <c:pt idx="10166">
                  <c:v>53826921</c:v>
                </c:pt>
                <c:pt idx="10167">
                  <c:v>53827072</c:v>
                </c:pt>
                <c:pt idx="10168">
                  <c:v>53828990</c:v>
                </c:pt>
                <c:pt idx="10169">
                  <c:v>53833801</c:v>
                </c:pt>
                <c:pt idx="10170">
                  <c:v>53835137</c:v>
                </c:pt>
                <c:pt idx="10171">
                  <c:v>53837181</c:v>
                </c:pt>
                <c:pt idx="10172">
                  <c:v>53837490</c:v>
                </c:pt>
                <c:pt idx="10173">
                  <c:v>53837643</c:v>
                </c:pt>
                <c:pt idx="10174">
                  <c:v>53840063</c:v>
                </c:pt>
                <c:pt idx="10175">
                  <c:v>53840700</c:v>
                </c:pt>
                <c:pt idx="10176">
                  <c:v>53840786</c:v>
                </c:pt>
                <c:pt idx="10177">
                  <c:v>53841235</c:v>
                </c:pt>
                <c:pt idx="10178">
                  <c:v>53843829</c:v>
                </c:pt>
                <c:pt idx="10179">
                  <c:v>53851401</c:v>
                </c:pt>
                <c:pt idx="10180">
                  <c:v>53852327</c:v>
                </c:pt>
                <c:pt idx="10181">
                  <c:v>53857833</c:v>
                </c:pt>
                <c:pt idx="10182">
                  <c:v>53866863</c:v>
                </c:pt>
                <c:pt idx="10183">
                  <c:v>53870259</c:v>
                </c:pt>
                <c:pt idx="10184">
                  <c:v>53873868</c:v>
                </c:pt>
                <c:pt idx="10185">
                  <c:v>53884089</c:v>
                </c:pt>
                <c:pt idx="10186">
                  <c:v>53885608</c:v>
                </c:pt>
                <c:pt idx="10187">
                  <c:v>53887481</c:v>
                </c:pt>
                <c:pt idx="10188">
                  <c:v>53894837</c:v>
                </c:pt>
                <c:pt idx="10189">
                  <c:v>53906141</c:v>
                </c:pt>
                <c:pt idx="10190">
                  <c:v>53906328</c:v>
                </c:pt>
                <c:pt idx="10191">
                  <c:v>53910351</c:v>
                </c:pt>
                <c:pt idx="10192">
                  <c:v>53910466</c:v>
                </c:pt>
                <c:pt idx="10193">
                  <c:v>53914432</c:v>
                </c:pt>
                <c:pt idx="10194">
                  <c:v>53916359</c:v>
                </c:pt>
                <c:pt idx="10195">
                  <c:v>53916678</c:v>
                </c:pt>
                <c:pt idx="10196">
                  <c:v>53926331</c:v>
                </c:pt>
                <c:pt idx="10197">
                  <c:v>53927684</c:v>
                </c:pt>
                <c:pt idx="10198">
                  <c:v>53929096</c:v>
                </c:pt>
                <c:pt idx="10199">
                  <c:v>53932293</c:v>
                </c:pt>
                <c:pt idx="10200">
                  <c:v>53934750</c:v>
                </c:pt>
                <c:pt idx="10201">
                  <c:v>53946254</c:v>
                </c:pt>
                <c:pt idx="10202">
                  <c:v>53946821</c:v>
                </c:pt>
                <c:pt idx="10203">
                  <c:v>53960529</c:v>
                </c:pt>
                <c:pt idx="10204">
                  <c:v>53961904</c:v>
                </c:pt>
                <c:pt idx="10205">
                  <c:v>53962260</c:v>
                </c:pt>
                <c:pt idx="10206">
                  <c:v>53972822</c:v>
                </c:pt>
                <c:pt idx="10207">
                  <c:v>53973346</c:v>
                </c:pt>
                <c:pt idx="10208">
                  <c:v>53973792</c:v>
                </c:pt>
                <c:pt idx="10209">
                  <c:v>53974988</c:v>
                </c:pt>
                <c:pt idx="10210">
                  <c:v>53975850</c:v>
                </c:pt>
                <c:pt idx="10211">
                  <c:v>53993686</c:v>
                </c:pt>
                <c:pt idx="10212">
                  <c:v>53998114</c:v>
                </c:pt>
                <c:pt idx="10213">
                  <c:v>54007957</c:v>
                </c:pt>
                <c:pt idx="10214">
                  <c:v>54008288</c:v>
                </c:pt>
                <c:pt idx="10215">
                  <c:v>54010923</c:v>
                </c:pt>
                <c:pt idx="10216">
                  <c:v>54040764</c:v>
                </c:pt>
                <c:pt idx="10217">
                  <c:v>54042079</c:v>
                </c:pt>
                <c:pt idx="10218">
                  <c:v>54042862</c:v>
                </c:pt>
                <c:pt idx="10219">
                  <c:v>54043084</c:v>
                </c:pt>
                <c:pt idx="10220">
                  <c:v>54065465</c:v>
                </c:pt>
                <c:pt idx="10221">
                  <c:v>54066597</c:v>
                </c:pt>
                <c:pt idx="10222">
                  <c:v>54072133</c:v>
                </c:pt>
                <c:pt idx="10223">
                  <c:v>54072307</c:v>
                </c:pt>
                <c:pt idx="10224">
                  <c:v>54086085</c:v>
                </c:pt>
                <c:pt idx="10225">
                  <c:v>54086548</c:v>
                </c:pt>
                <c:pt idx="10226">
                  <c:v>54098751</c:v>
                </c:pt>
                <c:pt idx="10227">
                  <c:v>54101630</c:v>
                </c:pt>
                <c:pt idx="10228">
                  <c:v>54107024</c:v>
                </c:pt>
                <c:pt idx="10229">
                  <c:v>54115236</c:v>
                </c:pt>
                <c:pt idx="10230">
                  <c:v>54115634</c:v>
                </c:pt>
                <c:pt idx="10231">
                  <c:v>54116865</c:v>
                </c:pt>
                <c:pt idx="10232">
                  <c:v>54117162</c:v>
                </c:pt>
                <c:pt idx="10233">
                  <c:v>54117305</c:v>
                </c:pt>
                <c:pt idx="10234">
                  <c:v>54135027</c:v>
                </c:pt>
                <c:pt idx="10235">
                  <c:v>54138035</c:v>
                </c:pt>
                <c:pt idx="10236">
                  <c:v>54138113</c:v>
                </c:pt>
                <c:pt idx="10237">
                  <c:v>54138141</c:v>
                </c:pt>
                <c:pt idx="10238">
                  <c:v>54138192</c:v>
                </c:pt>
                <c:pt idx="10239">
                  <c:v>54139334</c:v>
                </c:pt>
                <c:pt idx="10240">
                  <c:v>54151835</c:v>
                </c:pt>
                <c:pt idx="10241">
                  <c:v>54153133</c:v>
                </c:pt>
                <c:pt idx="10242">
                  <c:v>54154082</c:v>
                </c:pt>
                <c:pt idx="10243">
                  <c:v>54158647</c:v>
                </c:pt>
                <c:pt idx="10244">
                  <c:v>54169958</c:v>
                </c:pt>
                <c:pt idx="10245">
                  <c:v>54173208</c:v>
                </c:pt>
                <c:pt idx="10246">
                  <c:v>54175770</c:v>
                </c:pt>
                <c:pt idx="10247">
                  <c:v>54187112</c:v>
                </c:pt>
                <c:pt idx="10248">
                  <c:v>54188528</c:v>
                </c:pt>
                <c:pt idx="10249">
                  <c:v>54215328</c:v>
                </c:pt>
                <c:pt idx="10250">
                  <c:v>54215526</c:v>
                </c:pt>
                <c:pt idx="10251">
                  <c:v>54242915</c:v>
                </c:pt>
                <c:pt idx="10252">
                  <c:v>54265997</c:v>
                </c:pt>
                <c:pt idx="10253">
                  <c:v>54273963</c:v>
                </c:pt>
                <c:pt idx="10254">
                  <c:v>54283169</c:v>
                </c:pt>
                <c:pt idx="10255">
                  <c:v>54297456</c:v>
                </c:pt>
                <c:pt idx="10256">
                  <c:v>54331523</c:v>
                </c:pt>
                <c:pt idx="10257">
                  <c:v>54332294</c:v>
                </c:pt>
                <c:pt idx="10258">
                  <c:v>54332381</c:v>
                </c:pt>
                <c:pt idx="10259">
                  <c:v>54332410</c:v>
                </c:pt>
                <c:pt idx="10260">
                  <c:v>54332430</c:v>
                </c:pt>
                <c:pt idx="10261">
                  <c:v>54332480</c:v>
                </c:pt>
                <c:pt idx="10262">
                  <c:v>54332531</c:v>
                </c:pt>
                <c:pt idx="10263">
                  <c:v>54332746</c:v>
                </c:pt>
                <c:pt idx="10264">
                  <c:v>54332765</c:v>
                </c:pt>
                <c:pt idx="10265">
                  <c:v>54333437</c:v>
                </c:pt>
                <c:pt idx="10266">
                  <c:v>54334721</c:v>
                </c:pt>
                <c:pt idx="10267">
                  <c:v>54347113</c:v>
                </c:pt>
                <c:pt idx="10268">
                  <c:v>54351103</c:v>
                </c:pt>
                <c:pt idx="10269">
                  <c:v>54351181</c:v>
                </c:pt>
                <c:pt idx="10270">
                  <c:v>54351463</c:v>
                </c:pt>
                <c:pt idx="10271">
                  <c:v>54351518</c:v>
                </c:pt>
                <c:pt idx="10272">
                  <c:v>54351614</c:v>
                </c:pt>
                <c:pt idx="10273">
                  <c:v>54351647</c:v>
                </c:pt>
                <c:pt idx="10274">
                  <c:v>54358703</c:v>
                </c:pt>
                <c:pt idx="10275">
                  <c:v>54358998</c:v>
                </c:pt>
                <c:pt idx="10276">
                  <c:v>54359203</c:v>
                </c:pt>
                <c:pt idx="10277">
                  <c:v>54364876</c:v>
                </c:pt>
                <c:pt idx="10278">
                  <c:v>54370322</c:v>
                </c:pt>
                <c:pt idx="10279">
                  <c:v>54382666</c:v>
                </c:pt>
                <c:pt idx="10280">
                  <c:v>54383898</c:v>
                </c:pt>
                <c:pt idx="10281">
                  <c:v>54395948</c:v>
                </c:pt>
                <c:pt idx="10282">
                  <c:v>54396114</c:v>
                </c:pt>
                <c:pt idx="10283">
                  <c:v>54398652</c:v>
                </c:pt>
                <c:pt idx="10284">
                  <c:v>54408976</c:v>
                </c:pt>
                <c:pt idx="10285">
                  <c:v>5.0485970491174368E+17</c:v>
                </c:pt>
                <c:pt idx="10286">
                  <c:v>5.074830488693472E+17</c:v>
                </c:pt>
                <c:pt idx="10287">
                  <c:v>5.081826736781705E+17</c:v>
                </c:pt>
                <c:pt idx="10288">
                  <c:v>5.1256570036600979E+17</c:v>
                </c:pt>
                <c:pt idx="10289">
                  <c:v>5.220922958122151E+17</c:v>
                </c:pt>
                <c:pt idx="10290">
                  <c:v>5.2229039396968858E+17</c:v>
                </c:pt>
                <c:pt idx="10291">
                  <c:v>5.3892649625175603E+17</c:v>
                </c:pt>
                <c:pt idx="10292">
                  <c:v>5.3897828138825222E+17</c:v>
                </c:pt>
                <c:pt idx="10293">
                  <c:v>5.4073864478146048E+17</c:v>
                </c:pt>
                <c:pt idx="10294">
                  <c:v>5.4102825525068582E+17</c:v>
                </c:pt>
                <c:pt idx="10295">
                  <c:v>5.4121415529010253E+17</c:v>
                </c:pt>
                <c:pt idx="10296">
                  <c:v>5.4122697550423872E+17</c:v>
                </c:pt>
                <c:pt idx="10297">
                  <c:v>5.4367616229344358E+17</c:v>
                </c:pt>
                <c:pt idx="10298">
                  <c:v>5.4433246223400461E+17</c:v>
                </c:pt>
                <c:pt idx="10299">
                  <c:v>5.4466371538405587E+17</c:v>
                </c:pt>
                <c:pt idx="10300">
                  <c:v>5.4466794191973427E+17</c:v>
                </c:pt>
                <c:pt idx="10301">
                  <c:v>5.4520215431498611E+17</c:v>
                </c:pt>
                <c:pt idx="10302">
                  <c:v>5.4634851806994138E+17</c:v>
                </c:pt>
                <c:pt idx="10303">
                  <c:v>5.4701390725866893E+17</c:v>
                </c:pt>
                <c:pt idx="10304">
                  <c:v>5.4748876535544813E+17</c:v>
                </c:pt>
                <c:pt idx="10305">
                  <c:v>5.4752988557567488E+17</c:v>
                </c:pt>
                <c:pt idx="10306">
                  <c:v>5.4806686395753882E+17</c:v>
                </c:pt>
                <c:pt idx="10307">
                  <c:v>5.483395741880967E+17</c:v>
                </c:pt>
                <c:pt idx="10308">
                  <c:v>5.4869707186675373E+17</c:v>
                </c:pt>
                <c:pt idx="10309">
                  <c:v>5.4878455346303552E+17</c:v>
                </c:pt>
                <c:pt idx="10310">
                  <c:v>5.4883089243619078E+17</c:v>
                </c:pt>
                <c:pt idx="10311">
                  <c:v>5.4889370799811149E+17</c:v>
                </c:pt>
                <c:pt idx="10312">
                  <c:v>5.4897581928165158E+17</c:v>
                </c:pt>
                <c:pt idx="10313">
                  <c:v>5.4929375560881952E+17</c:v>
                </c:pt>
                <c:pt idx="10314">
                  <c:v>5.4964536205201389E+17</c:v>
                </c:pt>
                <c:pt idx="10315">
                  <c:v>5.4979327954068941E+17</c:v>
                </c:pt>
                <c:pt idx="10316">
                  <c:v>5.4984211844130842E+17</c:v>
                </c:pt>
                <c:pt idx="10317">
                  <c:v>5.4989974139977082E+17</c:v>
                </c:pt>
                <c:pt idx="10318">
                  <c:v>5.5046246275718022E+17</c:v>
                </c:pt>
                <c:pt idx="10319">
                  <c:v>5.5108781729826682E+17</c:v>
                </c:pt>
                <c:pt idx="10320">
                  <c:v>5.5123824929794317E+17</c:v>
                </c:pt>
                <c:pt idx="10321">
                  <c:v>5.5128154280656422E+17</c:v>
                </c:pt>
                <c:pt idx="10322">
                  <c:v>5.519970150607495E+17</c:v>
                </c:pt>
                <c:pt idx="10323">
                  <c:v>5.5337588069495648E+17</c:v>
                </c:pt>
                <c:pt idx="10324">
                  <c:v>5.5390579899644838E+17</c:v>
                </c:pt>
                <c:pt idx="10325">
                  <c:v>5.5391140729470432E+17</c:v>
                </c:pt>
                <c:pt idx="10326">
                  <c:v>5.5401582080169619E+17</c:v>
                </c:pt>
                <c:pt idx="10327">
                  <c:v>5.5404968938921152E+17</c:v>
                </c:pt>
                <c:pt idx="10328">
                  <c:v>5.5483584809318138E+17</c:v>
                </c:pt>
                <c:pt idx="10329">
                  <c:v>5.5566473060814963E+17</c:v>
                </c:pt>
                <c:pt idx="10330">
                  <c:v>5.5600163488071482E+17</c:v>
                </c:pt>
                <c:pt idx="10331">
                  <c:v>5.5617230346510938E+17</c:v>
                </c:pt>
                <c:pt idx="10332">
                  <c:v>5.568319492345735E+17</c:v>
                </c:pt>
                <c:pt idx="10333">
                  <c:v>5.5688863747089082E+17</c:v>
                </c:pt>
                <c:pt idx="10334">
                  <c:v>5.5697555502542643E+17</c:v>
                </c:pt>
                <c:pt idx="10335">
                  <c:v>5.5714044272440358E+17</c:v>
                </c:pt>
                <c:pt idx="10336">
                  <c:v>5.5749240602273677E+17</c:v>
                </c:pt>
                <c:pt idx="10337">
                  <c:v>5.5761689879597453E+17</c:v>
                </c:pt>
                <c:pt idx="10338">
                  <c:v>5.5764606003348262E+17</c:v>
                </c:pt>
                <c:pt idx="10339">
                  <c:v>5.5823932243798221E+17</c:v>
                </c:pt>
                <c:pt idx="10340">
                  <c:v>5.5846149684036998E+17</c:v>
                </c:pt>
                <c:pt idx="10341">
                  <c:v>5.5906154181436288E+17</c:v>
                </c:pt>
                <c:pt idx="10342">
                  <c:v>5.596240727690967E+17</c:v>
                </c:pt>
                <c:pt idx="10343">
                  <c:v>5.5963131723409581E+17</c:v>
                </c:pt>
                <c:pt idx="10344">
                  <c:v>5.5964490809287117E+17</c:v>
                </c:pt>
                <c:pt idx="10345">
                  <c:v>5.5965603752803808E+17</c:v>
                </c:pt>
                <c:pt idx="10346">
                  <c:v>5.6043906816393971E+17</c:v>
                </c:pt>
                <c:pt idx="10347">
                  <c:v>5.607000346321392E+17</c:v>
                </c:pt>
                <c:pt idx="10348">
                  <c:v>5.6113536533017242E+17</c:v>
                </c:pt>
                <c:pt idx="10349">
                  <c:v>5.61755139223608E+17</c:v>
                </c:pt>
                <c:pt idx="10350">
                  <c:v>5.6268771115265869E+17</c:v>
                </c:pt>
                <c:pt idx="10351">
                  <c:v>5.6268794069462502E+17</c:v>
                </c:pt>
                <c:pt idx="10352">
                  <c:v>5.629720653090617E+17</c:v>
                </c:pt>
                <c:pt idx="10353">
                  <c:v>5.6319560064841331E+17</c:v>
                </c:pt>
                <c:pt idx="10354">
                  <c:v>5.6337554222877747E+17</c:v>
                </c:pt>
                <c:pt idx="10355">
                  <c:v>5.6337600478755738E+17</c:v>
                </c:pt>
                <c:pt idx="10356">
                  <c:v>5.6338606122547187E+17</c:v>
                </c:pt>
                <c:pt idx="10357">
                  <c:v>5.6340029505551558E+17</c:v>
                </c:pt>
                <c:pt idx="10358">
                  <c:v>5.634127322284176E+17</c:v>
                </c:pt>
                <c:pt idx="10359">
                  <c:v>5.6346688611591053E+17</c:v>
                </c:pt>
                <c:pt idx="10360">
                  <c:v>5.6393648682460147E+17</c:v>
                </c:pt>
                <c:pt idx="10361">
                  <c:v>5.6411201614849203E+17</c:v>
                </c:pt>
                <c:pt idx="10362">
                  <c:v>5.6415540376133888E+17</c:v>
                </c:pt>
                <c:pt idx="10363">
                  <c:v>5.6427744053450042E+17</c:v>
                </c:pt>
                <c:pt idx="10364">
                  <c:v>5.647471101783143E+17</c:v>
                </c:pt>
                <c:pt idx="10365">
                  <c:v>5.6477681329522278E+17</c:v>
                </c:pt>
                <c:pt idx="10366">
                  <c:v>5.6487910899445222E+17</c:v>
                </c:pt>
                <c:pt idx="10367">
                  <c:v>5.6550039937672992E+17</c:v>
                </c:pt>
                <c:pt idx="10368">
                  <c:v>5.6555065352539462E+17</c:v>
                </c:pt>
                <c:pt idx="10369">
                  <c:v>5.6618488575791302E+17</c:v>
                </c:pt>
                <c:pt idx="10370">
                  <c:v>5.6636441818431309E+17</c:v>
                </c:pt>
                <c:pt idx="10371">
                  <c:v>5.6650690971634662E+17</c:v>
                </c:pt>
                <c:pt idx="10372">
                  <c:v>5.6650801924189728E+17</c:v>
                </c:pt>
                <c:pt idx="10373">
                  <c:v>5.6650905362828192E+17</c:v>
                </c:pt>
                <c:pt idx="10374">
                  <c:v>5.6651844391200563E+17</c:v>
                </c:pt>
                <c:pt idx="10375">
                  <c:v>5.6652039515770682E+17</c:v>
                </c:pt>
                <c:pt idx="10376">
                  <c:v>5.666168604635175E+17</c:v>
                </c:pt>
                <c:pt idx="10377">
                  <c:v>5.6689645244625389E+17</c:v>
                </c:pt>
                <c:pt idx="10378">
                  <c:v>5.6692862093472442E+17</c:v>
                </c:pt>
                <c:pt idx="10379">
                  <c:v>5.6702053322181818E+17</c:v>
                </c:pt>
                <c:pt idx="10380">
                  <c:v>5.6703713594986982E+17</c:v>
                </c:pt>
                <c:pt idx="10381">
                  <c:v>5.6733501680168173E+17</c:v>
                </c:pt>
                <c:pt idx="10382">
                  <c:v>5.6807886714499488E+17</c:v>
                </c:pt>
                <c:pt idx="10383">
                  <c:v>5.6840939221652448E+17</c:v>
                </c:pt>
                <c:pt idx="10384">
                  <c:v>5.6912759584175373E+17</c:v>
                </c:pt>
                <c:pt idx="10385">
                  <c:v>5.6913837233384512E+17</c:v>
                </c:pt>
                <c:pt idx="10386">
                  <c:v>5.6913955478800448E+17</c:v>
                </c:pt>
                <c:pt idx="10387">
                  <c:v>5.6925465458273882E+17</c:v>
                </c:pt>
                <c:pt idx="10388">
                  <c:v>5.6970932594872013E+17</c:v>
                </c:pt>
                <c:pt idx="10389">
                  <c:v>5.6974879858413613E+17</c:v>
                </c:pt>
                <c:pt idx="10390">
                  <c:v>5.6977086093071533E+17</c:v>
                </c:pt>
                <c:pt idx="10391">
                  <c:v>5.6979254353435123E+17</c:v>
                </c:pt>
                <c:pt idx="10392">
                  <c:v>5.6980559544653542E+17</c:v>
                </c:pt>
                <c:pt idx="10393">
                  <c:v>5.6981472384290048E+17</c:v>
                </c:pt>
                <c:pt idx="10394">
                  <c:v>5.6982232129083418E+17</c:v>
                </c:pt>
                <c:pt idx="10395">
                  <c:v>5.6997560276909293E+17</c:v>
                </c:pt>
                <c:pt idx="10396">
                  <c:v>5.7016543207297338E+17</c:v>
                </c:pt>
                <c:pt idx="10397">
                  <c:v>5.7075380195877478E+17</c:v>
                </c:pt>
                <c:pt idx="10398">
                  <c:v>5.7082428932636787E+17</c:v>
                </c:pt>
                <c:pt idx="10399">
                  <c:v>5.7097171528235898E+17</c:v>
                </c:pt>
                <c:pt idx="10400">
                  <c:v>5.7140335852995648E+17</c:v>
                </c:pt>
                <c:pt idx="10401">
                  <c:v>5.715594045398729E+17</c:v>
                </c:pt>
                <c:pt idx="10402">
                  <c:v>5.7166394828893101E+17</c:v>
                </c:pt>
                <c:pt idx="10403">
                  <c:v>5.7193217696197408E+17</c:v>
                </c:pt>
                <c:pt idx="10404">
                  <c:v>5.7201697093095648E+17</c:v>
                </c:pt>
                <c:pt idx="10405">
                  <c:v>5.7220472359542592E+17</c:v>
                </c:pt>
                <c:pt idx="10406">
                  <c:v>5.7292653990768851E+17</c:v>
                </c:pt>
                <c:pt idx="10407">
                  <c:v>5.7388542554822061E+17</c:v>
                </c:pt>
                <c:pt idx="10408">
                  <c:v>5.7404699330037082E+17</c:v>
                </c:pt>
                <c:pt idx="10409">
                  <c:v>5.7496124485035142E+17</c:v>
                </c:pt>
                <c:pt idx="10410">
                  <c:v>5.7504190740769402E+17</c:v>
                </c:pt>
                <c:pt idx="10411">
                  <c:v>5.7506411176123693E+17</c:v>
                </c:pt>
                <c:pt idx="10412">
                  <c:v>5.750879412952944E+17</c:v>
                </c:pt>
                <c:pt idx="10413">
                  <c:v>5.7509200890883693E+17</c:v>
                </c:pt>
                <c:pt idx="10414">
                  <c:v>5.7510557294706758E+17</c:v>
                </c:pt>
                <c:pt idx="10415">
                  <c:v>5.7510999587793338E+17</c:v>
                </c:pt>
                <c:pt idx="10416">
                  <c:v>5.7558708960202982E+17</c:v>
                </c:pt>
                <c:pt idx="10417">
                  <c:v>5.7583319316372422E+17</c:v>
                </c:pt>
                <c:pt idx="10418">
                  <c:v>5.770166484261673E+17</c:v>
                </c:pt>
                <c:pt idx="10419">
                  <c:v>5.7703511820745907E+17</c:v>
                </c:pt>
                <c:pt idx="10420">
                  <c:v>5.7713457055458893E+17</c:v>
                </c:pt>
                <c:pt idx="10421">
                  <c:v>5.7716450389885184E+17</c:v>
                </c:pt>
                <c:pt idx="10422">
                  <c:v>5.7717671771700109E+17</c:v>
                </c:pt>
                <c:pt idx="10423">
                  <c:v>5.772833511228599E+17</c:v>
                </c:pt>
                <c:pt idx="10424">
                  <c:v>5.77810484671088E+17</c:v>
                </c:pt>
                <c:pt idx="10425">
                  <c:v>5.778652389949344E+17</c:v>
                </c:pt>
                <c:pt idx="10426">
                  <c:v>5.78101313368144E+17</c:v>
                </c:pt>
                <c:pt idx="10427">
                  <c:v>5.7811233727559194E+17</c:v>
                </c:pt>
                <c:pt idx="10428">
                  <c:v>5.7846427135415219E+17</c:v>
                </c:pt>
                <c:pt idx="10429">
                  <c:v>5.785790815306144E+17</c:v>
                </c:pt>
                <c:pt idx="10430">
                  <c:v>5.785861778980599E+17</c:v>
                </c:pt>
                <c:pt idx="10431">
                  <c:v>5.7868677541777997E+17</c:v>
                </c:pt>
                <c:pt idx="10432">
                  <c:v>5.7906814061074291E+17</c:v>
                </c:pt>
                <c:pt idx="10433">
                  <c:v>5.793393813775552E+17</c:v>
                </c:pt>
                <c:pt idx="10434">
                  <c:v>5.7935202818504678E+17</c:v>
                </c:pt>
                <c:pt idx="10435">
                  <c:v>5.795822039767625E+17</c:v>
                </c:pt>
                <c:pt idx="10436">
                  <c:v>5.7959561343671539E+17</c:v>
                </c:pt>
                <c:pt idx="10437">
                  <c:v>5.7994226875590221E+17</c:v>
                </c:pt>
                <c:pt idx="10438">
                  <c:v>5.8012466341201446E+17</c:v>
                </c:pt>
                <c:pt idx="10439">
                  <c:v>5.8012730146253427E+17</c:v>
                </c:pt>
                <c:pt idx="10440">
                  <c:v>5.8012943664374618E+17</c:v>
                </c:pt>
                <c:pt idx="10441">
                  <c:v>5.8021477193791104E+17</c:v>
                </c:pt>
                <c:pt idx="10442">
                  <c:v>5.8059020859363366E+17</c:v>
                </c:pt>
                <c:pt idx="10443">
                  <c:v>5.8141621945229786E+17</c:v>
                </c:pt>
                <c:pt idx="10444">
                  <c:v>5.8157683041314394E+17</c:v>
                </c:pt>
                <c:pt idx="10445">
                  <c:v>5.8170070197038234E+17</c:v>
                </c:pt>
                <c:pt idx="10446">
                  <c:v>5.8173067433385792E+17</c:v>
                </c:pt>
                <c:pt idx="10447">
                  <c:v>5.8183138977139059E+17</c:v>
                </c:pt>
                <c:pt idx="10448">
                  <c:v>5.8228177892705152E+17</c:v>
                </c:pt>
                <c:pt idx="10449">
                  <c:v>5.824747766047415E+17</c:v>
                </c:pt>
                <c:pt idx="10450">
                  <c:v>5.8283720982738918E+17</c:v>
                </c:pt>
                <c:pt idx="10451">
                  <c:v>5.8283853880437043E+17</c:v>
                </c:pt>
                <c:pt idx="10452">
                  <c:v>5.828393190758263E+17</c:v>
                </c:pt>
                <c:pt idx="10453">
                  <c:v>5.8284219591796173E+17</c:v>
                </c:pt>
                <c:pt idx="10454">
                  <c:v>5.828674415113728E+17</c:v>
                </c:pt>
                <c:pt idx="10455">
                  <c:v>5.8287038105523098E+17</c:v>
                </c:pt>
                <c:pt idx="10456">
                  <c:v>5.8328554808186253E+17</c:v>
                </c:pt>
                <c:pt idx="10457">
                  <c:v>5.8360042595021645E+17</c:v>
                </c:pt>
                <c:pt idx="10458">
                  <c:v>5.8428924031653875E+17</c:v>
                </c:pt>
                <c:pt idx="10459">
                  <c:v>5.8447443485859174E+17</c:v>
                </c:pt>
                <c:pt idx="10460">
                  <c:v>5.845772663846697E+17</c:v>
                </c:pt>
                <c:pt idx="10461">
                  <c:v>5.8488679895637606E+17</c:v>
                </c:pt>
                <c:pt idx="10462">
                  <c:v>5.8517124391203315E+17</c:v>
                </c:pt>
                <c:pt idx="10463">
                  <c:v>5.8519717271876902E+17</c:v>
                </c:pt>
                <c:pt idx="10464">
                  <c:v>5.8538526948596966E+17</c:v>
                </c:pt>
                <c:pt idx="10465">
                  <c:v>5.8678835311585754E+17</c:v>
                </c:pt>
                <c:pt idx="10466">
                  <c:v>5.8729413866289613E+17</c:v>
                </c:pt>
                <c:pt idx="10467">
                  <c:v>5.8736266768068058E+17</c:v>
                </c:pt>
                <c:pt idx="10468">
                  <c:v>5.873702371478423E+17</c:v>
                </c:pt>
                <c:pt idx="10469">
                  <c:v>5.8749294593457651E+17</c:v>
                </c:pt>
                <c:pt idx="10470">
                  <c:v>5.8802599808785216E+17</c:v>
                </c:pt>
                <c:pt idx="10471">
                  <c:v>5.8834544196806387E+17</c:v>
                </c:pt>
                <c:pt idx="10472">
                  <c:v>5.886237546060576E+17</c:v>
                </c:pt>
                <c:pt idx="10473">
                  <c:v>5.8867647436603827E+17</c:v>
                </c:pt>
                <c:pt idx="10474">
                  <c:v>5.8869318696573581E+17</c:v>
                </c:pt>
                <c:pt idx="10475">
                  <c:v>5.8873791761729267E+17</c:v>
                </c:pt>
                <c:pt idx="10476">
                  <c:v>5.8884121340627085E+17</c:v>
                </c:pt>
                <c:pt idx="10477">
                  <c:v>5.8893620970799014E+17</c:v>
                </c:pt>
                <c:pt idx="10478">
                  <c:v>5.8945058871966989E+17</c:v>
                </c:pt>
                <c:pt idx="10479">
                  <c:v>5.8945460872656704E+17</c:v>
                </c:pt>
                <c:pt idx="10480">
                  <c:v>5.8947753631596019E+17</c:v>
                </c:pt>
                <c:pt idx="10481">
                  <c:v>5.8955281251512909E+17</c:v>
                </c:pt>
                <c:pt idx="10482">
                  <c:v>5.9006472176598272E+17</c:v>
                </c:pt>
                <c:pt idx="10483">
                  <c:v>5.9008519534615155E+17</c:v>
                </c:pt>
                <c:pt idx="10484">
                  <c:v>5.9041658272253427E+17</c:v>
                </c:pt>
                <c:pt idx="10485">
                  <c:v>5.9078737635142618E+17</c:v>
                </c:pt>
                <c:pt idx="10486">
                  <c:v>5.9090355475596352E+17</c:v>
                </c:pt>
                <c:pt idx="10487">
                  <c:v>5.910272247068855E+17</c:v>
                </c:pt>
                <c:pt idx="10488">
                  <c:v>5.9103594396368064E+17</c:v>
                </c:pt>
                <c:pt idx="10489">
                  <c:v>5.9147724713235686E+17</c:v>
                </c:pt>
                <c:pt idx="10490">
                  <c:v>5.9178986718911872E+17</c:v>
                </c:pt>
                <c:pt idx="10491">
                  <c:v>5.924488209673399E+17</c:v>
                </c:pt>
                <c:pt idx="10492">
                  <c:v>5.9251436640543258E+17</c:v>
                </c:pt>
                <c:pt idx="10493">
                  <c:v>5.9256156644017638E+17</c:v>
                </c:pt>
                <c:pt idx="10494">
                  <c:v>5.9305882412761843E+17</c:v>
                </c:pt>
                <c:pt idx="10495">
                  <c:v>5.9306001742273165E+17</c:v>
                </c:pt>
                <c:pt idx="10496">
                  <c:v>5.9307004358350003E+17</c:v>
                </c:pt>
                <c:pt idx="10497">
                  <c:v>5.9339209433294323E+17</c:v>
                </c:pt>
                <c:pt idx="10498">
                  <c:v>5.9369369348739238E+17</c:v>
                </c:pt>
                <c:pt idx="10499">
                  <c:v>5.937494567523959E+17</c:v>
                </c:pt>
                <c:pt idx="10500">
                  <c:v>5.938338675366007E+17</c:v>
                </c:pt>
                <c:pt idx="10501">
                  <c:v>5.9399122261458214E+17</c:v>
                </c:pt>
                <c:pt idx="10502">
                  <c:v>5.9405369826012224E+17</c:v>
                </c:pt>
                <c:pt idx="10503">
                  <c:v>5.9434538088496806E+17</c:v>
                </c:pt>
                <c:pt idx="10504">
                  <c:v>5.9439104683871488E+17</c:v>
                </c:pt>
                <c:pt idx="10505">
                  <c:v>5.9444174559545766E+17</c:v>
                </c:pt>
                <c:pt idx="10506">
                  <c:v>5.9450501728866099E+17</c:v>
                </c:pt>
                <c:pt idx="10507">
                  <c:v>5.9455035648738982E+17</c:v>
                </c:pt>
                <c:pt idx="10508">
                  <c:v>5.9455219421276826E+17</c:v>
                </c:pt>
                <c:pt idx="10509">
                  <c:v>5.945660134708567E+17</c:v>
                </c:pt>
                <c:pt idx="10510">
                  <c:v>5.9459668828545984E+17</c:v>
                </c:pt>
                <c:pt idx="10511">
                  <c:v>5.9475935690302758E+17</c:v>
                </c:pt>
                <c:pt idx="10512">
                  <c:v>5.9512548515795264E+17</c:v>
                </c:pt>
                <c:pt idx="10513">
                  <c:v>5.9512843283175808E+17</c:v>
                </c:pt>
                <c:pt idx="10514">
                  <c:v>5.9518806522927181E+17</c:v>
                </c:pt>
                <c:pt idx="10515">
                  <c:v>5.9527916699095488E+17</c:v>
                </c:pt>
                <c:pt idx="10516">
                  <c:v>5.9528841315828723E+17</c:v>
                </c:pt>
                <c:pt idx="10517">
                  <c:v>5.954563293035831E+17</c:v>
                </c:pt>
                <c:pt idx="10518">
                  <c:v>5.9591298550302886E+17</c:v>
                </c:pt>
                <c:pt idx="10519">
                  <c:v>5.9598064230167398E+17</c:v>
                </c:pt>
                <c:pt idx="10520">
                  <c:v>5.9600615003472358E+17</c:v>
                </c:pt>
                <c:pt idx="10521">
                  <c:v>5.9607393337625536E+17</c:v>
                </c:pt>
                <c:pt idx="10522">
                  <c:v>5.9618339073297075E+17</c:v>
                </c:pt>
                <c:pt idx="10523">
                  <c:v>5.9656444740169805E+17</c:v>
                </c:pt>
                <c:pt idx="10524">
                  <c:v>5.9669300118171904E+17</c:v>
                </c:pt>
                <c:pt idx="10525">
                  <c:v>5.9676371043570982E+17</c:v>
                </c:pt>
                <c:pt idx="10526">
                  <c:v>5.9690261829277146E+17</c:v>
                </c:pt>
                <c:pt idx="10527">
                  <c:v>5.9693767256527642E+17</c:v>
                </c:pt>
                <c:pt idx="10528">
                  <c:v>5.9735483118359283E+17</c:v>
                </c:pt>
                <c:pt idx="10529">
                  <c:v>5.973770149520471E+17</c:v>
                </c:pt>
                <c:pt idx="10530">
                  <c:v>5.9746392974170573E+17</c:v>
                </c:pt>
                <c:pt idx="10531">
                  <c:v>5.9771449314577357E+17</c:v>
                </c:pt>
                <c:pt idx="10532">
                  <c:v>5.9801737398571546E+17</c:v>
                </c:pt>
                <c:pt idx="10533">
                  <c:v>5.980204590703287E+17</c:v>
                </c:pt>
                <c:pt idx="10534">
                  <c:v>5.9805786663056026E+17</c:v>
                </c:pt>
                <c:pt idx="10535">
                  <c:v>5.9817635386892237E+17</c:v>
                </c:pt>
                <c:pt idx="10536">
                  <c:v>5.9827320287230848E+17</c:v>
                </c:pt>
                <c:pt idx="10537">
                  <c:v>5.9832439963073728E+17</c:v>
                </c:pt>
                <c:pt idx="10538">
                  <c:v>5.9832450859111475E+17</c:v>
                </c:pt>
                <c:pt idx="10539">
                  <c:v>5.9834449989266918E+17</c:v>
                </c:pt>
                <c:pt idx="10540">
                  <c:v>5.9835496245756122E+17</c:v>
                </c:pt>
                <c:pt idx="10541">
                  <c:v>5.988801203599968E+17</c:v>
                </c:pt>
                <c:pt idx="10542">
                  <c:v>5.9888146671397594E+17</c:v>
                </c:pt>
                <c:pt idx="10543">
                  <c:v>5.9894326863786342E+17</c:v>
                </c:pt>
                <c:pt idx="10544">
                  <c:v>5.9899094281048832E+17</c:v>
                </c:pt>
                <c:pt idx="10545">
                  <c:v>5.9917983725695155E+17</c:v>
                </c:pt>
                <c:pt idx="10546">
                  <c:v>5.9959053081424486E+17</c:v>
                </c:pt>
                <c:pt idx="10547">
                  <c:v>5.9962376297564698E+17</c:v>
                </c:pt>
                <c:pt idx="10548">
                  <c:v>5.9972581058573056E+17</c:v>
                </c:pt>
                <c:pt idx="10549">
                  <c:v>5.9983715089155085E+17</c:v>
                </c:pt>
                <c:pt idx="10550">
                  <c:v>5.9986907516152294E+17</c:v>
                </c:pt>
                <c:pt idx="10551">
                  <c:v>6.0030266971962291E+17</c:v>
                </c:pt>
                <c:pt idx="10552">
                  <c:v>6.0030485826857062E+17</c:v>
                </c:pt>
                <c:pt idx="10553">
                  <c:v>6.0102889196821901E+17</c:v>
                </c:pt>
                <c:pt idx="10554">
                  <c:v>6.011595731367456E+17</c:v>
                </c:pt>
                <c:pt idx="10555">
                  <c:v>6.0116330005984486E+17</c:v>
                </c:pt>
                <c:pt idx="10556">
                  <c:v>6.0116547574207398E+17</c:v>
                </c:pt>
                <c:pt idx="10557">
                  <c:v>6.0118054706997005E+17</c:v>
                </c:pt>
                <c:pt idx="10558">
                  <c:v>6.0129438531838067E+17</c:v>
                </c:pt>
                <c:pt idx="10559">
                  <c:v>6.0174301491631296E+17</c:v>
                </c:pt>
                <c:pt idx="10560">
                  <c:v>6.0180553318078694E+17</c:v>
                </c:pt>
                <c:pt idx="10561">
                  <c:v>6.0192497353183603E+17</c:v>
                </c:pt>
                <c:pt idx="10562">
                  <c:v>6.0200723617330061E+17</c:v>
                </c:pt>
                <c:pt idx="10563">
                  <c:v>6.0312099207867533E+17</c:v>
                </c:pt>
                <c:pt idx="10564">
                  <c:v>6.0312207876914227E+17</c:v>
                </c:pt>
                <c:pt idx="10565">
                  <c:v>6.0335599694669235E+17</c:v>
                </c:pt>
                <c:pt idx="10566">
                  <c:v>6.0340375356886042E+17</c:v>
                </c:pt>
                <c:pt idx="10567">
                  <c:v>6.0342323676614938E+17</c:v>
                </c:pt>
                <c:pt idx="10568">
                  <c:v>6.0342834058555635E+17</c:v>
                </c:pt>
                <c:pt idx="10569">
                  <c:v>6.0343852078984832E+17</c:v>
                </c:pt>
                <c:pt idx="10570">
                  <c:v>6.0344658616434189E+17</c:v>
                </c:pt>
                <c:pt idx="10571">
                  <c:v>6.0402355148968704E+17</c:v>
                </c:pt>
                <c:pt idx="10572">
                  <c:v>6.0404340196389094E+17</c:v>
                </c:pt>
                <c:pt idx="10573">
                  <c:v>6.0467930606367181E+17</c:v>
                </c:pt>
                <c:pt idx="10574">
                  <c:v>6.0478012475766502E+17</c:v>
                </c:pt>
                <c:pt idx="10575">
                  <c:v>6.0494951737579674E+17</c:v>
                </c:pt>
                <c:pt idx="10576">
                  <c:v>6.0545749643570317E+17</c:v>
                </c:pt>
                <c:pt idx="10577">
                  <c:v>6.0551844550806387E+17</c:v>
                </c:pt>
                <c:pt idx="10578">
                  <c:v>6.0564153053746906E+17</c:v>
                </c:pt>
                <c:pt idx="10579">
                  <c:v>6.0609056988717517E+17</c:v>
                </c:pt>
                <c:pt idx="10580">
                  <c:v>6.068743183153751E+17</c:v>
                </c:pt>
                <c:pt idx="10581">
                  <c:v>6.0692401166650202E+17</c:v>
                </c:pt>
                <c:pt idx="10582">
                  <c:v>6.0756482359202048E+17</c:v>
                </c:pt>
                <c:pt idx="10583">
                  <c:v>6.0765118803941606E+17</c:v>
                </c:pt>
                <c:pt idx="10584">
                  <c:v>6.0773383565225587E+17</c:v>
                </c:pt>
                <c:pt idx="10585">
                  <c:v>6.0776873098001126E+17</c:v>
                </c:pt>
                <c:pt idx="10586">
                  <c:v>6.0835635864456141E+17</c:v>
                </c:pt>
                <c:pt idx="10587">
                  <c:v>6.0851940046582656E+17</c:v>
                </c:pt>
                <c:pt idx="10588">
                  <c:v>6.0886506147699494E+17</c:v>
                </c:pt>
                <c:pt idx="10589">
                  <c:v>6.0891567502862285E+17</c:v>
                </c:pt>
                <c:pt idx="10590">
                  <c:v>6.091903688996521E+17</c:v>
                </c:pt>
                <c:pt idx="10591">
                  <c:v>6.0961073739295744E+17</c:v>
                </c:pt>
                <c:pt idx="10592">
                  <c:v>6.0967514631608768E+17</c:v>
                </c:pt>
                <c:pt idx="10593">
                  <c:v>6.0969279266002227E+17</c:v>
                </c:pt>
                <c:pt idx="10594">
                  <c:v>6.0973090579131507E+17</c:v>
                </c:pt>
                <c:pt idx="10595">
                  <c:v>6.0973742967114419E+17</c:v>
                </c:pt>
                <c:pt idx="10596">
                  <c:v>6.103998180277207E+17</c:v>
                </c:pt>
                <c:pt idx="10597">
                  <c:v>6.1048294621004262E+17</c:v>
                </c:pt>
                <c:pt idx="10598">
                  <c:v>6.1048983076030707E+17</c:v>
                </c:pt>
                <c:pt idx="10599">
                  <c:v>6.105174794597175E+17</c:v>
                </c:pt>
                <c:pt idx="10600">
                  <c:v>6.106969481849751E+17</c:v>
                </c:pt>
                <c:pt idx="10601">
                  <c:v>6.1101253476706381E+17</c:v>
                </c:pt>
                <c:pt idx="10602">
                  <c:v>6.1101793059121382E+17</c:v>
                </c:pt>
                <c:pt idx="10603">
                  <c:v>6.1118961329069734E+17</c:v>
                </c:pt>
                <c:pt idx="10604">
                  <c:v>6.1119560089441114E+17</c:v>
                </c:pt>
                <c:pt idx="10605">
                  <c:v>6.1120431289391258E+17</c:v>
                </c:pt>
                <c:pt idx="10606">
                  <c:v>6.1120819548111373E+17</c:v>
                </c:pt>
                <c:pt idx="10607">
                  <c:v>6.1127471498480269E+17</c:v>
                </c:pt>
                <c:pt idx="10608">
                  <c:v>6.1128827985560845E+17</c:v>
                </c:pt>
                <c:pt idx="10609">
                  <c:v>6.1178918250001818E+17</c:v>
                </c:pt>
                <c:pt idx="10610">
                  <c:v>6.1184762105080832E+17</c:v>
                </c:pt>
                <c:pt idx="10611">
                  <c:v>6.1185705155222349E+17</c:v>
                </c:pt>
                <c:pt idx="10612">
                  <c:v>6.1196027031291162E+17</c:v>
                </c:pt>
                <c:pt idx="10613">
                  <c:v>6.1250281903682893E+17</c:v>
                </c:pt>
                <c:pt idx="10614">
                  <c:v>6.1326986172450726E+17</c:v>
                </c:pt>
                <c:pt idx="10615">
                  <c:v>6.1334149634543782E+17</c:v>
                </c:pt>
                <c:pt idx="10616">
                  <c:v>6.1360925251800717E+17</c:v>
                </c:pt>
                <c:pt idx="10617">
                  <c:v>6.1369921946006144E+17</c:v>
                </c:pt>
                <c:pt idx="10618">
                  <c:v>6.1406205395099955E+17</c:v>
                </c:pt>
                <c:pt idx="10619">
                  <c:v>6.1407058415132864E+17</c:v>
                </c:pt>
                <c:pt idx="10620">
                  <c:v>6.1416907870530931E+17</c:v>
                </c:pt>
                <c:pt idx="10621">
                  <c:v>6.1428465199292352E+17</c:v>
                </c:pt>
                <c:pt idx="10622">
                  <c:v>6.1438157804250509E+17</c:v>
                </c:pt>
                <c:pt idx="10623">
                  <c:v>6.1467612464514227E+17</c:v>
                </c:pt>
                <c:pt idx="10624">
                  <c:v>6.1470653166484864E+17</c:v>
                </c:pt>
                <c:pt idx="10625">
                  <c:v>6.1482429065173235E+17</c:v>
                </c:pt>
                <c:pt idx="10626">
                  <c:v>6.1545092480758106E+17</c:v>
                </c:pt>
                <c:pt idx="10627">
                  <c:v>6.1553502774212467E+17</c:v>
                </c:pt>
                <c:pt idx="10628">
                  <c:v>6.1570529580977882E+17</c:v>
                </c:pt>
                <c:pt idx="10629">
                  <c:v>6.1571003343420211E+17</c:v>
                </c:pt>
                <c:pt idx="10630">
                  <c:v>6.1574455651267981E+17</c:v>
                </c:pt>
                <c:pt idx="10631">
                  <c:v>6.1608222187215782E+17</c:v>
                </c:pt>
                <c:pt idx="10632">
                  <c:v>6.1647008373212557E+17</c:v>
                </c:pt>
                <c:pt idx="10633">
                  <c:v>6.1685526708901632E+17</c:v>
                </c:pt>
                <c:pt idx="10634">
                  <c:v>6.1722840582537318E+17</c:v>
                </c:pt>
                <c:pt idx="10635">
                  <c:v>6.1759258017534963E+17</c:v>
                </c:pt>
                <c:pt idx="10636">
                  <c:v>6.176659854702985E+17</c:v>
                </c:pt>
                <c:pt idx="10637">
                  <c:v>6.1768542040706752E+17</c:v>
                </c:pt>
                <c:pt idx="10638">
                  <c:v>6.1769075816552794E+17</c:v>
                </c:pt>
                <c:pt idx="10639">
                  <c:v>6.1773600367448282E+17</c:v>
                </c:pt>
                <c:pt idx="10640">
                  <c:v>6.177400107778615E+17</c:v>
                </c:pt>
                <c:pt idx="10641">
                  <c:v>6.1774265464153037E+17</c:v>
                </c:pt>
                <c:pt idx="10642">
                  <c:v>6.1794646813818714E+17</c:v>
                </c:pt>
                <c:pt idx="10643">
                  <c:v>6.1841940860953382E+17</c:v>
                </c:pt>
                <c:pt idx="10644">
                  <c:v>6.1843367392665024E+17</c:v>
                </c:pt>
                <c:pt idx="10645">
                  <c:v>6.1844558358605235E+17</c:v>
                </c:pt>
                <c:pt idx="10646">
                  <c:v>6.1845755404999795E+17</c:v>
                </c:pt>
                <c:pt idx="10647">
                  <c:v>6.1847254508636582E+17</c:v>
                </c:pt>
                <c:pt idx="10648">
                  <c:v>6.1901772079296256E+17</c:v>
                </c:pt>
                <c:pt idx="10649">
                  <c:v>6.1922956237660877E+17</c:v>
                </c:pt>
                <c:pt idx="10650">
                  <c:v>6.1927704843218214E+17</c:v>
                </c:pt>
                <c:pt idx="10651">
                  <c:v>6.192820585993239E+17</c:v>
                </c:pt>
                <c:pt idx="10652">
                  <c:v>6.1939188436666598E+17</c:v>
                </c:pt>
                <c:pt idx="10653">
                  <c:v>6.198827553956681E+17</c:v>
                </c:pt>
                <c:pt idx="10654">
                  <c:v>6.1994842665020864E+17</c:v>
                </c:pt>
                <c:pt idx="10655">
                  <c:v>6.2022018880568282E+17</c:v>
                </c:pt>
                <c:pt idx="10656">
                  <c:v>6.2055871337704717E+17</c:v>
                </c:pt>
                <c:pt idx="10657">
                  <c:v>6.208028643924265E+17</c:v>
                </c:pt>
                <c:pt idx="10658">
                  <c:v>6.2090258400207398E+17</c:v>
                </c:pt>
                <c:pt idx="10659">
                  <c:v>6.2097332684193075E+17</c:v>
                </c:pt>
                <c:pt idx="10660">
                  <c:v>6.2127922230135027E+17</c:v>
                </c:pt>
                <c:pt idx="10661">
                  <c:v>6.2134913979013414E+17</c:v>
                </c:pt>
                <c:pt idx="10662">
                  <c:v>6.2137628033072179E+17</c:v>
                </c:pt>
                <c:pt idx="10663">
                  <c:v>6.213904948410295E+17</c:v>
                </c:pt>
                <c:pt idx="10664">
                  <c:v>6.2140281201363085E+17</c:v>
                </c:pt>
                <c:pt idx="10665">
                  <c:v>6.2140620002223718E+17</c:v>
                </c:pt>
                <c:pt idx="10666">
                  <c:v>6.2142061785609421E+17</c:v>
                </c:pt>
                <c:pt idx="10667">
                  <c:v>6.2216396529295117E+17</c:v>
                </c:pt>
                <c:pt idx="10668">
                  <c:v>6.2226823535035725E+17</c:v>
                </c:pt>
                <c:pt idx="10669">
                  <c:v>6.223731519351191E+17</c:v>
                </c:pt>
                <c:pt idx="10670">
                  <c:v>6.227369102726775E+17</c:v>
                </c:pt>
                <c:pt idx="10671">
                  <c:v>6.2274454314804262E+17</c:v>
                </c:pt>
                <c:pt idx="10672">
                  <c:v>6.2283099982179891E+17</c:v>
                </c:pt>
                <c:pt idx="10673">
                  <c:v>6.228503216822688E+17</c:v>
                </c:pt>
                <c:pt idx="10674">
                  <c:v>6.2291561490531981E+17</c:v>
                </c:pt>
                <c:pt idx="10675">
                  <c:v>6.229544056057088E+17</c:v>
                </c:pt>
                <c:pt idx="10676">
                  <c:v>6.2303545036475366E+17</c:v>
                </c:pt>
                <c:pt idx="10677">
                  <c:v>6.231765878687863E+17</c:v>
                </c:pt>
                <c:pt idx="10678">
                  <c:v>6.232901449883575E+17</c:v>
                </c:pt>
                <c:pt idx="10679">
                  <c:v>6.2414026308044621E+17</c:v>
                </c:pt>
                <c:pt idx="10680">
                  <c:v>6.2417822565045274E+17</c:v>
                </c:pt>
                <c:pt idx="10681">
                  <c:v>6.2417961461546483E+17</c:v>
                </c:pt>
                <c:pt idx="10682">
                  <c:v>6.242252599361815E+17</c:v>
                </c:pt>
                <c:pt idx="10683">
                  <c:v>6.2424709944828582E+17</c:v>
                </c:pt>
                <c:pt idx="10684">
                  <c:v>6.2426156834244557E+17</c:v>
                </c:pt>
                <c:pt idx="10685">
                  <c:v>6.2431504599635571E+17</c:v>
                </c:pt>
                <c:pt idx="10686">
                  <c:v>6.2450867686092006E+17</c:v>
                </c:pt>
                <c:pt idx="10687">
                  <c:v>6.2470713525718733E+17</c:v>
                </c:pt>
                <c:pt idx="10688">
                  <c:v>6.2502277348776064E+17</c:v>
                </c:pt>
                <c:pt idx="10689">
                  <c:v>6.2515459008285734E+17</c:v>
                </c:pt>
                <c:pt idx="10690">
                  <c:v>6.2522966323335386E+17</c:v>
                </c:pt>
                <c:pt idx="10691">
                  <c:v>6.2538896961799731E+17</c:v>
                </c:pt>
                <c:pt idx="10692">
                  <c:v>6.259181330110007E+17</c:v>
                </c:pt>
                <c:pt idx="10693">
                  <c:v>6.2597260008906944E+17</c:v>
                </c:pt>
                <c:pt idx="10694">
                  <c:v>6.2667165734532134E+17</c:v>
                </c:pt>
                <c:pt idx="10695">
                  <c:v>6.2721674539490253E+17</c:v>
                </c:pt>
                <c:pt idx="10696">
                  <c:v>6.2734283036659213E+17</c:v>
                </c:pt>
                <c:pt idx="10697">
                  <c:v>6.2738001633878451E+17</c:v>
                </c:pt>
                <c:pt idx="10698">
                  <c:v>6.2759465755051725E+17</c:v>
                </c:pt>
                <c:pt idx="10699">
                  <c:v>6.275995443954656E+17</c:v>
                </c:pt>
                <c:pt idx="10700">
                  <c:v>6.2777972754851776E+17</c:v>
                </c:pt>
                <c:pt idx="10701">
                  <c:v>6.2784183499239757E+17</c:v>
                </c:pt>
                <c:pt idx="10702">
                  <c:v>6.2790594443562266E+17</c:v>
                </c:pt>
                <c:pt idx="10703">
                  <c:v>6.2793102109944704E+17</c:v>
                </c:pt>
                <c:pt idx="10704">
                  <c:v>6.2798074392047539E+17</c:v>
                </c:pt>
                <c:pt idx="10705">
                  <c:v>6.2840372019073139E+17</c:v>
                </c:pt>
                <c:pt idx="10706">
                  <c:v>6.2841761236883354E+17</c:v>
                </c:pt>
                <c:pt idx="10707">
                  <c:v>6.2842976864969562E+17</c:v>
                </c:pt>
                <c:pt idx="10708">
                  <c:v>6.2844495043440269E+17</c:v>
                </c:pt>
                <c:pt idx="10709">
                  <c:v>6.285581265532407E+17</c:v>
                </c:pt>
                <c:pt idx="10710">
                  <c:v>6.2857736633985408E+17</c:v>
                </c:pt>
                <c:pt idx="10711">
                  <c:v>6.2858966123230042E+17</c:v>
                </c:pt>
                <c:pt idx="10712">
                  <c:v>6.2859603653651085E+17</c:v>
                </c:pt>
                <c:pt idx="10713">
                  <c:v>6.2881762816373235E+17</c:v>
                </c:pt>
                <c:pt idx="10714">
                  <c:v>6.2889507679707123E+17</c:v>
                </c:pt>
                <c:pt idx="10715">
                  <c:v>6.2895366297500634E+17</c:v>
                </c:pt>
                <c:pt idx="10716">
                  <c:v>6.2940225240691866E+17</c:v>
                </c:pt>
                <c:pt idx="10717">
                  <c:v>6.2951812090418854E+17</c:v>
                </c:pt>
                <c:pt idx="10718">
                  <c:v>6.2972903236315814E+17</c:v>
                </c:pt>
                <c:pt idx="10719">
                  <c:v>6.3004954483862822E+17</c:v>
                </c:pt>
                <c:pt idx="10720">
                  <c:v>6.3008294567206874E+17</c:v>
                </c:pt>
                <c:pt idx="10721">
                  <c:v>6.3033347448510605E+17</c:v>
                </c:pt>
                <c:pt idx="10722">
                  <c:v>6.3036173166963046E+17</c:v>
                </c:pt>
                <c:pt idx="10723">
                  <c:v>6.3062547159514317E+17</c:v>
                </c:pt>
                <c:pt idx="10724">
                  <c:v>6.3088616733790707E+17</c:v>
                </c:pt>
                <c:pt idx="10725">
                  <c:v>6.3088677567590259E+17</c:v>
                </c:pt>
                <c:pt idx="10726">
                  <c:v>6.3099716372210637E+17</c:v>
                </c:pt>
                <c:pt idx="10727">
                  <c:v>6.3130030215727386E+17</c:v>
                </c:pt>
                <c:pt idx="10728">
                  <c:v>6.3143246381561318E+17</c:v>
                </c:pt>
                <c:pt idx="10729">
                  <c:v>6.3147520984813555E+17</c:v>
                </c:pt>
                <c:pt idx="10730">
                  <c:v>6.3173576652587597E+17</c:v>
                </c:pt>
                <c:pt idx="10731">
                  <c:v>6.3226728211033779E+17</c:v>
                </c:pt>
                <c:pt idx="10732">
                  <c:v>6.3242149215988774E+17</c:v>
                </c:pt>
                <c:pt idx="10733">
                  <c:v>6.3250905718341594E+17</c:v>
                </c:pt>
                <c:pt idx="10734">
                  <c:v>6.3283327343299597E+17</c:v>
                </c:pt>
                <c:pt idx="10735">
                  <c:v>6.330263386420247E+17</c:v>
                </c:pt>
                <c:pt idx="10736">
                  <c:v>6.3304054730088755E+17</c:v>
                </c:pt>
                <c:pt idx="10737">
                  <c:v>6.3329058811991053E+17</c:v>
                </c:pt>
                <c:pt idx="10738">
                  <c:v>6.335975603597463E+17</c:v>
                </c:pt>
                <c:pt idx="10739">
                  <c:v>6.336988891507849E+17</c:v>
                </c:pt>
                <c:pt idx="10740">
                  <c:v>6.337396940713623E+17</c:v>
                </c:pt>
                <c:pt idx="10741">
                  <c:v>6.3374753114765414E+17</c:v>
                </c:pt>
                <c:pt idx="10742">
                  <c:v>6.3388337346526157E+17</c:v>
                </c:pt>
                <c:pt idx="10743">
                  <c:v>6.3392190205763802E+17</c:v>
                </c:pt>
                <c:pt idx="10744">
                  <c:v>6.3422512648247322E+17</c:v>
                </c:pt>
                <c:pt idx="10745">
                  <c:v>6.342452844555328E+17</c:v>
                </c:pt>
                <c:pt idx="10746">
                  <c:v>6.3448836799877594E+17</c:v>
                </c:pt>
                <c:pt idx="10747">
                  <c:v>6.3448966324245965E+17</c:v>
                </c:pt>
                <c:pt idx="10748">
                  <c:v>6.3506192073351181E+17</c:v>
                </c:pt>
                <c:pt idx="10749">
                  <c:v>6.3515149499461363E+17</c:v>
                </c:pt>
                <c:pt idx="10750">
                  <c:v>6.3518479083314163E+17</c:v>
                </c:pt>
                <c:pt idx="10751">
                  <c:v>6.3526286370737626E+17</c:v>
                </c:pt>
                <c:pt idx="10752">
                  <c:v>6.3528962749563699E+17</c:v>
                </c:pt>
                <c:pt idx="10753">
                  <c:v>6.3559214432608218E+17</c:v>
                </c:pt>
                <c:pt idx="10754">
                  <c:v>6.3563308968721254E+17</c:v>
                </c:pt>
                <c:pt idx="10755">
                  <c:v>6.3574039782948326E+17</c:v>
                </c:pt>
                <c:pt idx="10756">
                  <c:v>6.3575323331721792E+17</c:v>
                </c:pt>
                <c:pt idx="10757">
                  <c:v>6.3575482251179085E+17</c:v>
                </c:pt>
                <c:pt idx="10758">
                  <c:v>6.3581877533991898E+17</c:v>
                </c:pt>
                <c:pt idx="10759">
                  <c:v>6.3639273546502272E+17</c:v>
                </c:pt>
                <c:pt idx="10760">
                  <c:v>6.3713038291104819E+17</c:v>
                </c:pt>
                <c:pt idx="10761">
                  <c:v>6.3722486644562982E+17</c:v>
                </c:pt>
                <c:pt idx="10762">
                  <c:v>6.3730339911946662E+17</c:v>
                </c:pt>
                <c:pt idx="10763">
                  <c:v>6.3736464178330317E+17</c:v>
                </c:pt>
                <c:pt idx="10764">
                  <c:v>6.3737672305670208E+17</c:v>
                </c:pt>
                <c:pt idx="10765">
                  <c:v>6.374383160382711E+17</c:v>
                </c:pt>
                <c:pt idx="10766">
                  <c:v>6.375436957650007E+17</c:v>
                </c:pt>
                <c:pt idx="10767">
                  <c:v>6.3791952228888922E+17</c:v>
                </c:pt>
                <c:pt idx="10768">
                  <c:v>6.3813203734759258E+17</c:v>
                </c:pt>
                <c:pt idx="10769">
                  <c:v>6.3814777594855885E+17</c:v>
                </c:pt>
                <c:pt idx="10770">
                  <c:v>6.3817101424177357E+17</c:v>
                </c:pt>
                <c:pt idx="10771">
                  <c:v>6.3824266732824845E+17</c:v>
                </c:pt>
                <c:pt idx="10772">
                  <c:v>6.3828891598655386E+17</c:v>
                </c:pt>
                <c:pt idx="10773">
                  <c:v>6.3841951862009011E+17</c:v>
                </c:pt>
                <c:pt idx="10774">
                  <c:v>6.3860663314457766E+17</c:v>
                </c:pt>
                <c:pt idx="10775">
                  <c:v>6.3876589225604109E+17</c:v>
                </c:pt>
                <c:pt idx="10776">
                  <c:v>6.3877009515271232E+17</c:v>
                </c:pt>
                <c:pt idx="10777">
                  <c:v>6.3877464847396838E+17</c:v>
                </c:pt>
                <c:pt idx="10778">
                  <c:v>6.387778479473033E+17</c:v>
                </c:pt>
                <c:pt idx="10779">
                  <c:v>6.3878243697614899E+17</c:v>
                </c:pt>
                <c:pt idx="10780">
                  <c:v>6.3878419245628838E+17</c:v>
                </c:pt>
                <c:pt idx="10781">
                  <c:v>6.388044327612329E+17</c:v>
                </c:pt>
                <c:pt idx="10782">
                  <c:v>6.3880824931513011E+17</c:v>
                </c:pt>
                <c:pt idx="10783">
                  <c:v>6.3881042885577062E+17</c:v>
                </c:pt>
                <c:pt idx="10784">
                  <c:v>6.3882241192784563E+17</c:v>
                </c:pt>
                <c:pt idx="10785">
                  <c:v>6.3882572438865843E+17</c:v>
                </c:pt>
                <c:pt idx="10786">
                  <c:v>6.3882592071480384E+17</c:v>
                </c:pt>
                <c:pt idx="10787">
                  <c:v>6.3882770766926822E+17</c:v>
                </c:pt>
                <c:pt idx="10788">
                  <c:v>6.3883019763727232E+17</c:v>
                </c:pt>
                <c:pt idx="10789">
                  <c:v>6.3883510678110989E+17</c:v>
                </c:pt>
                <c:pt idx="10790">
                  <c:v>6.3884423634666624E+17</c:v>
                </c:pt>
                <c:pt idx="10791">
                  <c:v>6.3884741788629261E+17</c:v>
                </c:pt>
                <c:pt idx="10792">
                  <c:v>6.388499055797088E+17</c:v>
                </c:pt>
                <c:pt idx="10793">
                  <c:v>6.3885037115743987E+17</c:v>
                </c:pt>
                <c:pt idx="10794">
                  <c:v>6.3885303890531853E+17</c:v>
                </c:pt>
                <c:pt idx="10795">
                  <c:v>6.3885483004257242E+17</c:v>
                </c:pt>
                <c:pt idx="10796">
                  <c:v>6.3885662823361933E+17</c:v>
                </c:pt>
                <c:pt idx="10797">
                  <c:v>6.3903177153393459E+17</c:v>
                </c:pt>
                <c:pt idx="10798">
                  <c:v>6.3931221844080166E+17</c:v>
                </c:pt>
                <c:pt idx="10799">
                  <c:v>6.3935516780695552E+17</c:v>
                </c:pt>
                <c:pt idx="10800">
                  <c:v>6.3941966963408627E+17</c:v>
                </c:pt>
                <c:pt idx="10801">
                  <c:v>6.3947887456391181E+17</c:v>
                </c:pt>
                <c:pt idx="10802">
                  <c:v>6.3948020231129306E+17</c:v>
                </c:pt>
                <c:pt idx="10803">
                  <c:v>6.3960037903066022E+17</c:v>
                </c:pt>
                <c:pt idx="10804">
                  <c:v>6.3977211312336154E+17</c:v>
                </c:pt>
                <c:pt idx="10805">
                  <c:v>6.4018196961951078E+17</c:v>
                </c:pt>
                <c:pt idx="10806">
                  <c:v>6.4026908546205453E+17</c:v>
                </c:pt>
                <c:pt idx="10807">
                  <c:v>6.4028064693112346E+17</c:v>
                </c:pt>
                <c:pt idx="10808">
                  <c:v>6.4044019429485286E+17</c:v>
                </c:pt>
                <c:pt idx="10809">
                  <c:v>6.404936248848969E+17</c:v>
                </c:pt>
                <c:pt idx="10810">
                  <c:v>6.4051495928229466E+17</c:v>
                </c:pt>
                <c:pt idx="10811">
                  <c:v>6.4068603413885427E+17</c:v>
                </c:pt>
                <c:pt idx="10812">
                  <c:v>6.4068608622631757E+17</c:v>
                </c:pt>
                <c:pt idx="10813">
                  <c:v>6.4073039155923968E+17</c:v>
                </c:pt>
                <c:pt idx="10814">
                  <c:v>6.4079559066640499E+17</c:v>
                </c:pt>
                <c:pt idx="10815">
                  <c:v>6.4081703860187738E+17</c:v>
                </c:pt>
                <c:pt idx="10816">
                  <c:v>6.4099083292907162E+17</c:v>
                </c:pt>
                <c:pt idx="10817">
                  <c:v>6.4110057816241702E+17</c:v>
                </c:pt>
                <c:pt idx="10818">
                  <c:v>6.4125659280782016E+17</c:v>
                </c:pt>
                <c:pt idx="10819">
                  <c:v>6.415757098160599E+17</c:v>
                </c:pt>
                <c:pt idx="10820">
                  <c:v>6.4159377214844774E+17</c:v>
                </c:pt>
                <c:pt idx="10821">
                  <c:v>6.4176610366613926E+17</c:v>
                </c:pt>
                <c:pt idx="10822">
                  <c:v>6.4177000882276646E+17</c:v>
                </c:pt>
                <c:pt idx="10823">
                  <c:v>6.4177369000687219E+17</c:v>
                </c:pt>
                <c:pt idx="10824">
                  <c:v>6.4179540499900966E+17</c:v>
                </c:pt>
                <c:pt idx="10825">
                  <c:v>6.4242092572693491E+17</c:v>
                </c:pt>
                <c:pt idx="10826">
                  <c:v>6.426356265147223E+17</c:v>
                </c:pt>
                <c:pt idx="10827">
                  <c:v>6.4267187163478221E+17</c:v>
                </c:pt>
                <c:pt idx="10828">
                  <c:v>6.4296233218138406E+17</c:v>
                </c:pt>
                <c:pt idx="10829">
                  <c:v>6.4303061200204442E+17</c:v>
                </c:pt>
                <c:pt idx="10830">
                  <c:v>6.4307161615277274E+17</c:v>
                </c:pt>
                <c:pt idx="10831">
                  <c:v>6.4308546231070579E+17</c:v>
                </c:pt>
                <c:pt idx="10832">
                  <c:v>6.431638633333719E+17</c:v>
                </c:pt>
                <c:pt idx="10833">
                  <c:v>6.4325525947856205E+17</c:v>
                </c:pt>
                <c:pt idx="10834">
                  <c:v>6.4328428497999334E+17</c:v>
                </c:pt>
                <c:pt idx="10835">
                  <c:v>6.4340763115078374E+17</c:v>
                </c:pt>
                <c:pt idx="10836">
                  <c:v>6.4366999635394573E+17</c:v>
                </c:pt>
                <c:pt idx="10837">
                  <c:v>6.4371826645518989E+17</c:v>
                </c:pt>
                <c:pt idx="10838">
                  <c:v>6.4374945326445197E+17</c:v>
                </c:pt>
                <c:pt idx="10839">
                  <c:v>6.4381221284452582E+17</c:v>
                </c:pt>
                <c:pt idx="10840">
                  <c:v>6.4394789253578227E+17</c:v>
                </c:pt>
                <c:pt idx="10841">
                  <c:v>6.4394916999980198E+17</c:v>
                </c:pt>
                <c:pt idx="10842">
                  <c:v>6.4395049535278579E+17</c:v>
                </c:pt>
                <c:pt idx="10843">
                  <c:v>6.4395163636968998E+17</c:v>
                </c:pt>
                <c:pt idx="10844">
                  <c:v>6.4395396994654144E+17</c:v>
                </c:pt>
                <c:pt idx="10845">
                  <c:v>6.4395479606036928E+17</c:v>
                </c:pt>
                <c:pt idx="10846">
                  <c:v>6.4395624590529741E+17</c:v>
                </c:pt>
                <c:pt idx="10847">
                  <c:v>6.4395711166162701E+17</c:v>
                </c:pt>
                <c:pt idx="10848">
                  <c:v>6.4395923637318502E+17</c:v>
                </c:pt>
                <c:pt idx="10849">
                  <c:v>6.4395999063264986E+17</c:v>
                </c:pt>
                <c:pt idx="10850">
                  <c:v>6.439610482888311E+17</c:v>
                </c:pt>
                <c:pt idx="10851">
                  <c:v>6.439627385521001E+17</c:v>
                </c:pt>
                <c:pt idx="10852">
                  <c:v>6.4396401488376141E+17</c:v>
                </c:pt>
                <c:pt idx="10853">
                  <c:v>6.4396542034146022E+17</c:v>
                </c:pt>
                <c:pt idx="10854">
                  <c:v>6.4407994459036634E+17</c:v>
                </c:pt>
                <c:pt idx="10855">
                  <c:v>6.444129140134272E+17</c:v>
                </c:pt>
                <c:pt idx="10856">
                  <c:v>6.4443278407058278E+17</c:v>
                </c:pt>
                <c:pt idx="10857">
                  <c:v>6.4452633327739456E+17</c:v>
                </c:pt>
                <c:pt idx="10858">
                  <c:v>6.4453072028183821E+17</c:v>
                </c:pt>
                <c:pt idx="10859">
                  <c:v>6.4459260265713382E+17</c:v>
                </c:pt>
                <c:pt idx="10860">
                  <c:v>6.4464372675416832E+17</c:v>
                </c:pt>
                <c:pt idx="10861">
                  <c:v>6.4477545214685082E+17</c:v>
                </c:pt>
                <c:pt idx="10862">
                  <c:v>6.4480795644321779E+17</c:v>
                </c:pt>
                <c:pt idx="10863">
                  <c:v>6.4484362643054067E+17</c:v>
                </c:pt>
                <c:pt idx="10864">
                  <c:v>6.4488561587346099E+17</c:v>
                </c:pt>
                <c:pt idx="10865">
                  <c:v>6.4518781876499008E+17</c:v>
                </c:pt>
                <c:pt idx="10866">
                  <c:v>6.4520765736109888E+17</c:v>
                </c:pt>
                <c:pt idx="10867">
                  <c:v>6.4521848306525286E+17</c:v>
                </c:pt>
                <c:pt idx="10868">
                  <c:v>6.4521855390705818E+17</c:v>
                </c:pt>
                <c:pt idx="10869">
                  <c:v>6.4522002881588147E+17</c:v>
                </c:pt>
                <c:pt idx="10870">
                  <c:v>6.4529802019351245E+17</c:v>
                </c:pt>
                <c:pt idx="10871">
                  <c:v>6.4530120595348838E+17</c:v>
                </c:pt>
                <c:pt idx="10872">
                  <c:v>6.4530179659468147E+17</c:v>
                </c:pt>
                <c:pt idx="10873">
                  <c:v>6.4559606368456755E+17</c:v>
                </c:pt>
                <c:pt idx="10874">
                  <c:v>6.4606919154444237E+17</c:v>
                </c:pt>
                <c:pt idx="10875">
                  <c:v>6.4610118840204262E+17</c:v>
                </c:pt>
                <c:pt idx="10876">
                  <c:v>6.4627609999867264E+17</c:v>
                </c:pt>
                <c:pt idx="10877">
                  <c:v>6.4667256309382579E+17</c:v>
                </c:pt>
                <c:pt idx="10878">
                  <c:v>6.4669688430057562E+17</c:v>
                </c:pt>
                <c:pt idx="10879">
                  <c:v>6.4673576704181082E+17</c:v>
                </c:pt>
                <c:pt idx="10880">
                  <c:v>6.4681852400779661E+17</c:v>
                </c:pt>
                <c:pt idx="10881">
                  <c:v>6.468543908847584E+17</c:v>
                </c:pt>
                <c:pt idx="10882">
                  <c:v>6.4700647913119629E+17</c:v>
                </c:pt>
                <c:pt idx="10883">
                  <c:v>6.4723718982707686E+17</c:v>
                </c:pt>
                <c:pt idx="10884">
                  <c:v>6.4748989357866995E+17</c:v>
                </c:pt>
                <c:pt idx="10885">
                  <c:v>6.4764490708175501E+17</c:v>
                </c:pt>
                <c:pt idx="10886">
                  <c:v>6.4775586288588506E+17</c:v>
                </c:pt>
                <c:pt idx="10887">
                  <c:v>6.4827505803864986E+17</c:v>
                </c:pt>
                <c:pt idx="10888">
                  <c:v>6.4853802464371584E+17</c:v>
                </c:pt>
                <c:pt idx="10889">
                  <c:v>6.4853810074638784E+17</c:v>
                </c:pt>
                <c:pt idx="10890">
                  <c:v>6.4880411973294451E+17</c:v>
                </c:pt>
                <c:pt idx="10891">
                  <c:v>6.488919858241632E+17</c:v>
                </c:pt>
                <c:pt idx="10892">
                  <c:v>6.489093317298697E+17</c:v>
                </c:pt>
                <c:pt idx="10893">
                  <c:v>6.4911951062089114E+17</c:v>
                </c:pt>
                <c:pt idx="10894">
                  <c:v>6.4911959036959923E+17</c:v>
                </c:pt>
                <c:pt idx="10895">
                  <c:v>6.4959997879217331E+17</c:v>
                </c:pt>
                <c:pt idx="10896">
                  <c:v>6.4964461319198886E+17</c:v>
                </c:pt>
                <c:pt idx="10897">
                  <c:v>6.4966015804347968E+17</c:v>
                </c:pt>
                <c:pt idx="10898">
                  <c:v>6.4966287966220173E+17</c:v>
                </c:pt>
                <c:pt idx="10899">
                  <c:v>6.4980062548334464E+17</c:v>
                </c:pt>
                <c:pt idx="10900">
                  <c:v>6.5022763302639424E+17</c:v>
                </c:pt>
                <c:pt idx="10901">
                  <c:v>6.5031324468692186E+17</c:v>
                </c:pt>
                <c:pt idx="10902">
                  <c:v>6.5038170926512998E+17</c:v>
                </c:pt>
                <c:pt idx="10903">
                  <c:v>6.5042134613566912E+17</c:v>
                </c:pt>
                <c:pt idx="10904">
                  <c:v>6.5050273147721254E+17</c:v>
                </c:pt>
                <c:pt idx="10905">
                  <c:v>6.5098070335913139E+17</c:v>
                </c:pt>
                <c:pt idx="10906">
                  <c:v>6.5101263455307136E+17</c:v>
                </c:pt>
                <c:pt idx="10907">
                  <c:v>6.5107169967360461E+17</c:v>
                </c:pt>
                <c:pt idx="10908">
                  <c:v>6.5113852324104653E+17</c:v>
                </c:pt>
                <c:pt idx="10909">
                  <c:v>6.5123524019589658E+17</c:v>
                </c:pt>
                <c:pt idx="10910">
                  <c:v>6.5126725775587622E+17</c:v>
                </c:pt>
                <c:pt idx="10911">
                  <c:v>6.5129920730274931E+17</c:v>
                </c:pt>
                <c:pt idx="10912">
                  <c:v>6.513522133950624E+17</c:v>
                </c:pt>
                <c:pt idx="10913">
                  <c:v>6.5135447324170662E+17</c:v>
                </c:pt>
                <c:pt idx="10914">
                  <c:v>6.5137745808996787E+17</c:v>
                </c:pt>
                <c:pt idx="10915">
                  <c:v>6.5143083471286336E+17</c:v>
                </c:pt>
                <c:pt idx="10916">
                  <c:v>6.5143293973946816E+17</c:v>
                </c:pt>
                <c:pt idx="10917">
                  <c:v>6.5143358448230656E+17</c:v>
                </c:pt>
                <c:pt idx="10918">
                  <c:v>6.5143640065870221E+17</c:v>
                </c:pt>
                <c:pt idx="10919">
                  <c:v>6.5205762273109875E+17</c:v>
                </c:pt>
                <c:pt idx="10920">
                  <c:v>6.524238055881321E+17</c:v>
                </c:pt>
                <c:pt idx="10921">
                  <c:v>6.5243771387014835E+17</c:v>
                </c:pt>
                <c:pt idx="10922">
                  <c:v>6.5253924931443405E+17</c:v>
                </c:pt>
                <c:pt idx="10923">
                  <c:v>6.5312877369356173E+17</c:v>
                </c:pt>
                <c:pt idx="10924">
                  <c:v>6.5315881200345856E+17</c:v>
                </c:pt>
                <c:pt idx="10925">
                  <c:v>6.5316198925558131E+17</c:v>
                </c:pt>
                <c:pt idx="10926">
                  <c:v>6.531671582185303E+17</c:v>
                </c:pt>
                <c:pt idx="10927">
                  <c:v>6.5321752295865805E+17</c:v>
                </c:pt>
                <c:pt idx="10928">
                  <c:v>6.537561490479063E+17</c:v>
                </c:pt>
                <c:pt idx="10929">
                  <c:v>6.5402264444952794E+17</c:v>
                </c:pt>
                <c:pt idx="10930">
                  <c:v>6.5407865258730893E+17</c:v>
                </c:pt>
                <c:pt idx="10931">
                  <c:v>6.5436712700292096E+17</c:v>
                </c:pt>
                <c:pt idx="10932">
                  <c:v>6.5437212331913126E+17</c:v>
                </c:pt>
                <c:pt idx="10933">
                  <c:v>6.5466335986045594E+17</c:v>
                </c:pt>
                <c:pt idx="10934">
                  <c:v>6.5469286073450086E+17</c:v>
                </c:pt>
                <c:pt idx="10935">
                  <c:v>6.5469586577891776E+17</c:v>
                </c:pt>
                <c:pt idx="10936">
                  <c:v>6.5469607489991782E+17</c:v>
                </c:pt>
                <c:pt idx="10937">
                  <c:v>6.5475908853892582E+17</c:v>
                </c:pt>
                <c:pt idx="10938">
                  <c:v>6.5479152608076915E+17</c:v>
                </c:pt>
                <c:pt idx="10939">
                  <c:v>6.5483751822126106E+17</c:v>
                </c:pt>
                <c:pt idx="10940">
                  <c:v>6.5494196463562035E+17</c:v>
                </c:pt>
                <c:pt idx="10941">
                  <c:v>6.5528186850116787E+17</c:v>
                </c:pt>
                <c:pt idx="10942">
                  <c:v>6.5532984075926374E+17</c:v>
                </c:pt>
                <c:pt idx="10943">
                  <c:v>6.5550578139732762E+17</c:v>
                </c:pt>
                <c:pt idx="10944">
                  <c:v>6.5563708487398195E+17</c:v>
                </c:pt>
                <c:pt idx="10945">
                  <c:v>6.5610644585468813E+17</c:v>
                </c:pt>
                <c:pt idx="10946">
                  <c:v>6.5616422569535078E+17</c:v>
                </c:pt>
                <c:pt idx="10947">
                  <c:v>6.5617476958597837E+17</c:v>
                </c:pt>
                <c:pt idx="10948">
                  <c:v>6.5617485007768934E+17</c:v>
                </c:pt>
                <c:pt idx="10949">
                  <c:v>6.5617684281246374E+17</c:v>
                </c:pt>
                <c:pt idx="10950">
                  <c:v>6.5622187320323546E+17</c:v>
                </c:pt>
                <c:pt idx="10951">
                  <c:v>6.5625337945336397E+17</c:v>
                </c:pt>
                <c:pt idx="10952">
                  <c:v>6.5627390073955341E+17</c:v>
                </c:pt>
                <c:pt idx="10953">
                  <c:v>6.5636627556064525E+17</c:v>
                </c:pt>
                <c:pt idx="10954">
                  <c:v>6.5647228289012134E+17</c:v>
                </c:pt>
                <c:pt idx="10955">
                  <c:v>6.5670795601938074E+17</c:v>
                </c:pt>
                <c:pt idx="10956">
                  <c:v>6.5694928487206003E+17</c:v>
                </c:pt>
                <c:pt idx="10957">
                  <c:v>6.5711704879738035E+17</c:v>
                </c:pt>
                <c:pt idx="10958">
                  <c:v>6.5723198888946688E+17</c:v>
                </c:pt>
                <c:pt idx="10959">
                  <c:v>6.575754414022551E+17</c:v>
                </c:pt>
                <c:pt idx="10960">
                  <c:v>6.5784275720197427E+17</c:v>
                </c:pt>
                <c:pt idx="10961">
                  <c:v>6.5784700179465459E+17</c:v>
                </c:pt>
                <c:pt idx="10962">
                  <c:v>6.5786014388761869E+17</c:v>
                </c:pt>
                <c:pt idx="10963">
                  <c:v>6.5789347320763699E+17</c:v>
                </c:pt>
                <c:pt idx="10964">
                  <c:v>6.5817797374857293E+17</c:v>
                </c:pt>
                <c:pt idx="10965">
                  <c:v>6.5821925249204608E+17</c:v>
                </c:pt>
                <c:pt idx="10966">
                  <c:v>6.5833563238903782E+17</c:v>
                </c:pt>
                <c:pt idx="10967">
                  <c:v>6.5852263198532326E+17</c:v>
                </c:pt>
                <c:pt idx="10968">
                  <c:v>6.588627203991552E+17</c:v>
                </c:pt>
                <c:pt idx="10969">
                  <c:v>6.5893686280278093E+17</c:v>
                </c:pt>
                <c:pt idx="10970">
                  <c:v>6.591354462461129E+17</c:v>
                </c:pt>
                <c:pt idx="10971">
                  <c:v>6.5929401559269338E+17</c:v>
                </c:pt>
                <c:pt idx="10972">
                  <c:v>6.5929665063466752E+17</c:v>
                </c:pt>
                <c:pt idx="10973">
                  <c:v>6.5957141345236429E+17</c:v>
                </c:pt>
                <c:pt idx="10974">
                  <c:v>6.5965160489702502E+17</c:v>
                </c:pt>
                <c:pt idx="10975">
                  <c:v>6.5975069412719629E+17</c:v>
                </c:pt>
                <c:pt idx="10976">
                  <c:v>6.5985839389205952E+17</c:v>
                </c:pt>
                <c:pt idx="10977">
                  <c:v>6.598715884442601E+17</c:v>
                </c:pt>
                <c:pt idx="10978">
                  <c:v>6.5995881352151104E+17</c:v>
                </c:pt>
                <c:pt idx="10979">
                  <c:v>6.600224735755081E+17</c:v>
                </c:pt>
                <c:pt idx="10980">
                  <c:v>6.6043641526483546E+17</c:v>
                </c:pt>
                <c:pt idx="10981">
                  <c:v>6.6051239007156787E+17</c:v>
                </c:pt>
                <c:pt idx="10982">
                  <c:v>6.6112856889497382E+17</c:v>
                </c:pt>
                <c:pt idx="10983">
                  <c:v>6.6121297126174694E+17</c:v>
                </c:pt>
                <c:pt idx="10984">
                  <c:v>6.6123013016681203E+17</c:v>
                </c:pt>
                <c:pt idx="10985">
                  <c:v>6.6123907602997555E+17</c:v>
                </c:pt>
                <c:pt idx="10986">
                  <c:v>6.6126962412275507E+17</c:v>
                </c:pt>
                <c:pt idx="10987">
                  <c:v>6.612986189007127E+17</c:v>
                </c:pt>
                <c:pt idx="10988">
                  <c:v>6.6129885568945101E+17</c:v>
                </c:pt>
                <c:pt idx="10989">
                  <c:v>6.6129908187434906E+17</c:v>
                </c:pt>
                <c:pt idx="10990">
                  <c:v>6.6133056682734976E+17</c:v>
                </c:pt>
                <c:pt idx="10991">
                  <c:v>6.6133099467478131E+17</c:v>
                </c:pt>
                <c:pt idx="10992">
                  <c:v>6.6133124610200768E+17</c:v>
                </c:pt>
                <c:pt idx="10993">
                  <c:v>6.6135689478645018E+17</c:v>
                </c:pt>
                <c:pt idx="10994">
                  <c:v>6.6135714604922611E+17</c:v>
                </c:pt>
                <c:pt idx="10995">
                  <c:v>6.6135742060622221E+17</c:v>
                </c:pt>
                <c:pt idx="10996">
                  <c:v>6.6144250065967437E+17</c:v>
                </c:pt>
                <c:pt idx="10997">
                  <c:v>6.6199484177170355E+17</c:v>
                </c:pt>
                <c:pt idx="10998">
                  <c:v>6.6249330320824218E+17</c:v>
                </c:pt>
                <c:pt idx="10999">
                  <c:v>6.6257791325377395E+17</c:v>
                </c:pt>
                <c:pt idx="11000">
                  <c:v>6.625973858539831E+17</c:v>
                </c:pt>
                <c:pt idx="11001">
                  <c:v>6.6262988918307315E+17</c:v>
                </c:pt>
                <c:pt idx="11002">
                  <c:v>6.6270193548535373E+17</c:v>
                </c:pt>
                <c:pt idx="11003">
                  <c:v>6.6272105132292813E+17</c:v>
                </c:pt>
                <c:pt idx="11004">
                  <c:v>6.6343496404761869E+17</c:v>
                </c:pt>
                <c:pt idx="11005">
                  <c:v>6.6344350910940672E+17</c:v>
                </c:pt>
                <c:pt idx="11006">
                  <c:v>6.6345040965816858E+17</c:v>
                </c:pt>
                <c:pt idx="11007">
                  <c:v>6.6363063120237901E+17</c:v>
                </c:pt>
                <c:pt idx="11008">
                  <c:v>6.6363272476886528E+17</c:v>
                </c:pt>
                <c:pt idx="11009">
                  <c:v>6.6363392740901811E+17</c:v>
                </c:pt>
                <c:pt idx="11010">
                  <c:v>6.6363527740416205E+17</c:v>
                </c:pt>
                <c:pt idx="11011">
                  <c:v>6.6370636498132826E+17</c:v>
                </c:pt>
                <c:pt idx="11012">
                  <c:v>6.6371842831536179E+17</c:v>
                </c:pt>
                <c:pt idx="11013">
                  <c:v>6.6374128493328934E+17</c:v>
                </c:pt>
                <c:pt idx="11014">
                  <c:v>6.6376551512070746E+17</c:v>
                </c:pt>
                <c:pt idx="11015">
                  <c:v>6.6409611000644979E+17</c:v>
                </c:pt>
                <c:pt idx="11016">
                  <c:v>6.6410463725897395E+17</c:v>
                </c:pt>
                <c:pt idx="11017">
                  <c:v>6.6413433763730304E+17</c:v>
                </c:pt>
                <c:pt idx="11018">
                  <c:v>6.6413791859384077E+17</c:v>
                </c:pt>
                <c:pt idx="11019">
                  <c:v>6.6422225768531558E+17</c:v>
                </c:pt>
                <c:pt idx="11020">
                  <c:v>6.6427717018879501E+17</c:v>
                </c:pt>
                <c:pt idx="11021">
                  <c:v>6.643184411917225E+17</c:v>
                </c:pt>
                <c:pt idx="11022">
                  <c:v>6.6432953592867878E+17</c:v>
                </c:pt>
                <c:pt idx="11023">
                  <c:v>6.6471355438523059E+17</c:v>
                </c:pt>
                <c:pt idx="11024">
                  <c:v>6.6485297207534003E+17</c:v>
                </c:pt>
                <c:pt idx="11025">
                  <c:v>6.649128252907479E+17</c:v>
                </c:pt>
                <c:pt idx="11026">
                  <c:v>6.6564506382910566E+17</c:v>
                </c:pt>
                <c:pt idx="11027">
                  <c:v>6.6568905444897971E+17</c:v>
                </c:pt>
                <c:pt idx="11028">
                  <c:v>6.6568913670049318E+17</c:v>
                </c:pt>
                <c:pt idx="11029">
                  <c:v>6.656891702734601E+17</c:v>
                </c:pt>
                <c:pt idx="11030">
                  <c:v>6.6568922244500685E+17</c:v>
                </c:pt>
                <c:pt idx="11031">
                  <c:v>6.65689342938208E+17</c:v>
                </c:pt>
                <c:pt idx="11032">
                  <c:v>6.6583982613783885E+17</c:v>
                </c:pt>
                <c:pt idx="11033">
                  <c:v>6.6589274112875571E+17</c:v>
                </c:pt>
                <c:pt idx="11034">
                  <c:v>6.661016237998272E+17</c:v>
                </c:pt>
                <c:pt idx="11035">
                  <c:v>6.6623981297891814E+17</c:v>
                </c:pt>
                <c:pt idx="11036">
                  <c:v>6.6624186618738675E+17</c:v>
                </c:pt>
                <c:pt idx="11037">
                  <c:v>6.6627542585799462E+17</c:v>
                </c:pt>
                <c:pt idx="11038">
                  <c:v>6.6633306652978355E+17</c:v>
                </c:pt>
                <c:pt idx="11039">
                  <c:v>6.6635873705084186E+17</c:v>
                </c:pt>
                <c:pt idx="11040">
                  <c:v>6.6683978162731328E+17</c:v>
                </c:pt>
                <c:pt idx="11041">
                  <c:v>6.6695972330234854E+17</c:v>
                </c:pt>
                <c:pt idx="11042">
                  <c:v>6.6697325433392397E+17</c:v>
                </c:pt>
                <c:pt idx="11043">
                  <c:v>6.671082628431895E+17</c:v>
                </c:pt>
                <c:pt idx="11044">
                  <c:v>6.6712065542925837E+17</c:v>
                </c:pt>
                <c:pt idx="11045">
                  <c:v>6.6715191469756454E+17</c:v>
                </c:pt>
                <c:pt idx="11046">
                  <c:v>6.6765904946598618E+17</c:v>
                </c:pt>
                <c:pt idx="11047">
                  <c:v>6.6789769551006234E+17</c:v>
                </c:pt>
                <c:pt idx="11048">
                  <c:v>6.6836324059943821E+17</c:v>
                </c:pt>
                <c:pt idx="11049">
                  <c:v>6.6851192379272179E+17</c:v>
                </c:pt>
                <c:pt idx="11050">
                  <c:v>6.6918633958842189E+17</c:v>
                </c:pt>
                <c:pt idx="11051">
                  <c:v>6.6933305721262477E+17</c:v>
                </c:pt>
                <c:pt idx="11052">
                  <c:v>6.6952154197774438E+17</c:v>
                </c:pt>
                <c:pt idx="11053">
                  <c:v>6.6969082031243008E+17</c:v>
                </c:pt>
                <c:pt idx="11054">
                  <c:v>6.6970785823985805E+17</c:v>
                </c:pt>
                <c:pt idx="11055">
                  <c:v>6.6971308386752E+17</c:v>
                </c:pt>
                <c:pt idx="11056">
                  <c:v>6.6973614720525862E+17</c:v>
                </c:pt>
                <c:pt idx="11057">
                  <c:v>6.6974060032009869E+17</c:v>
                </c:pt>
                <c:pt idx="11058">
                  <c:v>6.6974322754047872E+17</c:v>
                </c:pt>
                <c:pt idx="11059">
                  <c:v>6.6974668479249702E+17</c:v>
                </c:pt>
                <c:pt idx="11060">
                  <c:v>6.6983013100040947E+17</c:v>
                </c:pt>
                <c:pt idx="11061">
                  <c:v>6.6985979882300774E+17</c:v>
                </c:pt>
                <c:pt idx="11062">
                  <c:v>6.6989537736364621E+17</c:v>
                </c:pt>
                <c:pt idx="11063">
                  <c:v>6.6989544808747162E+17</c:v>
                </c:pt>
                <c:pt idx="11064">
                  <c:v>6.7000513242579955E+17</c:v>
                </c:pt>
                <c:pt idx="11065">
                  <c:v>6.7000521214129626E+17</c:v>
                </c:pt>
                <c:pt idx="11066">
                  <c:v>6.7055687679650547E+17</c:v>
                </c:pt>
                <c:pt idx="11067">
                  <c:v>6.7075289802935334E+17</c:v>
                </c:pt>
                <c:pt idx="11068">
                  <c:v>6.7085068315129728E+17</c:v>
                </c:pt>
                <c:pt idx="11069">
                  <c:v>6.7088079467967206E+17</c:v>
                </c:pt>
                <c:pt idx="11070">
                  <c:v>6.7088560611960256E+17</c:v>
                </c:pt>
                <c:pt idx="11071">
                  <c:v>6.7120872829625933E+17</c:v>
                </c:pt>
                <c:pt idx="11072">
                  <c:v>6.7120897681097792E+17</c:v>
                </c:pt>
                <c:pt idx="11073">
                  <c:v>6.7130826452284339E+17</c:v>
                </c:pt>
                <c:pt idx="11074">
                  <c:v>6.7131489471049792E+17</c:v>
                </c:pt>
                <c:pt idx="11075">
                  <c:v>6.7133238490510502E+17</c:v>
                </c:pt>
                <c:pt idx="11076">
                  <c:v>6.713506783061248E+17</c:v>
                </c:pt>
                <c:pt idx="11077">
                  <c:v>6.7138967506100378E+17</c:v>
                </c:pt>
                <c:pt idx="11078">
                  <c:v>6.7139256909538842E+17</c:v>
                </c:pt>
                <c:pt idx="11079">
                  <c:v>6.7160491019429786E+17</c:v>
                </c:pt>
                <c:pt idx="11080">
                  <c:v>6.720187328545792E+17</c:v>
                </c:pt>
                <c:pt idx="11081">
                  <c:v>6.7214174159277722E+17</c:v>
                </c:pt>
                <c:pt idx="11082">
                  <c:v>6.722112700905193E+17</c:v>
                </c:pt>
                <c:pt idx="11083">
                  <c:v>6.7226946549326976E+17</c:v>
                </c:pt>
                <c:pt idx="11084">
                  <c:v>6.7269147223911693E+17</c:v>
                </c:pt>
                <c:pt idx="11085">
                  <c:v>6.7280943895579776E+17</c:v>
                </c:pt>
                <c:pt idx="11086">
                  <c:v>6.7306698555054566E+17</c:v>
                </c:pt>
                <c:pt idx="11087">
                  <c:v>6.7355464160948237E+17</c:v>
                </c:pt>
                <c:pt idx="11088">
                  <c:v>6.7382734931276224E+17</c:v>
                </c:pt>
                <c:pt idx="11089">
                  <c:v>6.7415441641443469E+17</c:v>
                </c:pt>
                <c:pt idx="11090">
                  <c:v>6.7420040346325786E+17</c:v>
                </c:pt>
                <c:pt idx="11091">
                  <c:v>6.7432255731030515E+17</c:v>
                </c:pt>
                <c:pt idx="11092">
                  <c:v>6.7434101246098086E+17</c:v>
                </c:pt>
                <c:pt idx="11093">
                  <c:v>6.7444585652108992E+17</c:v>
                </c:pt>
                <c:pt idx="11094">
                  <c:v>6.7482502181736E+17</c:v>
                </c:pt>
                <c:pt idx="11095">
                  <c:v>6.7532330929043571E+17</c:v>
                </c:pt>
                <c:pt idx="11096">
                  <c:v>6.7553289917126605E+17</c:v>
                </c:pt>
                <c:pt idx="11097">
                  <c:v>6.7560970636626637E+17</c:v>
                </c:pt>
                <c:pt idx="11098">
                  <c:v>6.7571457980934528E+17</c:v>
                </c:pt>
                <c:pt idx="11099">
                  <c:v>6.7574110917826714E+17</c:v>
                </c:pt>
                <c:pt idx="11100">
                  <c:v>6.7574792187256717E+17</c:v>
                </c:pt>
                <c:pt idx="11101">
                  <c:v>6.7580202774925158E+17</c:v>
                </c:pt>
                <c:pt idx="11102">
                  <c:v>6.7591861272564518E+17</c:v>
                </c:pt>
                <c:pt idx="11103">
                  <c:v>6.7594588923034406E+17</c:v>
                </c:pt>
                <c:pt idx="11104">
                  <c:v>6.7600631446062592E+17</c:v>
                </c:pt>
                <c:pt idx="11105">
                  <c:v>6.7619318905148122E+17</c:v>
                </c:pt>
                <c:pt idx="11106">
                  <c:v>6.7641283906161011E+17</c:v>
                </c:pt>
                <c:pt idx="11107">
                  <c:v>6.7647816418623923E+17</c:v>
                </c:pt>
                <c:pt idx="11108">
                  <c:v>6.7647915061878912E+17</c:v>
                </c:pt>
                <c:pt idx="11109">
                  <c:v>6.7655374782130739E+17</c:v>
                </c:pt>
                <c:pt idx="11110">
                  <c:v>6.7656887207682995E+17</c:v>
                </c:pt>
                <c:pt idx="11111">
                  <c:v>6.7656967498014336E+17</c:v>
                </c:pt>
                <c:pt idx="11112">
                  <c:v>6.771466743939488E+17</c:v>
                </c:pt>
                <c:pt idx="11113">
                  <c:v>6.7789389736072141E+17</c:v>
                </c:pt>
                <c:pt idx="11114">
                  <c:v>6.7789784152265101E+17</c:v>
                </c:pt>
                <c:pt idx="11115">
                  <c:v>6.779167538136407E+17</c:v>
                </c:pt>
                <c:pt idx="11116">
                  <c:v>6.7792586567663731E+17</c:v>
                </c:pt>
                <c:pt idx="11117">
                  <c:v>6.779722783664311E+17</c:v>
                </c:pt>
                <c:pt idx="11118">
                  <c:v>6.7797454178481331E+17</c:v>
                </c:pt>
                <c:pt idx="11119">
                  <c:v>6.7800836885250202E+17</c:v>
                </c:pt>
                <c:pt idx="11120">
                  <c:v>6.780329269569335E+17</c:v>
                </c:pt>
                <c:pt idx="11121">
                  <c:v>6.7861169204894426E+17</c:v>
                </c:pt>
                <c:pt idx="11122">
                  <c:v>6.7865694107163763E+17</c:v>
                </c:pt>
                <c:pt idx="11123">
                  <c:v>6.7867238765174144E+17</c:v>
                </c:pt>
                <c:pt idx="11124">
                  <c:v>6.7867717818137139E+17</c:v>
                </c:pt>
                <c:pt idx="11125">
                  <c:v>6.7871157672955571E+17</c:v>
                </c:pt>
                <c:pt idx="11126">
                  <c:v>6.7887366559716608E+17</c:v>
                </c:pt>
                <c:pt idx="11127">
                  <c:v>6.7930439429149094E+17</c:v>
                </c:pt>
                <c:pt idx="11128">
                  <c:v>6.7930725352841779E+17</c:v>
                </c:pt>
                <c:pt idx="11129">
                  <c:v>6.7940631537422618E+17</c:v>
                </c:pt>
                <c:pt idx="11130">
                  <c:v>6.7951746861794675E+17</c:v>
                </c:pt>
                <c:pt idx="11131">
                  <c:v>6.7954023400468685E+17</c:v>
                </c:pt>
                <c:pt idx="11132">
                  <c:v>6.7955758358847706E+17</c:v>
                </c:pt>
                <c:pt idx="11133">
                  <c:v>6.7989649432986598E+17</c:v>
                </c:pt>
                <c:pt idx="11134">
                  <c:v>6.7994580248671475E+17</c:v>
                </c:pt>
                <c:pt idx="11135">
                  <c:v>6.8001910315806042E+17</c:v>
                </c:pt>
                <c:pt idx="11136">
                  <c:v>6.8006712078695578E+17</c:v>
                </c:pt>
                <c:pt idx="11137">
                  <c:v>6.8008951606462438E+17</c:v>
                </c:pt>
                <c:pt idx="11138">
                  <c:v>6.8011346275798093E+17</c:v>
                </c:pt>
                <c:pt idx="11139">
                  <c:v>6.8026134186492339E+17</c:v>
                </c:pt>
                <c:pt idx="11140">
                  <c:v>6.8070396156821197E+17</c:v>
                </c:pt>
                <c:pt idx="11141">
                  <c:v>6.8098407490069888E+17</c:v>
                </c:pt>
                <c:pt idx="11142">
                  <c:v>6.8101547326466266E+17</c:v>
                </c:pt>
                <c:pt idx="11143">
                  <c:v>6.8104441985850509E+17</c:v>
                </c:pt>
                <c:pt idx="11144">
                  <c:v>6.8110867842577549E+17</c:v>
                </c:pt>
                <c:pt idx="11145">
                  <c:v>6.8138217828290637E+17</c:v>
                </c:pt>
                <c:pt idx="11146">
                  <c:v>6.8139833255987853E+17</c:v>
                </c:pt>
                <c:pt idx="11147">
                  <c:v>6.8141135315809344E+17</c:v>
                </c:pt>
                <c:pt idx="11148">
                  <c:v>6.814171255303593E+17</c:v>
                </c:pt>
                <c:pt idx="11149">
                  <c:v>6.8142852278364275E+17</c:v>
                </c:pt>
                <c:pt idx="11150">
                  <c:v>6.8143486597315174E+17</c:v>
                </c:pt>
                <c:pt idx="11151">
                  <c:v>6.8146444028110656E+17</c:v>
                </c:pt>
                <c:pt idx="11152">
                  <c:v>6.8148452824882061E+17</c:v>
                </c:pt>
                <c:pt idx="11153">
                  <c:v>6.8151743742656666E+17</c:v>
                </c:pt>
                <c:pt idx="11154">
                  <c:v>6.8153299602464973E+17</c:v>
                </c:pt>
                <c:pt idx="11155">
                  <c:v>6.8154587906549555E+17</c:v>
                </c:pt>
                <c:pt idx="11156">
                  <c:v>6.8154597021125773E+17</c:v>
                </c:pt>
                <c:pt idx="11157">
                  <c:v>6.8158446168383258E+17</c:v>
                </c:pt>
                <c:pt idx="11158">
                  <c:v>6.8163694544847859E+17</c:v>
                </c:pt>
                <c:pt idx="11159">
                  <c:v>6.8210069654732467E+17</c:v>
                </c:pt>
                <c:pt idx="11160">
                  <c:v>6.8234325541473779E+17</c:v>
                </c:pt>
                <c:pt idx="11161">
                  <c:v>6.8248312189269594E+17</c:v>
                </c:pt>
                <c:pt idx="11162">
                  <c:v>6.824947715554432E+17</c:v>
                </c:pt>
                <c:pt idx="11163">
                  <c:v>6.8249483255755776E+17</c:v>
                </c:pt>
                <c:pt idx="11164">
                  <c:v>6.8255841419677888E+17</c:v>
                </c:pt>
                <c:pt idx="11165">
                  <c:v>6.8294593366995955E+17</c:v>
                </c:pt>
                <c:pt idx="11166">
                  <c:v>6.8300480328014157E+17</c:v>
                </c:pt>
                <c:pt idx="11167">
                  <c:v>6.830080032483575E+17</c:v>
                </c:pt>
                <c:pt idx="11168">
                  <c:v>6.8308409809944243E+17</c:v>
                </c:pt>
                <c:pt idx="11169">
                  <c:v>6.8316324944288832E+17</c:v>
                </c:pt>
                <c:pt idx="11170">
                  <c:v>6.831751018644864E+17</c:v>
                </c:pt>
                <c:pt idx="11171">
                  <c:v>6.8318639997094259E+17</c:v>
                </c:pt>
                <c:pt idx="11172">
                  <c:v>6.8332418932754982E+17</c:v>
                </c:pt>
                <c:pt idx="11173">
                  <c:v>6.8352776707151462E+17</c:v>
                </c:pt>
                <c:pt idx="11174">
                  <c:v>6.8356030892796992E+17</c:v>
                </c:pt>
                <c:pt idx="11175">
                  <c:v>6.8367742364061901E+17</c:v>
                </c:pt>
                <c:pt idx="11176">
                  <c:v>6.837059701056896E+17</c:v>
                </c:pt>
                <c:pt idx="11177">
                  <c:v>6.8374344091565261E+17</c:v>
                </c:pt>
                <c:pt idx="11178">
                  <c:v>6.8375023745208166E+17</c:v>
                </c:pt>
                <c:pt idx="11179">
                  <c:v>6.8385454524767936E+17</c:v>
                </c:pt>
                <c:pt idx="11180">
                  <c:v>6.8405353720749824E+17</c:v>
                </c:pt>
                <c:pt idx="11181">
                  <c:v>6.8405361304103603E+17</c:v>
                </c:pt>
                <c:pt idx="11182">
                  <c:v>6.8429738190155379E+17</c:v>
                </c:pt>
                <c:pt idx="11183">
                  <c:v>6.8434146037259418E+17</c:v>
                </c:pt>
                <c:pt idx="11184">
                  <c:v>6.8446637161932979E+17</c:v>
                </c:pt>
                <c:pt idx="11185">
                  <c:v>6.8457738655743181E+17</c:v>
                </c:pt>
                <c:pt idx="11186">
                  <c:v>6.8458525487121306E+17</c:v>
                </c:pt>
                <c:pt idx="11187">
                  <c:v>6.8499813162921779E+17</c:v>
                </c:pt>
                <c:pt idx="11188">
                  <c:v>6.8503365440786176E+17</c:v>
                </c:pt>
                <c:pt idx="11189">
                  <c:v>6.8510784822140224E+17</c:v>
                </c:pt>
                <c:pt idx="11190">
                  <c:v>6.8512609386552653E+17</c:v>
                </c:pt>
                <c:pt idx="11191">
                  <c:v>6.8524191473729971E+17</c:v>
                </c:pt>
                <c:pt idx="11192">
                  <c:v>6.8532521844320013E+17</c:v>
                </c:pt>
                <c:pt idx="11193">
                  <c:v>6.8532925160528589E+17</c:v>
                </c:pt>
                <c:pt idx="11194">
                  <c:v>6.8535787372986342E+17</c:v>
                </c:pt>
                <c:pt idx="11195">
                  <c:v>6.8538423037016934E+17</c:v>
                </c:pt>
                <c:pt idx="11196">
                  <c:v>6.8540451383284813E+17</c:v>
                </c:pt>
                <c:pt idx="11197">
                  <c:v>6.8576969720232934E+17</c:v>
                </c:pt>
                <c:pt idx="11198">
                  <c:v>6.8583386851917082E+17</c:v>
                </c:pt>
                <c:pt idx="11199">
                  <c:v>6.8592740650608563E+17</c:v>
                </c:pt>
                <c:pt idx="11200">
                  <c:v>6.8618672898983565E+17</c:v>
                </c:pt>
                <c:pt idx="11201">
                  <c:v>6.8622121449469901E+17</c:v>
                </c:pt>
                <c:pt idx="11202">
                  <c:v>6.8647906660040346E+17</c:v>
                </c:pt>
                <c:pt idx="11203">
                  <c:v>6.864851096812672E+17</c:v>
                </c:pt>
                <c:pt idx="11204">
                  <c:v>6.8659590415489114E+17</c:v>
                </c:pt>
                <c:pt idx="11205">
                  <c:v>6.8664407678269696E+17</c:v>
                </c:pt>
                <c:pt idx="11206">
                  <c:v>6.8668535291805146E+17</c:v>
                </c:pt>
                <c:pt idx="11207">
                  <c:v>6.8670353050366784E+17</c:v>
                </c:pt>
                <c:pt idx="11208">
                  <c:v>6.8670357300620531E+17</c:v>
                </c:pt>
                <c:pt idx="11209">
                  <c:v>6.8670908085197056E+17</c:v>
                </c:pt>
                <c:pt idx="11210">
                  <c:v>6.8675872516716403E+17</c:v>
                </c:pt>
                <c:pt idx="11211">
                  <c:v>6.8688170661598234E+17</c:v>
                </c:pt>
                <c:pt idx="11212">
                  <c:v>6.8691192080316864E+17</c:v>
                </c:pt>
                <c:pt idx="11213">
                  <c:v>6.8693190987219149E+17</c:v>
                </c:pt>
                <c:pt idx="11214">
                  <c:v>6.8729329029316762E+17</c:v>
                </c:pt>
                <c:pt idx="11215">
                  <c:v>6.8732883992424E+17</c:v>
                </c:pt>
                <c:pt idx="11216">
                  <c:v>6.8732994471792294E+17</c:v>
                </c:pt>
                <c:pt idx="11217">
                  <c:v>6.8739561524241216E+17</c:v>
                </c:pt>
                <c:pt idx="11218">
                  <c:v>6.8751093203416E+17</c:v>
                </c:pt>
                <c:pt idx="11219">
                  <c:v>6.8754935794165734E+17</c:v>
                </c:pt>
                <c:pt idx="11220">
                  <c:v>6.8810410802145037E+17</c:v>
                </c:pt>
                <c:pt idx="11221">
                  <c:v>6.8832363320813389E+17</c:v>
                </c:pt>
                <c:pt idx="11222">
                  <c:v>6.8832396177775296E+17</c:v>
                </c:pt>
                <c:pt idx="11223">
                  <c:v>6.8859482135154317E+17</c:v>
                </c:pt>
                <c:pt idx="11224">
                  <c:v>6.8861821966635187E+17</c:v>
                </c:pt>
                <c:pt idx="11225">
                  <c:v>6.8866858634296589E+17</c:v>
                </c:pt>
                <c:pt idx="11226">
                  <c:v>6.8881364346560141E+17</c:v>
                </c:pt>
                <c:pt idx="11227">
                  <c:v>6.8892147216592474E+17</c:v>
                </c:pt>
                <c:pt idx="11228">
                  <c:v>6.8900544755523699E+17</c:v>
                </c:pt>
                <c:pt idx="11229">
                  <c:v>6.8901540513099674E+17</c:v>
                </c:pt>
                <c:pt idx="11230">
                  <c:v>6.8904682172300774E+17</c:v>
                </c:pt>
                <c:pt idx="11231">
                  <c:v>6.8935607410407667E+17</c:v>
                </c:pt>
                <c:pt idx="11232">
                  <c:v>6.894151051026144E+17</c:v>
                </c:pt>
                <c:pt idx="11233">
                  <c:v>6.8941827962496269E+17</c:v>
                </c:pt>
                <c:pt idx="11234">
                  <c:v>6.8945112377721715E+17</c:v>
                </c:pt>
                <c:pt idx="11235">
                  <c:v>6.8947748808878067E+17</c:v>
                </c:pt>
                <c:pt idx="11236">
                  <c:v>6.8953246311984026E+17</c:v>
                </c:pt>
                <c:pt idx="11237">
                  <c:v>6.8955591407631053E+17</c:v>
                </c:pt>
                <c:pt idx="11238">
                  <c:v>6.8955885504498944E+17</c:v>
                </c:pt>
                <c:pt idx="11239">
                  <c:v>6.8956213453372685E+17</c:v>
                </c:pt>
                <c:pt idx="11240">
                  <c:v>6.8971973819288947E+17</c:v>
                </c:pt>
                <c:pt idx="11241">
                  <c:v>6.9022948010029888E+17</c:v>
                </c:pt>
                <c:pt idx="11242">
                  <c:v>6.9028801037578496E+17</c:v>
                </c:pt>
                <c:pt idx="11243">
                  <c:v>6.9036655718355021E+17</c:v>
                </c:pt>
                <c:pt idx="11244">
                  <c:v>6.9040108369649408E+17</c:v>
                </c:pt>
                <c:pt idx="11245">
                  <c:v>6.9043495533880307E+17</c:v>
                </c:pt>
                <c:pt idx="11246">
                  <c:v>6.9096797199056563E+17</c:v>
                </c:pt>
                <c:pt idx="11247">
                  <c:v>6.9101818293678067E+17</c:v>
                </c:pt>
                <c:pt idx="11248">
                  <c:v>6.9115866674953498E+17</c:v>
                </c:pt>
                <c:pt idx="11249">
                  <c:v>6.9133173050251661E+17</c:v>
                </c:pt>
                <c:pt idx="11250">
                  <c:v>6.9167608672868134E+17</c:v>
                </c:pt>
                <c:pt idx="11251">
                  <c:v>6.9173042412690675E+17</c:v>
                </c:pt>
                <c:pt idx="11252">
                  <c:v>6.9225300282725478E+17</c:v>
                </c:pt>
                <c:pt idx="11253">
                  <c:v>6.9228362684879347E+17</c:v>
                </c:pt>
                <c:pt idx="11254">
                  <c:v>6.9229574733908659E+17</c:v>
                </c:pt>
                <c:pt idx="11255">
                  <c:v>6.9265447511531392E+17</c:v>
                </c:pt>
                <c:pt idx="11256">
                  <c:v>6.9316243288352934E+17</c:v>
                </c:pt>
                <c:pt idx="11257">
                  <c:v>6.9321863403039616E+17</c:v>
                </c:pt>
                <c:pt idx="11258">
                  <c:v>6.9329702111546522E+17</c:v>
                </c:pt>
                <c:pt idx="11259">
                  <c:v>6.9332809461569651E+17</c:v>
                </c:pt>
                <c:pt idx="11260">
                  <c:v>6.9366555944720678E+17</c:v>
                </c:pt>
                <c:pt idx="11261">
                  <c:v>6.9372902623980045E+17</c:v>
                </c:pt>
                <c:pt idx="11262">
                  <c:v>6.9399238114907251E+17</c:v>
                </c:pt>
                <c:pt idx="11263">
                  <c:v>6.9429893108710822E+17</c:v>
                </c:pt>
                <c:pt idx="11264">
                  <c:v>6.9442710335401818E+17</c:v>
                </c:pt>
                <c:pt idx="11265">
                  <c:v>6.9450197216839219E+17</c:v>
                </c:pt>
                <c:pt idx="11266">
                  <c:v>6.9453430614214771E+17</c:v>
                </c:pt>
                <c:pt idx="11267">
                  <c:v>6.9454174841548531E+17</c:v>
                </c:pt>
                <c:pt idx="11268">
                  <c:v>6.9459115622268672E+17</c:v>
                </c:pt>
                <c:pt idx="11269">
                  <c:v>6.9460520252190387E+17</c:v>
                </c:pt>
                <c:pt idx="11270">
                  <c:v>6.9463060414016448E+17</c:v>
                </c:pt>
                <c:pt idx="11271">
                  <c:v>6.946668669412128E+17</c:v>
                </c:pt>
                <c:pt idx="11272">
                  <c:v>6.9474000220758374E+17</c:v>
                </c:pt>
                <c:pt idx="11273">
                  <c:v>6.9527173549706893E+17</c:v>
                </c:pt>
                <c:pt idx="11274">
                  <c:v>6.9531618564211098E+17</c:v>
                </c:pt>
                <c:pt idx="11275">
                  <c:v>6.9536967058807347E+17</c:v>
                </c:pt>
                <c:pt idx="11276">
                  <c:v>6.9539489756616819E+17</c:v>
                </c:pt>
                <c:pt idx="11277">
                  <c:v>6.9542067120431846E+17</c:v>
                </c:pt>
                <c:pt idx="11278">
                  <c:v>6.9544876072611354E+17</c:v>
                </c:pt>
                <c:pt idx="11279">
                  <c:v>6.9555862448994291E+17</c:v>
                </c:pt>
                <c:pt idx="11280">
                  <c:v>6.9569702024760115E+17</c:v>
                </c:pt>
                <c:pt idx="11281">
                  <c:v>6.9585016646303296E+17</c:v>
                </c:pt>
                <c:pt idx="11282">
                  <c:v>6.9587363864738573E+17</c:v>
                </c:pt>
                <c:pt idx="11283">
                  <c:v>6.9587497812012416E+17</c:v>
                </c:pt>
                <c:pt idx="11284">
                  <c:v>6.9588467258420608E+17</c:v>
                </c:pt>
                <c:pt idx="11285">
                  <c:v>6.9591701234882739E+17</c:v>
                </c:pt>
                <c:pt idx="11286">
                  <c:v>6.9601977282086874E+17</c:v>
                </c:pt>
                <c:pt idx="11287">
                  <c:v>6.9605834096646976E+17</c:v>
                </c:pt>
                <c:pt idx="11288">
                  <c:v>6.960901399805216E+17</c:v>
                </c:pt>
                <c:pt idx="11289">
                  <c:v>6.9619522653060813E+17</c:v>
                </c:pt>
                <c:pt idx="11290">
                  <c:v>6.9664417019521766E+17</c:v>
                </c:pt>
                <c:pt idx="11291">
                  <c:v>6.9671796938253901E+17</c:v>
                </c:pt>
                <c:pt idx="11292">
                  <c:v>6.9672659302512166E+17</c:v>
                </c:pt>
                <c:pt idx="11293">
                  <c:v>6.9676886836019418E+17</c:v>
                </c:pt>
                <c:pt idx="11294">
                  <c:v>6.9681100121793856E+17</c:v>
                </c:pt>
                <c:pt idx="11295">
                  <c:v>6.9685208655901184E+17</c:v>
                </c:pt>
                <c:pt idx="11296">
                  <c:v>6.9690517872581389E+17</c:v>
                </c:pt>
                <c:pt idx="11297">
                  <c:v>6.9707599127387674E+17</c:v>
                </c:pt>
                <c:pt idx="11298">
                  <c:v>6.9743527099096499E+17</c:v>
                </c:pt>
                <c:pt idx="11299">
                  <c:v>6.9750760745340058E+17</c:v>
                </c:pt>
                <c:pt idx="11300">
                  <c:v>6.9765986764827661E+17</c:v>
                </c:pt>
                <c:pt idx="11301">
                  <c:v>6.9770351127425779E+17</c:v>
                </c:pt>
                <c:pt idx="11302">
                  <c:v>6.9801026494364838E+17</c:v>
                </c:pt>
                <c:pt idx="11303">
                  <c:v>6.9802641250289651E+17</c:v>
                </c:pt>
                <c:pt idx="11304">
                  <c:v>6.9803675888525427E+17</c:v>
                </c:pt>
                <c:pt idx="11305">
                  <c:v>6.9804068066373939E+17</c:v>
                </c:pt>
                <c:pt idx="11306">
                  <c:v>6.9804344155839962E+17</c:v>
                </c:pt>
                <c:pt idx="11307">
                  <c:v>6.9804799594949696E+17</c:v>
                </c:pt>
                <c:pt idx="11308">
                  <c:v>6.9804811164961818E+17</c:v>
                </c:pt>
                <c:pt idx="11309">
                  <c:v>6.9816834505549312E+17</c:v>
                </c:pt>
                <c:pt idx="11310">
                  <c:v>6.9824019896087296E+17</c:v>
                </c:pt>
                <c:pt idx="11311">
                  <c:v>6.984557440078391E+17</c:v>
                </c:pt>
                <c:pt idx="11312">
                  <c:v>6.9862740938514765E+17</c:v>
                </c:pt>
                <c:pt idx="11313">
                  <c:v>6.9881509733132506E+17</c:v>
                </c:pt>
                <c:pt idx="11314">
                  <c:v>6.9883413172535091E+17</c:v>
                </c:pt>
                <c:pt idx="11315">
                  <c:v>6.9884756069579686E+17</c:v>
                </c:pt>
                <c:pt idx="11316">
                  <c:v>6.9894366699227584E+17</c:v>
                </c:pt>
                <c:pt idx="11317">
                  <c:v>6.99008435660544E+17</c:v>
                </c:pt>
                <c:pt idx="11318">
                  <c:v>6.9913538500207232E+17</c:v>
                </c:pt>
                <c:pt idx="11319">
                  <c:v>6.995065665249321E+17</c:v>
                </c:pt>
                <c:pt idx="11320">
                  <c:v>6.9951081021916749E+17</c:v>
                </c:pt>
                <c:pt idx="11321">
                  <c:v>6.995152700123351E+17</c:v>
                </c:pt>
                <c:pt idx="11322">
                  <c:v>6.9952325719880115E+17</c:v>
                </c:pt>
                <c:pt idx="11323">
                  <c:v>6.99528861455008E+17</c:v>
                </c:pt>
                <c:pt idx="11324">
                  <c:v>6.9953861248409306E+17</c:v>
                </c:pt>
                <c:pt idx="11325">
                  <c:v>6.9956985840736026E+17</c:v>
                </c:pt>
                <c:pt idx="11326">
                  <c:v>6.9963960221242496E+17</c:v>
                </c:pt>
                <c:pt idx="11327">
                  <c:v>6.9965765988782477E+17</c:v>
                </c:pt>
                <c:pt idx="11328">
                  <c:v>6.9967078789390336E+17</c:v>
                </c:pt>
                <c:pt idx="11329">
                  <c:v>6.9968439891348851E+17</c:v>
                </c:pt>
                <c:pt idx="11330">
                  <c:v>6.9968910452132966E+17</c:v>
                </c:pt>
                <c:pt idx="11331">
                  <c:v>6.9975049867221581E+17</c:v>
                </c:pt>
                <c:pt idx="11332">
                  <c:v>6.9986736079892634E+17</c:v>
                </c:pt>
                <c:pt idx="11333">
                  <c:v>6.9997281740199936E+17</c:v>
                </c:pt>
                <c:pt idx="11334">
                  <c:v>7.003096892769815E+17</c:v>
                </c:pt>
                <c:pt idx="11335">
                  <c:v>7.0032772336331661E+17</c:v>
                </c:pt>
                <c:pt idx="11336">
                  <c:v>7.0037298615493274E+17</c:v>
                </c:pt>
                <c:pt idx="11337">
                  <c:v>7.0039104361069466E+17</c:v>
                </c:pt>
                <c:pt idx="11338">
                  <c:v>7.0095402842839283E+17</c:v>
                </c:pt>
                <c:pt idx="11339">
                  <c:v>7.0113295042618176E+17</c:v>
                </c:pt>
                <c:pt idx="11340">
                  <c:v>7.0118154363907635E+17</c:v>
                </c:pt>
                <c:pt idx="11341">
                  <c:v>7.0120737731158195E+17</c:v>
                </c:pt>
                <c:pt idx="11342">
                  <c:v>7.0123891145910989E+17</c:v>
                </c:pt>
                <c:pt idx="11343">
                  <c:v>7.0130032107473382E+17</c:v>
                </c:pt>
                <c:pt idx="11344">
                  <c:v>7.0164500227219891E+17</c:v>
                </c:pt>
                <c:pt idx="11345">
                  <c:v>7.0170941557715034E+17</c:v>
                </c:pt>
                <c:pt idx="11346">
                  <c:v>7.0180681889938957E+17</c:v>
                </c:pt>
                <c:pt idx="11347">
                  <c:v>7.0182155384393562E+17</c:v>
                </c:pt>
                <c:pt idx="11348">
                  <c:v>7.0182843618365773E+17</c:v>
                </c:pt>
                <c:pt idx="11349">
                  <c:v>7.0190515646305933E+17</c:v>
                </c:pt>
                <c:pt idx="11350">
                  <c:v>7.0235613880664704E+17</c:v>
                </c:pt>
                <c:pt idx="11351">
                  <c:v>7.0247118362933926E+17</c:v>
                </c:pt>
                <c:pt idx="11352">
                  <c:v>7.0258301359049267E+17</c:v>
                </c:pt>
                <c:pt idx="11353">
                  <c:v>7.0260778464391987E+17</c:v>
                </c:pt>
                <c:pt idx="11354">
                  <c:v>7.0270320573522982E+17</c:v>
                </c:pt>
                <c:pt idx="11355">
                  <c:v>7.0273682855223872E+17</c:v>
                </c:pt>
                <c:pt idx="11356">
                  <c:v>7.0325856792273882E+17</c:v>
                </c:pt>
                <c:pt idx="11357">
                  <c:v>7.032678121733673E+17</c:v>
                </c:pt>
                <c:pt idx="11358">
                  <c:v>7.0329785148026957E+17</c:v>
                </c:pt>
                <c:pt idx="11359">
                  <c:v>7.0330015075137446E+17</c:v>
                </c:pt>
                <c:pt idx="11360">
                  <c:v>7.033233363549033E+17</c:v>
                </c:pt>
                <c:pt idx="11361">
                  <c:v>7.0336270209201267E+17</c:v>
                </c:pt>
                <c:pt idx="11362">
                  <c:v>7.0344013532731558E+17</c:v>
                </c:pt>
                <c:pt idx="11363">
                  <c:v>7.0354415613323213E+17</c:v>
                </c:pt>
                <c:pt idx="11364">
                  <c:v>7.0358671942648038E+17</c:v>
                </c:pt>
                <c:pt idx="11365">
                  <c:v>7.0393749124422797E+17</c:v>
                </c:pt>
                <c:pt idx="11366">
                  <c:v>7.0398027275634496E+17</c:v>
                </c:pt>
                <c:pt idx="11367">
                  <c:v>7.0398621182891046E+17</c:v>
                </c:pt>
                <c:pt idx="11368">
                  <c:v>7.0407416545418035E+17</c:v>
                </c:pt>
                <c:pt idx="11369">
                  <c:v>7.0407730526965466E+17</c:v>
                </c:pt>
                <c:pt idx="11370">
                  <c:v>7.0410910179295053E+17</c:v>
                </c:pt>
                <c:pt idx="11371">
                  <c:v>7.0414340477715802E+17</c:v>
                </c:pt>
                <c:pt idx="11372">
                  <c:v>7.0415302025590208E+17</c:v>
                </c:pt>
                <c:pt idx="11373">
                  <c:v>7.0466204015697344E+17</c:v>
                </c:pt>
                <c:pt idx="11374">
                  <c:v>7.0471051173547853E+17</c:v>
                </c:pt>
                <c:pt idx="11375">
                  <c:v>7.0471618391650317E+17</c:v>
                </c:pt>
                <c:pt idx="11376">
                  <c:v>7.048697925236745E+17</c:v>
                </c:pt>
                <c:pt idx="11377">
                  <c:v>7.0505217840054451E+17</c:v>
                </c:pt>
                <c:pt idx="11378">
                  <c:v>7.0530886777004966E+17</c:v>
                </c:pt>
                <c:pt idx="11379">
                  <c:v>7.0530978132797363E+17</c:v>
                </c:pt>
                <c:pt idx="11380">
                  <c:v>7.0539894210345997E+17</c:v>
                </c:pt>
                <c:pt idx="11381">
                  <c:v>7.0549128160812403E+17</c:v>
                </c:pt>
                <c:pt idx="11382">
                  <c:v>7.0549419686037338E+17</c:v>
                </c:pt>
                <c:pt idx="11383">
                  <c:v>7.0551464540397363E+17</c:v>
                </c:pt>
                <c:pt idx="11384">
                  <c:v>7.055651619062336E+17</c:v>
                </c:pt>
                <c:pt idx="11385">
                  <c:v>7.0570311964501862E+17</c:v>
                </c:pt>
                <c:pt idx="11386">
                  <c:v>7.0611243246889267E+17</c:v>
                </c:pt>
                <c:pt idx="11387">
                  <c:v>7.0612884523810829E+17</c:v>
                </c:pt>
                <c:pt idx="11388">
                  <c:v>7.0626738887904256E+17</c:v>
                </c:pt>
                <c:pt idx="11389">
                  <c:v>7.0632278638523584E+17</c:v>
                </c:pt>
                <c:pt idx="11390">
                  <c:v>7.064924873427785E+17</c:v>
                </c:pt>
                <c:pt idx="11391">
                  <c:v>7.0683033083604096E+17</c:v>
                </c:pt>
                <c:pt idx="11392">
                  <c:v>7.0684688389894131E+17</c:v>
                </c:pt>
                <c:pt idx="11393">
                  <c:v>7.0688312438681946E+17</c:v>
                </c:pt>
                <c:pt idx="11394">
                  <c:v>7.0689687669217395E+17</c:v>
                </c:pt>
                <c:pt idx="11395">
                  <c:v>7.0691169189812531E+17</c:v>
                </c:pt>
                <c:pt idx="11396">
                  <c:v>7.0708331015200179E+17</c:v>
                </c:pt>
                <c:pt idx="11397">
                  <c:v>7.0708366757458112E+17</c:v>
                </c:pt>
                <c:pt idx="11398">
                  <c:v>7.0743953591030234E+17</c:v>
                </c:pt>
                <c:pt idx="11399">
                  <c:v>7.076744011563072E+17</c:v>
                </c:pt>
                <c:pt idx="11400">
                  <c:v>7.0767836745733709E+17</c:v>
                </c:pt>
                <c:pt idx="11401">
                  <c:v>7.0776295213449126E+17</c:v>
                </c:pt>
                <c:pt idx="11402">
                  <c:v>7.0781881314395136E+17</c:v>
                </c:pt>
                <c:pt idx="11403">
                  <c:v>7.0827565359910285E+17</c:v>
                </c:pt>
                <c:pt idx="11404">
                  <c:v>7.0836142536768141E+17</c:v>
                </c:pt>
                <c:pt idx="11405">
                  <c:v>7.0848532709308262E+17</c:v>
                </c:pt>
                <c:pt idx="11406">
                  <c:v>7.085016725473897E+17</c:v>
                </c:pt>
                <c:pt idx="11407">
                  <c:v>7.0867418976516403E+17</c:v>
                </c:pt>
                <c:pt idx="11408">
                  <c:v>7.088847588733111E+17</c:v>
                </c:pt>
                <c:pt idx="11409">
                  <c:v>7.0889014513713958E+17</c:v>
                </c:pt>
                <c:pt idx="11410">
                  <c:v>7.0890897458259418E+17</c:v>
                </c:pt>
                <c:pt idx="11411">
                  <c:v>7.0892836698632294E+17</c:v>
                </c:pt>
                <c:pt idx="11412">
                  <c:v>7.0897779266636992E+17</c:v>
                </c:pt>
                <c:pt idx="11413">
                  <c:v>7.0898134347451853E+17</c:v>
                </c:pt>
                <c:pt idx="11414">
                  <c:v>7.0899232538744038E+17</c:v>
                </c:pt>
                <c:pt idx="11415">
                  <c:v>7.0900583693480909E+17</c:v>
                </c:pt>
                <c:pt idx="11416">
                  <c:v>7.0904979217101581E+17</c:v>
                </c:pt>
                <c:pt idx="11417">
                  <c:v>7.0907500528151334E+17</c:v>
                </c:pt>
                <c:pt idx="11418">
                  <c:v>7.0909004832942413E+17</c:v>
                </c:pt>
                <c:pt idx="11419">
                  <c:v>7.0921244755642176E+17</c:v>
                </c:pt>
                <c:pt idx="11420">
                  <c:v>7.0925300711049216E+17</c:v>
                </c:pt>
                <c:pt idx="11421">
                  <c:v>7.0963961582862477E+17</c:v>
                </c:pt>
                <c:pt idx="11422">
                  <c:v>7.0965025348314074E+17</c:v>
                </c:pt>
                <c:pt idx="11423">
                  <c:v>7.0968197073886899E+17</c:v>
                </c:pt>
                <c:pt idx="11424">
                  <c:v>7.097407681644343E+17</c:v>
                </c:pt>
                <c:pt idx="11425">
                  <c:v>7.0979604340968166E+17</c:v>
                </c:pt>
                <c:pt idx="11426">
                  <c:v>7.0980403220084275E+17</c:v>
                </c:pt>
                <c:pt idx="11427">
                  <c:v>7.0982333350804173E+17</c:v>
                </c:pt>
                <c:pt idx="11428">
                  <c:v>7.0985423937387238E+17</c:v>
                </c:pt>
                <c:pt idx="11429">
                  <c:v>7.0986539304879987E+17</c:v>
                </c:pt>
                <c:pt idx="11430">
                  <c:v>7.0989009481326182E+17</c:v>
                </c:pt>
                <c:pt idx="11431">
                  <c:v>7.0993232497679821E+17</c:v>
                </c:pt>
                <c:pt idx="11432">
                  <c:v>7.0993373505160371E+17</c:v>
                </c:pt>
                <c:pt idx="11433">
                  <c:v>7.0996582844925274E+17</c:v>
                </c:pt>
                <c:pt idx="11434">
                  <c:v>7.0999624567779712E+17</c:v>
                </c:pt>
                <c:pt idx="11435">
                  <c:v>7.1000868493263424E+17</c:v>
                </c:pt>
                <c:pt idx="11436">
                  <c:v>7.1004246219225088E+17</c:v>
                </c:pt>
                <c:pt idx="11437">
                  <c:v>7.1006273486649203E+17</c:v>
                </c:pt>
                <c:pt idx="11438">
                  <c:v>7.1034338335743386E+17</c:v>
                </c:pt>
                <c:pt idx="11439">
                  <c:v>7.1035858717888282E+17</c:v>
                </c:pt>
                <c:pt idx="11440">
                  <c:v>7.1036269462911667E+17</c:v>
                </c:pt>
                <c:pt idx="11441">
                  <c:v>7.1037034575289792E+17</c:v>
                </c:pt>
                <c:pt idx="11442">
                  <c:v>7.1042493322170214E+17</c:v>
                </c:pt>
                <c:pt idx="11443">
                  <c:v>7.1043656100444838E+17</c:v>
                </c:pt>
                <c:pt idx="11444">
                  <c:v>7.1052701101467149E+17</c:v>
                </c:pt>
                <c:pt idx="11445">
                  <c:v>7.1055009926449843E+17</c:v>
                </c:pt>
                <c:pt idx="11446">
                  <c:v>7.1057899310163827E+17</c:v>
                </c:pt>
                <c:pt idx="11447">
                  <c:v>7.1058603693624614E+17</c:v>
                </c:pt>
                <c:pt idx="11448">
                  <c:v>7.1059796964076774E+17</c:v>
                </c:pt>
                <c:pt idx="11449">
                  <c:v>7.106357876191159E+17</c:v>
                </c:pt>
                <c:pt idx="11450">
                  <c:v>7.1067115028336115E+17</c:v>
                </c:pt>
                <c:pt idx="11451">
                  <c:v>7.1075531229615808E+17</c:v>
                </c:pt>
                <c:pt idx="11452">
                  <c:v>7.1111898620215565E+17</c:v>
                </c:pt>
                <c:pt idx="11453">
                  <c:v>7.1114114329742656E+17</c:v>
                </c:pt>
                <c:pt idx="11454">
                  <c:v>7.1114855197639411E+17</c:v>
                </c:pt>
                <c:pt idx="11455">
                  <c:v>7.1116973809015194E+17</c:v>
                </c:pt>
                <c:pt idx="11456">
                  <c:v>7.1119389541674368E+17</c:v>
                </c:pt>
                <c:pt idx="11457">
                  <c:v>7.112433621502455E+17</c:v>
                </c:pt>
                <c:pt idx="11458">
                  <c:v>7.1129379187654579E+17</c:v>
                </c:pt>
                <c:pt idx="11459">
                  <c:v>7.1178795293384704E+17</c:v>
                </c:pt>
                <c:pt idx="11460">
                  <c:v>7.1180102643945088E+17</c:v>
                </c:pt>
                <c:pt idx="11461">
                  <c:v>7.1184551363708698E+17</c:v>
                </c:pt>
                <c:pt idx="11462">
                  <c:v>7.1195771295024742E+17</c:v>
                </c:pt>
                <c:pt idx="11463">
                  <c:v>7.1216948548992678E+17</c:v>
                </c:pt>
                <c:pt idx="11464">
                  <c:v>7.1219156890128691E+17</c:v>
                </c:pt>
                <c:pt idx="11465">
                  <c:v>7.1220214825491034E+17</c:v>
                </c:pt>
                <c:pt idx="11466">
                  <c:v>7.1221204114270246E+17</c:v>
                </c:pt>
                <c:pt idx="11467">
                  <c:v>7.1221533498507968E+17</c:v>
                </c:pt>
                <c:pt idx="11468">
                  <c:v>7.1279084297169382E+17</c:v>
                </c:pt>
                <c:pt idx="11469">
                  <c:v>7.1291672149258573E+17</c:v>
                </c:pt>
                <c:pt idx="11470">
                  <c:v>7.1291698177587213E+17</c:v>
                </c:pt>
                <c:pt idx="11471">
                  <c:v>7.1318619913208704E+17</c:v>
                </c:pt>
                <c:pt idx="11472">
                  <c:v>7.1337189050931533E+17</c:v>
                </c:pt>
                <c:pt idx="11473">
                  <c:v>7.1337491914311795E+17</c:v>
                </c:pt>
                <c:pt idx="11474">
                  <c:v>7.1345882761409421E+17</c:v>
                </c:pt>
                <c:pt idx="11475">
                  <c:v>7.1382446431059392E+17</c:v>
                </c:pt>
                <c:pt idx="11476">
                  <c:v>7.1401098315108902E+17</c:v>
                </c:pt>
                <c:pt idx="11477">
                  <c:v>7.1403412932619008E+17</c:v>
                </c:pt>
                <c:pt idx="11478">
                  <c:v>7.1412345779245414E+17</c:v>
                </c:pt>
                <c:pt idx="11479">
                  <c:v>7.1414244742194842E+17</c:v>
                </c:pt>
                <c:pt idx="11480">
                  <c:v>7.1414824720390874E+17</c:v>
                </c:pt>
                <c:pt idx="11481">
                  <c:v>7.141542345812535E+17</c:v>
                </c:pt>
                <c:pt idx="11482">
                  <c:v>7.1417782588754803E+17</c:v>
                </c:pt>
                <c:pt idx="11483">
                  <c:v>7.141833019096695E+17</c:v>
                </c:pt>
                <c:pt idx="11484">
                  <c:v>7.1423660199999296E+17</c:v>
                </c:pt>
                <c:pt idx="11485">
                  <c:v>7.143739920193289E+17</c:v>
                </c:pt>
                <c:pt idx="11486">
                  <c:v>7.1466770587233766E+17</c:v>
                </c:pt>
                <c:pt idx="11487">
                  <c:v>7.14676626038048E+17</c:v>
                </c:pt>
                <c:pt idx="11488">
                  <c:v>7.1477233526316877E+17</c:v>
                </c:pt>
                <c:pt idx="11489">
                  <c:v>7.1481352291196877E+17</c:v>
                </c:pt>
                <c:pt idx="11490">
                  <c:v>7.1485596235143782E+17</c:v>
                </c:pt>
                <c:pt idx="11491">
                  <c:v>7.149144436390153E+17</c:v>
                </c:pt>
                <c:pt idx="11492">
                  <c:v>7.1503181495997146E+17</c:v>
                </c:pt>
                <c:pt idx="11493">
                  <c:v>7.1511681922958259E+17</c:v>
                </c:pt>
                <c:pt idx="11494">
                  <c:v>7.1541520590692979E+17</c:v>
                </c:pt>
                <c:pt idx="11495">
                  <c:v>7.1544307315486426E+17</c:v>
                </c:pt>
                <c:pt idx="11496">
                  <c:v>7.1554166937626611E+17</c:v>
                </c:pt>
                <c:pt idx="11497">
                  <c:v>7.1563622900187469E+17</c:v>
                </c:pt>
                <c:pt idx="11498">
                  <c:v>7.1572196745425139E+17</c:v>
                </c:pt>
                <c:pt idx="11499">
                  <c:v>7.1576814197722624E+17</c:v>
                </c:pt>
                <c:pt idx="11500">
                  <c:v>7.1579490943373402E+17</c:v>
                </c:pt>
                <c:pt idx="11501">
                  <c:v>7.1579736480910016E+17</c:v>
                </c:pt>
                <c:pt idx="11502">
                  <c:v>7.1585915667232358E+17</c:v>
                </c:pt>
                <c:pt idx="11503">
                  <c:v>7.1612651551994701E+17</c:v>
                </c:pt>
                <c:pt idx="11504">
                  <c:v>7.1619119810646848E+17</c:v>
                </c:pt>
                <c:pt idx="11505">
                  <c:v>7.1620861649585869E+17</c:v>
                </c:pt>
                <c:pt idx="11506">
                  <c:v>7.1632014847271501E+17</c:v>
                </c:pt>
                <c:pt idx="11507">
                  <c:v>7.1640075849186957E+17</c:v>
                </c:pt>
                <c:pt idx="11508">
                  <c:v>7.164945653398135E+17</c:v>
                </c:pt>
                <c:pt idx="11509">
                  <c:v>7.1668232395999552E+17</c:v>
                </c:pt>
                <c:pt idx="11510">
                  <c:v>7.1681443329044787E+17</c:v>
                </c:pt>
                <c:pt idx="11511">
                  <c:v>7.1686854688937395E+17</c:v>
                </c:pt>
                <c:pt idx="11512">
                  <c:v>7.1690887806417574E+17</c:v>
                </c:pt>
                <c:pt idx="11513">
                  <c:v>7.1690999258977216E+17</c:v>
                </c:pt>
                <c:pt idx="11514">
                  <c:v>7.1692801303842291E+17</c:v>
                </c:pt>
                <c:pt idx="11515">
                  <c:v>7.1694807529277965E+17</c:v>
                </c:pt>
                <c:pt idx="11516">
                  <c:v>7.1695091367143424E+17</c:v>
                </c:pt>
                <c:pt idx="11517">
                  <c:v>7.1700192465299123E+17</c:v>
                </c:pt>
                <c:pt idx="11518">
                  <c:v>7.1701089340480563E+17</c:v>
                </c:pt>
                <c:pt idx="11519">
                  <c:v>7.1703248938918528E+17</c:v>
                </c:pt>
                <c:pt idx="11520">
                  <c:v>7.1705516618111706E+17</c:v>
                </c:pt>
                <c:pt idx="11521">
                  <c:v>7.1706920495692045E+17</c:v>
                </c:pt>
                <c:pt idx="11522">
                  <c:v>7.1707770934901773E+17</c:v>
                </c:pt>
                <c:pt idx="11523">
                  <c:v>7.1710018915816397E+17</c:v>
                </c:pt>
                <c:pt idx="11524">
                  <c:v>7.1713982016440486E+17</c:v>
                </c:pt>
                <c:pt idx="11525">
                  <c:v>7.1726238341406118E+17</c:v>
                </c:pt>
                <c:pt idx="11526">
                  <c:v>7.1727798230955046E+17</c:v>
                </c:pt>
                <c:pt idx="11527">
                  <c:v>7.1762155628723443E+17</c:v>
                </c:pt>
                <c:pt idx="11528">
                  <c:v>7.1765510775882317E+17</c:v>
                </c:pt>
                <c:pt idx="11529">
                  <c:v>7.1772588620487872E+17</c:v>
                </c:pt>
                <c:pt idx="11530">
                  <c:v>7.1779604748738778E+17</c:v>
                </c:pt>
                <c:pt idx="11531">
                  <c:v>7.1800867789666099E+17</c:v>
                </c:pt>
                <c:pt idx="11532">
                  <c:v>7.1801833073421632E+17</c:v>
                </c:pt>
                <c:pt idx="11533">
                  <c:v>7.1841731247840269E+17</c:v>
                </c:pt>
                <c:pt idx="11534">
                  <c:v>7.184502226679936E+17</c:v>
                </c:pt>
                <c:pt idx="11535">
                  <c:v>7.1850679352977728E+17</c:v>
                </c:pt>
                <c:pt idx="11536">
                  <c:v>7.185421350971319E+17</c:v>
                </c:pt>
                <c:pt idx="11537">
                  <c:v>7.1855999354636045E+17</c:v>
                </c:pt>
                <c:pt idx="11538">
                  <c:v>7.1857178639822989E+17</c:v>
                </c:pt>
                <c:pt idx="11539">
                  <c:v>7.1866514109213568E+17</c:v>
                </c:pt>
                <c:pt idx="11540">
                  <c:v>7.1905733644238067E+17</c:v>
                </c:pt>
                <c:pt idx="11541">
                  <c:v>7.1909318362247488E+17</c:v>
                </c:pt>
                <c:pt idx="11542">
                  <c:v>7.1914591916195686E+17</c:v>
                </c:pt>
                <c:pt idx="11543">
                  <c:v>7.1917661422583782E+17</c:v>
                </c:pt>
                <c:pt idx="11544">
                  <c:v>7.1918228063328538E+17</c:v>
                </c:pt>
                <c:pt idx="11545">
                  <c:v>7.191999839443081E+17</c:v>
                </c:pt>
                <c:pt idx="11546">
                  <c:v>7.1920818033960064E+17</c:v>
                </c:pt>
                <c:pt idx="11547">
                  <c:v>7.1929883585716646E+17</c:v>
                </c:pt>
                <c:pt idx="11548">
                  <c:v>7.1935470068512256E+17</c:v>
                </c:pt>
                <c:pt idx="11549">
                  <c:v>7.1941143739592538E+17</c:v>
                </c:pt>
                <c:pt idx="11550">
                  <c:v>7.1942744507156634E+17</c:v>
                </c:pt>
                <c:pt idx="11551">
                  <c:v>7.1942937279761958E+17</c:v>
                </c:pt>
                <c:pt idx="11552">
                  <c:v>7.1949721715946086E+17</c:v>
                </c:pt>
                <c:pt idx="11553">
                  <c:v>7.1965204820430195E+17</c:v>
                </c:pt>
                <c:pt idx="11554">
                  <c:v>7.1978340692865715E+17</c:v>
                </c:pt>
                <c:pt idx="11555">
                  <c:v>7.1979373202811328E+17</c:v>
                </c:pt>
                <c:pt idx="11556">
                  <c:v>7.1980519727837632E+17</c:v>
                </c:pt>
                <c:pt idx="11557">
                  <c:v>7.1981683928155776E+17</c:v>
                </c:pt>
                <c:pt idx="11558">
                  <c:v>7.1985209820004352E+17</c:v>
                </c:pt>
                <c:pt idx="11559">
                  <c:v>7.1986045626039283E+17</c:v>
                </c:pt>
                <c:pt idx="11560">
                  <c:v>7.1988035418528294E+17</c:v>
                </c:pt>
                <c:pt idx="11561">
                  <c:v>7.1988819572857894E+17</c:v>
                </c:pt>
                <c:pt idx="11562">
                  <c:v>7.199027599560887E+17</c:v>
                </c:pt>
                <c:pt idx="11563">
                  <c:v>7.1991384745767898E+17</c:v>
                </c:pt>
                <c:pt idx="11564">
                  <c:v>7.1991790117375091E+17</c:v>
                </c:pt>
                <c:pt idx="11565">
                  <c:v>7.1993597184268058E+17</c:v>
                </c:pt>
                <c:pt idx="11566">
                  <c:v>7.2000643595229299E+17</c:v>
                </c:pt>
                <c:pt idx="11567">
                  <c:v>7.2004132643906739E+17</c:v>
                </c:pt>
                <c:pt idx="11568">
                  <c:v>7.2015345011899187E+17</c:v>
                </c:pt>
                <c:pt idx="11569">
                  <c:v>7.2017710685841869E+17</c:v>
                </c:pt>
                <c:pt idx="11570">
                  <c:v>7.2064513104875571E+17</c:v>
                </c:pt>
                <c:pt idx="11571">
                  <c:v>7.2066451897880461E+17</c:v>
                </c:pt>
                <c:pt idx="11572">
                  <c:v>7.2067330868297293E+17</c:v>
                </c:pt>
                <c:pt idx="11573">
                  <c:v>7.2068726032814195E+17</c:v>
                </c:pt>
                <c:pt idx="11574">
                  <c:v>7.2075448243088704E+17</c:v>
                </c:pt>
                <c:pt idx="11575">
                  <c:v>7.2078866934804288E+17</c:v>
                </c:pt>
                <c:pt idx="11576">
                  <c:v>7.2090014011695987E+17</c:v>
                </c:pt>
                <c:pt idx="11577">
                  <c:v>7.2092851033611776E+17</c:v>
                </c:pt>
                <c:pt idx="11578">
                  <c:v>7.2094928092338483E+17</c:v>
                </c:pt>
                <c:pt idx="11579">
                  <c:v>7.2095150928500966E+17</c:v>
                </c:pt>
                <c:pt idx="11580">
                  <c:v>7.2125017492507226E+17</c:v>
                </c:pt>
                <c:pt idx="11581">
                  <c:v>7.212855423190391E+17</c:v>
                </c:pt>
                <c:pt idx="11582">
                  <c:v>7.2135263083472512E+17</c:v>
                </c:pt>
                <c:pt idx="11583">
                  <c:v>7.2142970552260275E+17</c:v>
                </c:pt>
                <c:pt idx="11584">
                  <c:v>7.2144901766691738E+17</c:v>
                </c:pt>
                <c:pt idx="11585">
                  <c:v>7.2158183149435994E+17</c:v>
                </c:pt>
                <c:pt idx="11586">
                  <c:v>7.217433356755319E+17</c:v>
                </c:pt>
                <c:pt idx="11587">
                  <c:v>7.2181378731470106E+17</c:v>
                </c:pt>
                <c:pt idx="11588">
                  <c:v>7.2202247625617293E+17</c:v>
                </c:pt>
                <c:pt idx="11589">
                  <c:v>7.2203338554892928E+17</c:v>
                </c:pt>
                <c:pt idx="11590">
                  <c:v>7.2203972797719731E+17</c:v>
                </c:pt>
                <c:pt idx="11591">
                  <c:v>7.2204447900643738E+17</c:v>
                </c:pt>
                <c:pt idx="11592">
                  <c:v>7.2206373672276032E+17</c:v>
                </c:pt>
                <c:pt idx="11593">
                  <c:v>7.2206686314131686E+17</c:v>
                </c:pt>
                <c:pt idx="11594">
                  <c:v>7.2209449624906496E+17</c:v>
                </c:pt>
                <c:pt idx="11595">
                  <c:v>7.2209806446810432E+17</c:v>
                </c:pt>
                <c:pt idx="11596">
                  <c:v>7.2210940740760422E+17</c:v>
                </c:pt>
                <c:pt idx="11597">
                  <c:v>7.2213848527799066E+17</c:v>
                </c:pt>
                <c:pt idx="11598">
                  <c:v>7.2218798613639462E+17</c:v>
                </c:pt>
                <c:pt idx="11599">
                  <c:v>7.2224518256242906E+17</c:v>
                </c:pt>
                <c:pt idx="11600">
                  <c:v>7.224107933265879E+17</c:v>
                </c:pt>
                <c:pt idx="11601">
                  <c:v>7.2266394069200781E+17</c:v>
                </c:pt>
                <c:pt idx="11602">
                  <c:v>7.2269161859632986E+17</c:v>
                </c:pt>
                <c:pt idx="11603">
                  <c:v>7.2287761058646797E+17</c:v>
                </c:pt>
                <c:pt idx="11604">
                  <c:v>7.2288186541425523E+17</c:v>
                </c:pt>
                <c:pt idx="11605">
                  <c:v>7.2288325480248934E+17</c:v>
                </c:pt>
                <c:pt idx="11606">
                  <c:v>7.229099649041568E+17</c:v>
                </c:pt>
                <c:pt idx="11607">
                  <c:v>7.2291061581629939E+17</c:v>
                </c:pt>
                <c:pt idx="11608">
                  <c:v>7.2295958917275277E+17</c:v>
                </c:pt>
                <c:pt idx="11609">
                  <c:v>7.2341213376745024E+17</c:v>
                </c:pt>
                <c:pt idx="11610">
                  <c:v>7.2357285136478413E+17</c:v>
                </c:pt>
                <c:pt idx="11611">
                  <c:v>7.2360278127334694E+17</c:v>
                </c:pt>
                <c:pt idx="11612">
                  <c:v>7.2364213446686042E+17</c:v>
                </c:pt>
                <c:pt idx="11613">
                  <c:v>7.2364348629927014E+17</c:v>
                </c:pt>
                <c:pt idx="11614">
                  <c:v>7.2370958230875866E+17</c:v>
                </c:pt>
                <c:pt idx="11615">
                  <c:v>7.2372355159409485E+17</c:v>
                </c:pt>
                <c:pt idx="11616">
                  <c:v>7.2379817804318298E+17</c:v>
                </c:pt>
                <c:pt idx="11617">
                  <c:v>7.2419132029535974E+17</c:v>
                </c:pt>
                <c:pt idx="11618">
                  <c:v>7.2424076864294874E+17</c:v>
                </c:pt>
                <c:pt idx="11619">
                  <c:v>7.2432759723415475E+17</c:v>
                </c:pt>
                <c:pt idx="11620">
                  <c:v>7.2433824366306189E+17</c:v>
                </c:pt>
                <c:pt idx="11621">
                  <c:v>7.2437315654428186E+17</c:v>
                </c:pt>
                <c:pt idx="11622">
                  <c:v>7.2446555386195059E+17</c:v>
                </c:pt>
                <c:pt idx="11623">
                  <c:v>7.2447767288452288E+17</c:v>
                </c:pt>
                <c:pt idx="11624">
                  <c:v>7.2449197268166003E+17</c:v>
                </c:pt>
                <c:pt idx="11625">
                  <c:v>7.2449727465495424E+17</c:v>
                </c:pt>
                <c:pt idx="11626">
                  <c:v>7.2454182313229734E+17</c:v>
                </c:pt>
                <c:pt idx="11627">
                  <c:v>7.2487229482379187E+17</c:v>
                </c:pt>
                <c:pt idx="11628">
                  <c:v>7.2489572014709773E+17</c:v>
                </c:pt>
                <c:pt idx="11629">
                  <c:v>7.2490111576152141E+17</c:v>
                </c:pt>
                <c:pt idx="11630">
                  <c:v>7.2490983465237747E+17</c:v>
                </c:pt>
                <c:pt idx="11631">
                  <c:v>7.249552057606135E+17</c:v>
                </c:pt>
                <c:pt idx="11632">
                  <c:v>7.2512728067439027E+17</c:v>
                </c:pt>
                <c:pt idx="11633">
                  <c:v>7.2518821090513331E+17</c:v>
                </c:pt>
                <c:pt idx="11634">
                  <c:v>7.2522805286660314E+17</c:v>
                </c:pt>
                <c:pt idx="11635">
                  <c:v>7.2561812152411571E+17</c:v>
                </c:pt>
                <c:pt idx="11636">
                  <c:v>7.2568867548422861E+17</c:v>
                </c:pt>
                <c:pt idx="11637">
                  <c:v>7.257209125683223E+17</c:v>
                </c:pt>
                <c:pt idx="11638">
                  <c:v>7.2575272338597875E+17</c:v>
                </c:pt>
                <c:pt idx="11639">
                  <c:v>7.2576833642411802E+17</c:v>
                </c:pt>
                <c:pt idx="11640">
                  <c:v>7.2577228996430067E+17</c:v>
                </c:pt>
                <c:pt idx="11641">
                  <c:v>7.2578590241554099E+17</c:v>
                </c:pt>
                <c:pt idx="11642">
                  <c:v>7.257931101784E+17</c:v>
                </c:pt>
                <c:pt idx="11643">
                  <c:v>7.258796257049513E+17</c:v>
                </c:pt>
                <c:pt idx="11644">
                  <c:v>7.2624496326826214E+17</c:v>
                </c:pt>
                <c:pt idx="11645">
                  <c:v>7.2624541962812237E+17</c:v>
                </c:pt>
                <c:pt idx="11646">
                  <c:v>7.264827351999849E+17</c:v>
                </c:pt>
                <c:pt idx="11647">
                  <c:v>7.2649881103458138E+17</c:v>
                </c:pt>
                <c:pt idx="11648">
                  <c:v>7.2651257726159501E+17</c:v>
                </c:pt>
                <c:pt idx="11649">
                  <c:v>7.2653259318784486E+17</c:v>
                </c:pt>
                <c:pt idx="11650">
                  <c:v>7.2655586565919462E+17</c:v>
                </c:pt>
                <c:pt idx="11651">
                  <c:v>7.2656226653134771E+17</c:v>
                </c:pt>
                <c:pt idx="11652">
                  <c:v>7.267537789269097E+17</c:v>
                </c:pt>
                <c:pt idx="11653">
                  <c:v>7.2676166481650995E+17</c:v>
                </c:pt>
                <c:pt idx="11654">
                  <c:v>7.2699052173899264E+17</c:v>
                </c:pt>
                <c:pt idx="11655">
                  <c:v>7.2707603254593562E+17</c:v>
                </c:pt>
                <c:pt idx="11656">
                  <c:v>7.2711346062277837E+17</c:v>
                </c:pt>
                <c:pt idx="11657">
                  <c:v>7.2713548966841126E+17</c:v>
                </c:pt>
                <c:pt idx="11658">
                  <c:v>7.2714496715115725E+17</c:v>
                </c:pt>
                <c:pt idx="11659">
                  <c:v>7.2717919803187315E+17</c:v>
                </c:pt>
                <c:pt idx="11660">
                  <c:v>7.273821045262656E+17</c:v>
                </c:pt>
                <c:pt idx="11661">
                  <c:v>7.2739885401947891E+17</c:v>
                </c:pt>
                <c:pt idx="11662">
                  <c:v>7.274244497449577E+17</c:v>
                </c:pt>
                <c:pt idx="11663">
                  <c:v>7.2766059886465382E+17</c:v>
                </c:pt>
                <c:pt idx="11664">
                  <c:v>7.2780691533899034E+17</c:v>
                </c:pt>
                <c:pt idx="11665">
                  <c:v>7.2815886844330381E+17</c:v>
                </c:pt>
                <c:pt idx="11666">
                  <c:v>7.2815926048097498E+17</c:v>
                </c:pt>
                <c:pt idx="11667">
                  <c:v>7.2815958792357632E+17</c:v>
                </c:pt>
                <c:pt idx="11668">
                  <c:v>7.2851585855112064E+17</c:v>
                </c:pt>
                <c:pt idx="11669">
                  <c:v>7.2854102069480474E+17</c:v>
                </c:pt>
                <c:pt idx="11670">
                  <c:v>7.285903449938665E+17</c:v>
                </c:pt>
                <c:pt idx="11671">
                  <c:v>7.2859892367405952E+17</c:v>
                </c:pt>
                <c:pt idx="11672">
                  <c:v>7.2876261170791565E+17</c:v>
                </c:pt>
                <c:pt idx="11673">
                  <c:v>7.2880449721703437E+17</c:v>
                </c:pt>
                <c:pt idx="11674">
                  <c:v>7.2892047791135501E+17</c:v>
                </c:pt>
                <c:pt idx="11675">
                  <c:v>7.2918387788473075E+17</c:v>
                </c:pt>
                <c:pt idx="11676">
                  <c:v>7.2921158764363674E+17</c:v>
                </c:pt>
                <c:pt idx="11677">
                  <c:v>7.2922278612626982E+17</c:v>
                </c:pt>
                <c:pt idx="11678">
                  <c:v>7.2929033727328909E+17</c:v>
                </c:pt>
                <c:pt idx="11679">
                  <c:v>7.2935029293673421E+17</c:v>
                </c:pt>
                <c:pt idx="11680">
                  <c:v>7.2936491913192435E+17</c:v>
                </c:pt>
                <c:pt idx="11681">
                  <c:v>7.2936899590386266E+17</c:v>
                </c:pt>
                <c:pt idx="11682">
                  <c:v>7.2962096338347085E+17</c:v>
                </c:pt>
                <c:pt idx="11683">
                  <c:v>7.2962112221476352E+17</c:v>
                </c:pt>
                <c:pt idx="11684">
                  <c:v>7.2962614993626931E+17</c:v>
                </c:pt>
                <c:pt idx="11685">
                  <c:v>7.2964381097579226E+17</c:v>
                </c:pt>
                <c:pt idx="11686">
                  <c:v>7.2985526813931866E+17</c:v>
                </c:pt>
                <c:pt idx="11687">
                  <c:v>7.2991918966920192E+17</c:v>
                </c:pt>
                <c:pt idx="11688">
                  <c:v>7.300227962555319E+17</c:v>
                </c:pt>
                <c:pt idx="11689">
                  <c:v>7.3009761978574106E+17</c:v>
                </c:pt>
                <c:pt idx="11690">
                  <c:v>7.3020638856108275E+17</c:v>
                </c:pt>
                <c:pt idx="11691">
                  <c:v>7.3020735189657664E+17</c:v>
                </c:pt>
                <c:pt idx="11692">
                  <c:v>7.3021156076667149E+17</c:v>
                </c:pt>
                <c:pt idx="11693">
                  <c:v>7.3021174060288358E+17</c:v>
                </c:pt>
                <c:pt idx="11694">
                  <c:v>7.3028819398649344E+17</c:v>
                </c:pt>
                <c:pt idx="11695">
                  <c:v>7.3034156462939981E+17</c:v>
                </c:pt>
                <c:pt idx="11696">
                  <c:v>7.3035176360536794E+17</c:v>
                </c:pt>
                <c:pt idx="11697">
                  <c:v>7.304034854679945E+17</c:v>
                </c:pt>
                <c:pt idx="11698">
                  <c:v>7.3041911384853747E+17</c:v>
                </c:pt>
                <c:pt idx="11699">
                  <c:v>7.3071859618049216E+17</c:v>
                </c:pt>
                <c:pt idx="11700">
                  <c:v>7.3078507336105626E+17</c:v>
                </c:pt>
                <c:pt idx="11701">
                  <c:v>7.3078574239700454E+17</c:v>
                </c:pt>
                <c:pt idx="11702">
                  <c:v>7.3088776178214182E+17</c:v>
                </c:pt>
                <c:pt idx="11703">
                  <c:v>7.3092793927995712E+17</c:v>
                </c:pt>
                <c:pt idx="11704">
                  <c:v>7.3093285389952256E+17</c:v>
                </c:pt>
                <c:pt idx="11705">
                  <c:v>7.3094072352662413E+17</c:v>
                </c:pt>
                <c:pt idx="11706">
                  <c:v>7.3105990398455245E+17</c:v>
                </c:pt>
                <c:pt idx="11707">
                  <c:v>7.3139083608361741E+17</c:v>
                </c:pt>
                <c:pt idx="11708">
                  <c:v>7.3152861176799078E+17</c:v>
                </c:pt>
                <c:pt idx="11709">
                  <c:v>7.3156677092875981E+17</c:v>
                </c:pt>
                <c:pt idx="11710">
                  <c:v>7.3157002313949299E+17</c:v>
                </c:pt>
                <c:pt idx="11711">
                  <c:v>7.3157543482612173E+17</c:v>
                </c:pt>
                <c:pt idx="11712">
                  <c:v>7.3161002582290982E+17</c:v>
                </c:pt>
                <c:pt idx="11713">
                  <c:v>7.316132062564713E+17</c:v>
                </c:pt>
                <c:pt idx="11714">
                  <c:v>7.3174267108019674E+17</c:v>
                </c:pt>
                <c:pt idx="11715">
                  <c:v>7.321422328665673E+17</c:v>
                </c:pt>
                <c:pt idx="11716">
                  <c:v>7.3214397657104179E+17</c:v>
                </c:pt>
                <c:pt idx="11717">
                  <c:v>7.3216098612465075E+17</c:v>
                </c:pt>
                <c:pt idx="11718">
                  <c:v>7.3217122403915891E+17</c:v>
                </c:pt>
                <c:pt idx="11719">
                  <c:v>7.3230833303813722E+17</c:v>
                </c:pt>
                <c:pt idx="11720">
                  <c:v>7.3235417543057613E+17</c:v>
                </c:pt>
                <c:pt idx="11721">
                  <c:v>7.323545069953257E+17</c:v>
                </c:pt>
                <c:pt idx="11722">
                  <c:v>7.3236792836256704E+17</c:v>
                </c:pt>
                <c:pt idx="11723">
                  <c:v>7.3239325920844826E+17</c:v>
                </c:pt>
                <c:pt idx="11724">
                  <c:v>7.3253726746574362E+17</c:v>
                </c:pt>
                <c:pt idx="11725">
                  <c:v>7.3259239141094208E+17</c:v>
                </c:pt>
                <c:pt idx="11726">
                  <c:v>7.3297240180814784E+17</c:v>
                </c:pt>
                <c:pt idx="11727">
                  <c:v>7.3299403976613184E+17</c:v>
                </c:pt>
                <c:pt idx="11728">
                  <c:v>7.3321647916030387E+17</c:v>
                </c:pt>
                <c:pt idx="11729">
                  <c:v>7.3325154797065498E+17</c:v>
                </c:pt>
                <c:pt idx="11730">
                  <c:v>7.3333156278383782E+17</c:v>
                </c:pt>
                <c:pt idx="11731">
                  <c:v>7.3352051777690803E+17</c:v>
                </c:pt>
                <c:pt idx="11732">
                  <c:v>7.3368030368647053E+17</c:v>
                </c:pt>
                <c:pt idx="11733">
                  <c:v>7.339410422570505E+17</c:v>
                </c:pt>
                <c:pt idx="11734">
                  <c:v>7.3394923725126272E+17</c:v>
                </c:pt>
                <c:pt idx="11735">
                  <c:v>7.3395652121891469E+17</c:v>
                </c:pt>
                <c:pt idx="11736">
                  <c:v>7.3396024914311872E+17</c:v>
                </c:pt>
                <c:pt idx="11737">
                  <c:v>7.3396027140146061E+17</c:v>
                </c:pt>
                <c:pt idx="11738">
                  <c:v>7.3397234314595187E+17</c:v>
                </c:pt>
                <c:pt idx="11739">
                  <c:v>7.3418381693700122E+17</c:v>
                </c:pt>
                <c:pt idx="11740">
                  <c:v>7.3431234636408013E+17</c:v>
                </c:pt>
                <c:pt idx="11741">
                  <c:v>7.3439170931704205E+17</c:v>
                </c:pt>
                <c:pt idx="11742">
                  <c:v>7.3449774581540058E+17</c:v>
                </c:pt>
                <c:pt idx="11743">
                  <c:v>7.3456609425357453E+17</c:v>
                </c:pt>
                <c:pt idx="11744">
                  <c:v>7.3462109359627059E+17</c:v>
                </c:pt>
                <c:pt idx="11745">
                  <c:v>7.347052110511488E+17</c:v>
                </c:pt>
                <c:pt idx="11746">
                  <c:v>7.349871190940384E+17</c:v>
                </c:pt>
                <c:pt idx="11747">
                  <c:v>7.3499906961903846E+17</c:v>
                </c:pt>
                <c:pt idx="11748">
                  <c:v>7.3507830008241203E+17</c:v>
                </c:pt>
                <c:pt idx="11749">
                  <c:v>7.3512118292247066E+17</c:v>
                </c:pt>
                <c:pt idx="11750">
                  <c:v>7.3514706186026394E+17</c:v>
                </c:pt>
                <c:pt idx="11751">
                  <c:v>7.3520467011579328E+17</c:v>
                </c:pt>
                <c:pt idx="11752">
                  <c:v>7.3523609794353523E+17</c:v>
                </c:pt>
                <c:pt idx="11753">
                  <c:v>7.3534770118732966E+17</c:v>
                </c:pt>
                <c:pt idx="11754">
                  <c:v>7.3542339062161216E+17</c:v>
                </c:pt>
                <c:pt idx="11755">
                  <c:v>7.354859433776E+17</c:v>
                </c:pt>
                <c:pt idx="11756">
                  <c:v>7.3574793119043072E+17</c:v>
                </c:pt>
                <c:pt idx="11757">
                  <c:v>7.3583242954331174E+17</c:v>
                </c:pt>
                <c:pt idx="11758">
                  <c:v>7.358546633921353E+17</c:v>
                </c:pt>
                <c:pt idx="11759">
                  <c:v>7.3594552398267763E+17</c:v>
                </c:pt>
                <c:pt idx="11760">
                  <c:v>7.359527883292105E+17</c:v>
                </c:pt>
                <c:pt idx="11761">
                  <c:v>7.3597952388797555E+17</c:v>
                </c:pt>
                <c:pt idx="11762">
                  <c:v>7.3603090892620224E+17</c:v>
                </c:pt>
                <c:pt idx="11763">
                  <c:v>7.3646704421872141E+17</c:v>
                </c:pt>
                <c:pt idx="11764">
                  <c:v>7.3661751229758758E+17</c:v>
                </c:pt>
                <c:pt idx="11765">
                  <c:v>7.3661863605063936E+17</c:v>
                </c:pt>
                <c:pt idx="11766">
                  <c:v>7.3664411320290304E+17</c:v>
                </c:pt>
                <c:pt idx="11767">
                  <c:v>7.3670357084765158E+17</c:v>
                </c:pt>
                <c:pt idx="11768">
                  <c:v>7.3686159366987264E+17</c:v>
                </c:pt>
                <c:pt idx="11769">
                  <c:v>7.3706629201979443E+17</c:v>
                </c:pt>
                <c:pt idx="11770">
                  <c:v>7.3713868572616883E+17</c:v>
                </c:pt>
                <c:pt idx="11771">
                  <c:v>7.3714377985141645E+17</c:v>
                </c:pt>
                <c:pt idx="11772">
                  <c:v>7.3726768947987328E+17</c:v>
                </c:pt>
                <c:pt idx="11773">
                  <c:v>7.372865344247072E+17</c:v>
                </c:pt>
                <c:pt idx="11774">
                  <c:v>7.3729895545375936E+17</c:v>
                </c:pt>
                <c:pt idx="11775">
                  <c:v>7.3730317476645427E+17</c:v>
                </c:pt>
                <c:pt idx="11776">
                  <c:v>7.3730424118721971E+17</c:v>
                </c:pt>
                <c:pt idx="11777">
                  <c:v>7.3731585887717568E+17</c:v>
                </c:pt>
                <c:pt idx="11778">
                  <c:v>7.3732177643523866E+17</c:v>
                </c:pt>
                <c:pt idx="11779">
                  <c:v>7.3732674798318579E+17</c:v>
                </c:pt>
                <c:pt idx="11780">
                  <c:v>7.3733283210420557E+17</c:v>
                </c:pt>
                <c:pt idx="11781">
                  <c:v>7.3741302242141389E+17</c:v>
                </c:pt>
                <c:pt idx="11782">
                  <c:v>7.3743078518899277E+17</c:v>
                </c:pt>
                <c:pt idx="11783">
                  <c:v>7.374320356126889E+17</c:v>
                </c:pt>
                <c:pt idx="11784">
                  <c:v>7.3743406588695808E+17</c:v>
                </c:pt>
                <c:pt idx="11785">
                  <c:v>7.374356539045504E+17</c:v>
                </c:pt>
                <c:pt idx="11786">
                  <c:v>7.3743630415159526E+17</c:v>
                </c:pt>
                <c:pt idx="11787">
                  <c:v>7.3743707102309094E+17</c:v>
                </c:pt>
                <c:pt idx="11788">
                  <c:v>7.3743828355881728E+17</c:v>
                </c:pt>
                <c:pt idx="11789">
                  <c:v>7.3765565443572698E+17</c:v>
                </c:pt>
                <c:pt idx="11790">
                  <c:v>7.3767387740468851E+17</c:v>
                </c:pt>
                <c:pt idx="11791">
                  <c:v>7.3796168539866483E+17</c:v>
                </c:pt>
                <c:pt idx="11792">
                  <c:v>7.3797907452157299E+17</c:v>
                </c:pt>
                <c:pt idx="11793">
                  <c:v>7.3801761107964582E+17</c:v>
                </c:pt>
                <c:pt idx="11794">
                  <c:v>7.3802769178970483E+17</c:v>
                </c:pt>
                <c:pt idx="11795">
                  <c:v>7.3803754375730458E+17</c:v>
                </c:pt>
                <c:pt idx="11796">
                  <c:v>7.3809607968101158E+17</c:v>
                </c:pt>
                <c:pt idx="11797">
                  <c:v>7.3832457592962419E+17</c:v>
                </c:pt>
                <c:pt idx="11798">
                  <c:v>7.3874239977413709E+17</c:v>
                </c:pt>
                <c:pt idx="11799">
                  <c:v>7.3878943166959322E+17</c:v>
                </c:pt>
                <c:pt idx="11800">
                  <c:v>7.3888434970104691E+17</c:v>
                </c:pt>
                <c:pt idx="11801">
                  <c:v>7.3890101633117811E+17</c:v>
                </c:pt>
                <c:pt idx="11802">
                  <c:v>7.3899937903779571E+17</c:v>
                </c:pt>
                <c:pt idx="11803">
                  <c:v>7.3936898525951078E+17</c:v>
                </c:pt>
                <c:pt idx="11804">
                  <c:v>7.3944915902599872E+17</c:v>
                </c:pt>
                <c:pt idx="11805">
                  <c:v>7.3949602798345472E+17</c:v>
                </c:pt>
                <c:pt idx="11806">
                  <c:v>7.3951467086463578E+17</c:v>
                </c:pt>
                <c:pt idx="11807">
                  <c:v>7.3955273578165914E+17</c:v>
                </c:pt>
                <c:pt idx="11808">
                  <c:v>7.3960242383571994E+17</c:v>
                </c:pt>
                <c:pt idx="11809">
                  <c:v>7.3961616161916006E+17</c:v>
                </c:pt>
                <c:pt idx="11810">
                  <c:v>7.3966811289052864E+17</c:v>
                </c:pt>
                <c:pt idx="11811">
                  <c:v>7.3968902752690714E+17</c:v>
                </c:pt>
                <c:pt idx="11812">
                  <c:v>7.3972371305986624E+17</c:v>
                </c:pt>
                <c:pt idx="11813">
                  <c:v>7.3973019480142349E+17</c:v>
                </c:pt>
                <c:pt idx="11814">
                  <c:v>7.402847231381271E+17</c:v>
                </c:pt>
                <c:pt idx="11815">
                  <c:v>7.4029364525805978E+17</c:v>
                </c:pt>
                <c:pt idx="11816">
                  <c:v>7.4030409999301197E+17</c:v>
                </c:pt>
                <c:pt idx="11817">
                  <c:v>7.4030793734949286E+17</c:v>
                </c:pt>
                <c:pt idx="11818">
                  <c:v>7.403104939163735E+17</c:v>
                </c:pt>
                <c:pt idx="11819">
                  <c:v>7.4031416813676058E+17</c:v>
                </c:pt>
                <c:pt idx="11820">
                  <c:v>7.4032115383261696E+17</c:v>
                </c:pt>
                <c:pt idx="11821">
                  <c:v>7.403212784210633E+17</c:v>
                </c:pt>
                <c:pt idx="11822">
                  <c:v>7.403254073076576E+17</c:v>
                </c:pt>
                <c:pt idx="11823">
                  <c:v>7.4032893153242739E+17</c:v>
                </c:pt>
                <c:pt idx="11824">
                  <c:v>7.4036529875925043E+17</c:v>
                </c:pt>
                <c:pt idx="11825">
                  <c:v>7.4037795622376755E+17</c:v>
                </c:pt>
                <c:pt idx="11826">
                  <c:v>7.4039119101233574E+17</c:v>
                </c:pt>
                <c:pt idx="11827">
                  <c:v>7.4039947514027149E+17</c:v>
                </c:pt>
                <c:pt idx="11828">
                  <c:v>7.4042249845722381E+17</c:v>
                </c:pt>
                <c:pt idx="11829">
                  <c:v>7.4043290463543782E+17</c:v>
                </c:pt>
                <c:pt idx="11830">
                  <c:v>7.4048678946872717E+17</c:v>
                </c:pt>
                <c:pt idx="11831">
                  <c:v>7.4049159311681894E+17</c:v>
                </c:pt>
                <c:pt idx="11832">
                  <c:v>7.404933076887145E+17</c:v>
                </c:pt>
                <c:pt idx="11833">
                  <c:v>7.4050067523202086E+17</c:v>
                </c:pt>
                <c:pt idx="11834">
                  <c:v>7.4082947141437261E+17</c:v>
                </c:pt>
                <c:pt idx="11835">
                  <c:v>7.4088847937358144E+17</c:v>
                </c:pt>
                <c:pt idx="11836">
                  <c:v>7.4091723329703539E+17</c:v>
                </c:pt>
                <c:pt idx="11837">
                  <c:v>7.4092499932485261E+17</c:v>
                </c:pt>
                <c:pt idx="11838">
                  <c:v>7.4092798954931738E+17</c:v>
                </c:pt>
                <c:pt idx="11839">
                  <c:v>7.4093308084746355E+17</c:v>
                </c:pt>
                <c:pt idx="11840">
                  <c:v>7.4093573722922176E+17</c:v>
                </c:pt>
                <c:pt idx="11841">
                  <c:v>7.4094364249506675E+17</c:v>
                </c:pt>
                <c:pt idx="11842">
                  <c:v>7.4094674506618586E+17</c:v>
                </c:pt>
                <c:pt idx="11843">
                  <c:v>7.4094800193821338E+17</c:v>
                </c:pt>
                <c:pt idx="11844">
                  <c:v>7.4095180942821901E+17</c:v>
                </c:pt>
                <c:pt idx="11845">
                  <c:v>7.4104037185240666E+17</c:v>
                </c:pt>
                <c:pt idx="11846">
                  <c:v>7.4113529748768435E+17</c:v>
                </c:pt>
                <c:pt idx="11847">
                  <c:v>7.4156456924604096E+17</c:v>
                </c:pt>
                <c:pt idx="11848">
                  <c:v>7.4156743428076006E+17</c:v>
                </c:pt>
                <c:pt idx="11849">
                  <c:v>7.4157064770394189E+17</c:v>
                </c:pt>
                <c:pt idx="11850">
                  <c:v>7.4164120427747008E+17</c:v>
                </c:pt>
                <c:pt idx="11851">
                  <c:v>7.4173513715625011E+17</c:v>
                </c:pt>
                <c:pt idx="11852">
                  <c:v>7.417787892707415E+17</c:v>
                </c:pt>
                <c:pt idx="11853">
                  <c:v>7.417792582598519E+17</c:v>
                </c:pt>
                <c:pt idx="11854">
                  <c:v>7.4180062865684262E+17</c:v>
                </c:pt>
                <c:pt idx="11855">
                  <c:v>7.4180376527697114E+17</c:v>
                </c:pt>
                <c:pt idx="11856">
                  <c:v>7.4181220299809293E+17</c:v>
                </c:pt>
                <c:pt idx="11857">
                  <c:v>7.4195828009921075E+17</c:v>
                </c:pt>
                <c:pt idx="11858">
                  <c:v>7.4222987583744563E+17</c:v>
                </c:pt>
                <c:pt idx="11859">
                  <c:v>7.4227140055450829E+17</c:v>
                </c:pt>
                <c:pt idx="11860">
                  <c:v>7.423430634375872E+17</c:v>
                </c:pt>
                <c:pt idx="11861">
                  <c:v>7.423496863600407E+17</c:v>
                </c:pt>
                <c:pt idx="11862">
                  <c:v>7.4235128980640819E+17</c:v>
                </c:pt>
                <c:pt idx="11863">
                  <c:v>7.4236056029635546E+17</c:v>
                </c:pt>
                <c:pt idx="11864">
                  <c:v>7.4237202188362342E+17</c:v>
                </c:pt>
                <c:pt idx="11865">
                  <c:v>7.4242012859431091E+17</c:v>
                </c:pt>
                <c:pt idx="11866">
                  <c:v>7.4242455411478989E+17</c:v>
                </c:pt>
                <c:pt idx="11867">
                  <c:v>7.4246098794089357E+17</c:v>
                </c:pt>
                <c:pt idx="11868">
                  <c:v>7.4248177041964544E+17</c:v>
                </c:pt>
                <c:pt idx="11869">
                  <c:v>7.4249736175997798E+17</c:v>
                </c:pt>
                <c:pt idx="11870">
                  <c:v>7.4251318881674099E+17</c:v>
                </c:pt>
                <c:pt idx="11871">
                  <c:v>7.4251750114822323E+17</c:v>
                </c:pt>
                <c:pt idx="11872">
                  <c:v>7.4253140541242138E+17</c:v>
                </c:pt>
                <c:pt idx="11873">
                  <c:v>7.4257464608805414E+17</c:v>
                </c:pt>
                <c:pt idx="11874">
                  <c:v>7.429929730721385E+17</c:v>
                </c:pt>
                <c:pt idx="11875">
                  <c:v>7.4300670702007539E+17</c:v>
                </c:pt>
                <c:pt idx="11876">
                  <c:v>7.4309769482205888E+17</c:v>
                </c:pt>
                <c:pt idx="11877">
                  <c:v>7.4318643919203354E+17</c:v>
                </c:pt>
                <c:pt idx="11878">
                  <c:v>7.4319922854834278E+17</c:v>
                </c:pt>
                <c:pt idx="11879">
                  <c:v>7.43233629150672E+17</c:v>
                </c:pt>
                <c:pt idx="11880">
                  <c:v>7.4324178467689254E+17</c:v>
                </c:pt>
                <c:pt idx="11881">
                  <c:v>7.4335804905138214E+17</c:v>
                </c:pt>
                <c:pt idx="11882">
                  <c:v>7.4341758958110285E+17</c:v>
                </c:pt>
                <c:pt idx="11883">
                  <c:v>7.4355538225625946E+17</c:v>
                </c:pt>
                <c:pt idx="11884">
                  <c:v>7.435577128034743E+17</c:v>
                </c:pt>
                <c:pt idx="11885">
                  <c:v>7.4369498081000666E+17</c:v>
                </c:pt>
                <c:pt idx="11886">
                  <c:v>7.4392117840913574E+17</c:v>
                </c:pt>
                <c:pt idx="11887">
                  <c:v>7.4394288964661402E+17</c:v>
                </c:pt>
                <c:pt idx="11888">
                  <c:v>7.4394913951431232E+17</c:v>
                </c:pt>
                <c:pt idx="11889">
                  <c:v>7.4395706693513843E+17</c:v>
                </c:pt>
                <c:pt idx="11890">
                  <c:v>7.4417054371360243E+17</c:v>
                </c:pt>
                <c:pt idx="11891">
                  <c:v>7.4422489237855168E+17</c:v>
                </c:pt>
                <c:pt idx="11892">
                  <c:v>7.445577183460439E+17</c:v>
                </c:pt>
                <c:pt idx="11893">
                  <c:v>7.4457568767451098E+17</c:v>
                </c:pt>
                <c:pt idx="11894">
                  <c:v>7.4458046876393549E+17</c:v>
                </c:pt>
                <c:pt idx="11895">
                  <c:v>7.4462318323697613E+17</c:v>
                </c:pt>
                <c:pt idx="11896">
                  <c:v>7.4463349853646707E+17</c:v>
                </c:pt>
                <c:pt idx="11897">
                  <c:v>7.4464911862699213E+17</c:v>
                </c:pt>
                <c:pt idx="11898">
                  <c:v>7.4469923057026816E+17</c:v>
                </c:pt>
                <c:pt idx="11899">
                  <c:v>7.4469923749930317E+17</c:v>
                </c:pt>
                <c:pt idx="11900">
                  <c:v>7.4473229205582157E+17</c:v>
                </c:pt>
                <c:pt idx="11901">
                  <c:v>7.4473551702458445E+17</c:v>
                </c:pt>
                <c:pt idx="11902">
                  <c:v>7.447382210023465E+17</c:v>
                </c:pt>
                <c:pt idx="11903">
                  <c:v>7.447453034053655E+17</c:v>
                </c:pt>
                <c:pt idx="11904">
                  <c:v>7.4484268941039731E+17</c:v>
                </c:pt>
                <c:pt idx="11905">
                  <c:v>7.4520665006786317E+17</c:v>
                </c:pt>
                <c:pt idx="11906">
                  <c:v>7.4526245892009741E+17</c:v>
                </c:pt>
                <c:pt idx="11907">
                  <c:v>7.4527362498886272E+17</c:v>
                </c:pt>
                <c:pt idx="11908">
                  <c:v>7.4527902264148198E+17</c:v>
                </c:pt>
                <c:pt idx="11909">
                  <c:v>7.4528824034998144E+17</c:v>
                </c:pt>
                <c:pt idx="11910">
                  <c:v>7.45321213268592E+17</c:v>
                </c:pt>
                <c:pt idx="11911">
                  <c:v>7.4533591960074522E+17</c:v>
                </c:pt>
                <c:pt idx="11912">
                  <c:v>7.4536027841601126E+17</c:v>
                </c:pt>
                <c:pt idx="11913">
                  <c:v>7.4545649223049395E+17</c:v>
                </c:pt>
                <c:pt idx="11914">
                  <c:v>7.4548851094021325E+17</c:v>
                </c:pt>
                <c:pt idx="11915">
                  <c:v>7.4550911080644045E+17</c:v>
                </c:pt>
                <c:pt idx="11916">
                  <c:v>7.4553713033173914E+17</c:v>
                </c:pt>
                <c:pt idx="11917">
                  <c:v>7.4610051727958669E+17</c:v>
                </c:pt>
                <c:pt idx="11918">
                  <c:v>7.4610972361354445E+17</c:v>
                </c:pt>
                <c:pt idx="11919">
                  <c:v>7.4612309542363456E+17</c:v>
                </c:pt>
                <c:pt idx="11920">
                  <c:v>7.4617641504181888E+17</c:v>
                </c:pt>
                <c:pt idx="11921">
                  <c:v>7.4621938427562829E+17</c:v>
                </c:pt>
                <c:pt idx="11922">
                  <c:v>7.4628416314062003E+17</c:v>
                </c:pt>
                <c:pt idx="11923">
                  <c:v>7.4664194285020685E+17</c:v>
                </c:pt>
                <c:pt idx="11924">
                  <c:v>7.4666147764788864E+17</c:v>
                </c:pt>
                <c:pt idx="11925">
                  <c:v>7.4669792029225267E+17</c:v>
                </c:pt>
                <c:pt idx="11926">
                  <c:v>7.4673625518001754E+17</c:v>
                </c:pt>
                <c:pt idx="11927">
                  <c:v>7.4674466565602547E+17</c:v>
                </c:pt>
                <c:pt idx="11928">
                  <c:v>7.4679654245626931E+17</c:v>
                </c:pt>
                <c:pt idx="11929">
                  <c:v>7.4682355269234573E+17</c:v>
                </c:pt>
                <c:pt idx="11930">
                  <c:v>7.4684968945831936E+17</c:v>
                </c:pt>
                <c:pt idx="11931">
                  <c:v>7.4697880429899712E+17</c:v>
                </c:pt>
                <c:pt idx="11932">
                  <c:v>7.4698825493964493E+17</c:v>
                </c:pt>
                <c:pt idx="11933">
                  <c:v>7.4744271536309491E+17</c:v>
                </c:pt>
                <c:pt idx="11934">
                  <c:v>7.4753051274397146E+17</c:v>
                </c:pt>
                <c:pt idx="11935">
                  <c:v>7.4754227876278246E+17</c:v>
                </c:pt>
                <c:pt idx="11936">
                  <c:v>7.4758777152389517E+17</c:v>
                </c:pt>
                <c:pt idx="11937">
                  <c:v>7.4759345828674125E+17</c:v>
                </c:pt>
                <c:pt idx="11938">
                  <c:v>7.4759722626709568E+17</c:v>
                </c:pt>
                <c:pt idx="11939">
                  <c:v>7.4759935820921101E+17</c:v>
                </c:pt>
                <c:pt idx="11940">
                  <c:v>7.476110052298487E+17</c:v>
                </c:pt>
                <c:pt idx="11941">
                  <c:v>7.476518607350583E+17</c:v>
                </c:pt>
                <c:pt idx="11942">
                  <c:v>7.4770425992505357E+17</c:v>
                </c:pt>
                <c:pt idx="11943">
                  <c:v>7.4811117793174771E+17</c:v>
                </c:pt>
                <c:pt idx="11944">
                  <c:v>7.4818361141606758E+17</c:v>
                </c:pt>
                <c:pt idx="11945">
                  <c:v>7.4826300515328678E+17</c:v>
                </c:pt>
                <c:pt idx="11946">
                  <c:v>7.4834481827845197E+17</c:v>
                </c:pt>
                <c:pt idx="11947">
                  <c:v>7.483754538260992E+17</c:v>
                </c:pt>
                <c:pt idx="11948">
                  <c:v>7.4906730133247437E+17</c:v>
                </c:pt>
                <c:pt idx="11949">
                  <c:v>7.4917051983085722E+17</c:v>
                </c:pt>
                <c:pt idx="11950">
                  <c:v>7.495706012364233E+17</c:v>
                </c:pt>
                <c:pt idx="11951">
                  <c:v>7.4957217003502861E+17</c:v>
                </c:pt>
                <c:pt idx="11952">
                  <c:v>7.495917902443817E+17</c:v>
                </c:pt>
                <c:pt idx="11953">
                  <c:v>7.4963606139488397E+17</c:v>
                </c:pt>
                <c:pt idx="11954">
                  <c:v>7.4966109291341811E+17</c:v>
                </c:pt>
                <c:pt idx="11955">
                  <c:v>7.4967026665441997E+17</c:v>
                </c:pt>
                <c:pt idx="11956">
                  <c:v>7.4967343402250957E+17</c:v>
                </c:pt>
                <c:pt idx="11957">
                  <c:v>7.4969733907832896E+17</c:v>
                </c:pt>
                <c:pt idx="11958">
                  <c:v>7.4970062915485094E+17</c:v>
                </c:pt>
                <c:pt idx="11959">
                  <c:v>7.4970258494761702E+17</c:v>
                </c:pt>
                <c:pt idx="11960">
                  <c:v>7.4970718646589901E+17</c:v>
                </c:pt>
                <c:pt idx="11961">
                  <c:v>7.4972870819640013E+17</c:v>
                </c:pt>
                <c:pt idx="11962">
                  <c:v>7.498555592446345E+17</c:v>
                </c:pt>
                <c:pt idx="11963">
                  <c:v>7.4986809661523686E+17</c:v>
                </c:pt>
                <c:pt idx="11964">
                  <c:v>7.4998074783731712E+17</c:v>
                </c:pt>
                <c:pt idx="11965">
                  <c:v>7.5013428012485658E+17</c:v>
                </c:pt>
                <c:pt idx="11966">
                  <c:v>7.5032184698843174E+17</c:v>
                </c:pt>
                <c:pt idx="11967">
                  <c:v>7.5032614479979238E+17</c:v>
                </c:pt>
                <c:pt idx="11968">
                  <c:v>7.5033585931056218E+17</c:v>
                </c:pt>
                <c:pt idx="11969">
                  <c:v>7.503608907023497E+17</c:v>
                </c:pt>
                <c:pt idx="11970">
                  <c:v>7.5039190873282765E+17</c:v>
                </c:pt>
                <c:pt idx="11971">
                  <c:v>7.5040586283675418E+17</c:v>
                </c:pt>
                <c:pt idx="11972">
                  <c:v>7.5041236271776166E+17</c:v>
                </c:pt>
                <c:pt idx="11973">
                  <c:v>7.5041408374797811E+17</c:v>
                </c:pt>
                <c:pt idx="11974">
                  <c:v>7.5045095813276826E+17</c:v>
                </c:pt>
                <c:pt idx="11975">
                  <c:v>7.5049143542907149E+17</c:v>
                </c:pt>
                <c:pt idx="11976">
                  <c:v>7.5065621098779443E+17</c:v>
                </c:pt>
                <c:pt idx="11977">
                  <c:v>7.508826263875881E+17</c:v>
                </c:pt>
                <c:pt idx="11978">
                  <c:v>7.5102530307630003E+17</c:v>
                </c:pt>
                <c:pt idx="11979">
                  <c:v>7.5104508852668928E+17</c:v>
                </c:pt>
                <c:pt idx="11980">
                  <c:v>7.5119053905630195E+17</c:v>
                </c:pt>
                <c:pt idx="11981">
                  <c:v>7.5171144653427366E+17</c:v>
                </c:pt>
                <c:pt idx="11982">
                  <c:v>7.5171176161175245E+17</c:v>
                </c:pt>
                <c:pt idx="11983">
                  <c:v>7.5177943093470195E+17</c:v>
                </c:pt>
                <c:pt idx="11984">
                  <c:v>7.5181063872161805E+17</c:v>
                </c:pt>
                <c:pt idx="11985">
                  <c:v>7.5182482478324006E+17</c:v>
                </c:pt>
                <c:pt idx="11986">
                  <c:v>7.5183513157674739E+17</c:v>
                </c:pt>
                <c:pt idx="11987">
                  <c:v>7.5188939385489882E+17</c:v>
                </c:pt>
                <c:pt idx="11988">
                  <c:v>7.5192570870393523E+17</c:v>
                </c:pt>
                <c:pt idx="11989">
                  <c:v>7.5196977672316826E+17</c:v>
                </c:pt>
                <c:pt idx="11990">
                  <c:v>7.5197746959281562E+17</c:v>
                </c:pt>
                <c:pt idx="11991">
                  <c:v>7.5210933997348966E+17</c:v>
                </c:pt>
                <c:pt idx="11992">
                  <c:v>7.521657664278775E+17</c:v>
                </c:pt>
                <c:pt idx="11993">
                  <c:v>7.5226545208553984E+17</c:v>
                </c:pt>
                <c:pt idx="11994">
                  <c:v>7.5236400668403891E+17</c:v>
                </c:pt>
                <c:pt idx="11995">
                  <c:v>7.524131444354729E+17</c:v>
                </c:pt>
                <c:pt idx="11996">
                  <c:v>7.5244151073106022E+17</c:v>
                </c:pt>
                <c:pt idx="11997">
                  <c:v>7.5244700593686195E+17</c:v>
                </c:pt>
                <c:pt idx="11998">
                  <c:v>7.5244702415488422E+17</c:v>
                </c:pt>
                <c:pt idx="11999">
                  <c:v>7.5249194058929984E+17</c:v>
                </c:pt>
                <c:pt idx="12000">
                  <c:v>7.5249293955276902E+17</c:v>
                </c:pt>
                <c:pt idx="12001">
                  <c:v>7.5250208415837517E+17</c:v>
                </c:pt>
                <c:pt idx="12002">
                  <c:v>7.5255810374461722E+17</c:v>
                </c:pt>
                <c:pt idx="12003">
                  <c:v>7.5256975453549517E+17</c:v>
                </c:pt>
                <c:pt idx="12004">
                  <c:v>7.5257867482105395E+17</c:v>
                </c:pt>
                <c:pt idx="12005">
                  <c:v>7.5258513870497306E+17</c:v>
                </c:pt>
                <c:pt idx="12006">
                  <c:v>7.5258908203158566E+17</c:v>
                </c:pt>
                <c:pt idx="12007">
                  <c:v>7.5278928438776282E+17</c:v>
                </c:pt>
                <c:pt idx="12008">
                  <c:v>7.531772907470921E+17</c:v>
                </c:pt>
                <c:pt idx="12009">
                  <c:v>7.5321222209605939E+17</c:v>
                </c:pt>
                <c:pt idx="12010">
                  <c:v>7.5321734587539469E+17</c:v>
                </c:pt>
                <c:pt idx="12011">
                  <c:v>7.5326745340404672E+17</c:v>
                </c:pt>
                <c:pt idx="12012">
                  <c:v>7.5338062471435123E+17</c:v>
                </c:pt>
                <c:pt idx="12013">
                  <c:v>7.5339058495406938E+17</c:v>
                </c:pt>
                <c:pt idx="12014">
                  <c:v>7.5352733744529933E+17</c:v>
                </c:pt>
                <c:pt idx="12015">
                  <c:v>7.5354783067235213E+17</c:v>
                </c:pt>
                <c:pt idx="12016">
                  <c:v>7.5378208119751898E+17</c:v>
                </c:pt>
                <c:pt idx="12017">
                  <c:v>7.5392211721738611E+17</c:v>
                </c:pt>
                <c:pt idx="12018">
                  <c:v>7.5395575174155571E+17</c:v>
                </c:pt>
                <c:pt idx="12019">
                  <c:v>7.5400029437421517E+17</c:v>
                </c:pt>
                <c:pt idx="12020">
                  <c:v>7.5404512328106342E+17</c:v>
                </c:pt>
                <c:pt idx="12021">
                  <c:v>7.5408900629496256E+17</c:v>
                </c:pt>
                <c:pt idx="12022">
                  <c:v>7.5409815273362035E+17</c:v>
                </c:pt>
                <c:pt idx="12023">
                  <c:v>7.5411232014485005E+17</c:v>
                </c:pt>
                <c:pt idx="12024">
                  <c:v>7.5411852768472294E+17</c:v>
                </c:pt>
                <c:pt idx="12025">
                  <c:v>7.5412317550284326E+17</c:v>
                </c:pt>
                <c:pt idx="12026">
                  <c:v>7.5414843108115699E+17</c:v>
                </c:pt>
                <c:pt idx="12027">
                  <c:v>7.5415153220431514E+17</c:v>
                </c:pt>
                <c:pt idx="12028">
                  <c:v>7.541979762779136E+17</c:v>
                </c:pt>
                <c:pt idx="12029">
                  <c:v>7.5421053778277414E+17</c:v>
                </c:pt>
                <c:pt idx="12030">
                  <c:v>7.5423522416862106E+17</c:v>
                </c:pt>
                <c:pt idx="12031">
                  <c:v>7.5424219996003469E+17</c:v>
                </c:pt>
                <c:pt idx="12032">
                  <c:v>7.542723173629952E+17</c:v>
                </c:pt>
                <c:pt idx="12033">
                  <c:v>7.5427921541605658E+17</c:v>
                </c:pt>
                <c:pt idx="12034">
                  <c:v>7.5429693386824538E+17</c:v>
                </c:pt>
                <c:pt idx="12035">
                  <c:v>7.5429752015146982E+17</c:v>
                </c:pt>
                <c:pt idx="12036">
                  <c:v>7.545608073504759E+17</c:v>
                </c:pt>
                <c:pt idx="12037">
                  <c:v>7.5469789099147699E+17</c:v>
                </c:pt>
                <c:pt idx="12038">
                  <c:v>7.5490308381933018E+17</c:v>
                </c:pt>
                <c:pt idx="12039">
                  <c:v>7.549073997138345E+17</c:v>
                </c:pt>
                <c:pt idx="12040">
                  <c:v>7.5517693698216051E+17</c:v>
                </c:pt>
                <c:pt idx="12041">
                  <c:v>7.5530694158777882E+17</c:v>
                </c:pt>
                <c:pt idx="12042">
                  <c:v>7.5533826584269261E+17</c:v>
                </c:pt>
                <c:pt idx="12043">
                  <c:v>7.5536716148080371E+17</c:v>
                </c:pt>
                <c:pt idx="12044">
                  <c:v>7.5538532862957645E+17</c:v>
                </c:pt>
                <c:pt idx="12045">
                  <c:v>7.5539614086112794E+17</c:v>
                </c:pt>
                <c:pt idx="12046">
                  <c:v>7.5543832122068723E+17</c:v>
                </c:pt>
                <c:pt idx="12047">
                  <c:v>7.5548389791706419E+17</c:v>
                </c:pt>
                <c:pt idx="12048">
                  <c:v>7.554942618868375E+17</c:v>
                </c:pt>
                <c:pt idx="12049">
                  <c:v>7.5550224152733274E+17</c:v>
                </c:pt>
                <c:pt idx="12050">
                  <c:v>7.5561343325325837E+17</c:v>
                </c:pt>
                <c:pt idx="12051">
                  <c:v>7.5564148649316109E+17</c:v>
                </c:pt>
                <c:pt idx="12052">
                  <c:v>7.5566618824428045E+17</c:v>
                </c:pt>
                <c:pt idx="12053">
                  <c:v>7.5569326190860954E+17</c:v>
                </c:pt>
                <c:pt idx="12054">
                  <c:v>7.5570706905658291E+17</c:v>
                </c:pt>
                <c:pt idx="12055">
                  <c:v>7.5571454011257318E+17</c:v>
                </c:pt>
                <c:pt idx="12056">
                  <c:v>7.5571547397253978E+17</c:v>
                </c:pt>
                <c:pt idx="12057">
                  <c:v>7.5619318447286438E+17</c:v>
                </c:pt>
                <c:pt idx="12058">
                  <c:v>7.5622858602234957E+17</c:v>
                </c:pt>
                <c:pt idx="12059">
                  <c:v>7.5624030543698074E+17</c:v>
                </c:pt>
                <c:pt idx="12060">
                  <c:v>7.5624729533812326E+17</c:v>
                </c:pt>
                <c:pt idx="12061">
                  <c:v>7.5626138280226944E+17</c:v>
                </c:pt>
                <c:pt idx="12062">
                  <c:v>7.564903100907031E+17</c:v>
                </c:pt>
                <c:pt idx="12063">
                  <c:v>7.566936500492864E+17</c:v>
                </c:pt>
                <c:pt idx="12064">
                  <c:v>7.5676904818277926E+17</c:v>
                </c:pt>
                <c:pt idx="12065">
                  <c:v>7.5683924826028467E+17</c:v>
                </c:pt>
                <c:pt idx="12066">
                  <c:v>7.5689950493340518E+17</c:v>
                </c:pt>
                <c:pt idx="12067">
                  <c:v>7.568999677451785E+17</c:v>
                </c:pt>
                <c:pt idx="12068">
                  <c:v>7.5692980510559488E+17</c:v>
                </c:pt>
                <c:pt idx="12069">
                  <c:v>7.5695897721713587E+17</c:v>
                </c:pt>
                <c:pt idx="12070">
                  <c:v>7.5697827512594496E+17</c:v>
                </c:pt>
                <c:pt idx="12071">
                  <c:v>7.5709964552146432E+17</c:v>
                </c:pt>
                <c:pt idx="12072">
                  <c:v>7.5713922443431949E+17</c:v>
                </c:pt>
                <c:pt idx="12073">
                  <c:v>7.5716664380064179E+17</c:v>
                </c:pt>
                <c:pt idx="12074">
                  <c:v>7.5766753462695027E+17</c:v>
                </c:pt>
                <c:pt idx="12075">
                  <c:v>7.5774641054757645E+17</c:v>
                </c:pt>
                <c:pt idx="12076">
                  <c:v>7.578178617667159E+17</c:v>
                </c:pt>
                <c:pt idx="12077">
                  <c:v>7.5790617969453235E+17</c:v>
                </c:pt>
                <c:pt idx="12078">
                  <c:v>7.5838861595438784E+17</c:v>
                </c:pt>
                <c:pt idx="12079">
                  <c:v>7.5843761937680563E+17</c:v>
                </c:pt>
                <c:pt idx="12080">
                  <c:v>7.5865225610006592E+17</c:v>
                </c:pt>
                <c:pt idx="12081">
                  <c:v>7.5906078598422118E+17</c:v>
                </c:pt>
                <c:pt idx="12082">
                  <c:v>7.5942488344428749E+17</c:v>
                </c:pt>
                <c:pt idx="12083">
                  <c:v>7.596144962746249E+17</c:v>
                </c:pt>
                <c:pt idx="12084">
                  <c:v>7.5962403314658957E+17</c:v>
                </c:pt>
                <c:pt idx="12085">
                  <c:v>7.5974608233310771E+17</c:v>
                </c:pt>
                <c:pt idx="12086">
                  <c:v>7.5975030968971546E+17</c:v>
                </c:pt>
                <c:pt idx="12087">
                  <c:v>7.5980078518596813E+17</c:v>
                </c:pt>
                <c:pt idx="12088">
                  <c:v>7.5985847725071066E+17</c:v>
                </c:pt>
                <c:pt idx="12089">
                  <c:v>7.5998934076078298E+17</c:v>
                </c:pt>
                <c:pt idx="12090">
                  <c:v>7.5999371600395418E+17</c:v>
                </c:pt>
                <c:pt idx="12091">
                  <c:v>7.5999638455664678E+17</c:v>
                </c:pt>
                <c:pt idx="12092">
                  <c:v>7.599988996692183E+17</c:v>
                </c:pt>
                <c:pt idx="12093">
                  <c:v>7.6005038842291789E+17</c:v>
                </c:pt>
                <c:pt idx="12094">
                  <c:v>7.6042179758459584E+17</c:v>
                </c:pt>
                <c:pt idx="12095">
                  <c:v>7.6042581291973939E+17</c:v>
                </c:pt>
                <c:pt idx="12096">
                  <c:v>7.6043461759252544E+17</c:v>
                </c:pt>
                <c:pt idx="12097">
                  <c:v>7.6043708403834483E+17</c:v>
                </c:pt>
                <c:pt idx="12098">
                  <c:v>7.6048983719035008E+17</c:v>
                </c:pt>
                <c:pt idx="12099">
                  <c:v>7.6049621421032666E+17</c:v>
                </c:pt>
                <c:pt idx="12100">
                  <c:v>7.6052836167056691E+17</c:v>
                </c:pt>
                <c:pt idx="12101">
                  <c:v>7.6056098167955917E+17</c:v>
                </c:pt>
                <c:pt idx="12102">
                  <c:v>7.6058555488215962E+17</c:v>
                </c:pt>
                <c:pt idx="12103">
                  <c:v>7.6065402186645568E+17</c:v>
                </c:pt>
                <c:pt idx="12104">
                  <c:v>7.6068184906301888E+17</c:v>
                </c:pt>
                <c:pt idx="12105">
                  <c:v>7.6068291600276928E+17</c:v>
                </c:pt>
                <c:pt idx="12106">
                  <c:v>7.6072349858185101E+17</c:v>
                </c:pt>
                <c:pt idx="12107">
                  <c:v>7.6072795798277286E+17</c:v>
                </c:pt>
                <c:pt idx="12108">
                  <c:v>7.6075403000537715E+17</c:v>
                </c:pt>
                <c:pt idx="12109">
                  <c:v>7.6081441641252198E+17</c:v>
                </c:pt>
                <c:pt idx="12110">
                  <c:v>7.6081766208811904E+17</c:v>
                </c:pt>
                <c:pt idx="12111">
                  <c:v>7.612123905145673E+17</c:v>
                </c:pt>
                <c:pt idx="12112">
                  <c:v>7.6124217603728115E+17</c:v>
                </c:pt>
                <c:pt idx="12113">
                  <c:v>7.6128689356761779E+17</c:v>
                </c:pt>
                <c:pt idx="12114">
                  <c:v>7.6129579113782797E+17</c:v>
                </c:pt>
                <c:pt idx="12115">
                  <c:v>7.6130513948617536E+17</c:v>
                </c:pt>
                <c:pt idx="12116">
                  <c:v>7.6131484957434291E+17</c:v>
                </c:pt>
                <c:pt idx="12117">
                  <c:v>7.6131488085744038E+17</c:v>
                </c:pt>
                <c:pt idx="12118">
                  <c:v>7.6143503460049766E+17</c:v>
                </c:pt>
                <c:pt idx="12119">
                  <c:v>7.6145313468845568E+17</c:v>
                </c:pt>
                <c:pt idx="12120">
                  <c:v>7.6179375738658317E+17</c:v>
                </c:pt>
                <c:pt idx="12121">
                  <c:v>7.6183431673214835E+17</c:v>
                </c:pt>
                <c:pt idx="12122">
                  <c:v>7.6185275424597235E+17</c:v>
                </c:pt>
                <c:pt idx="12123">
                  <c:v>7.6185639031569779E+17</c:v>
                </c:pt>
                <c:pt idx="12124">
                  <c:v>7.6187588350053466E+17</c:v>
                </c:pt>
                <c:pt idx="12125">
                  <c:v>7.6187964844978842E+17</c:v>
                </c:pt>
                <c:pt idx="12126">
                  <c:v>7.6188465897872819E+17</c:v>
                </c:pt>
                <c:pt idx="12127">
                  <c:v>7.6200702175647757E+17</c:v>
                </c:pt>
                <c:pt idx="12128">
                  <c:v>7.6202465512385024E+17</c:v>
                </c:pt>
                <c:pt idx="12129">
                  <c:v>7.6204093557809741E+17</c:v>
                </c:pt>
                <c:pt idx="12130">
                  <c:v>7.6216506282213414E+17</c:v>
                </c:pt>
                <c:pt idx="12131">
                  <c:v>7.6228391228437376E+17</c:v>
                </c:pt>
                <c:pt idx="12132">
                  <c:v>7.6233575793851405E+17</c:v>
                </c:pt>
                <c:pt idx="12133">
                  <c:v>7.6252545731926592E+17</c:v>
                </c:pt>
                <c:pt idx="12134">
                  <c:v>7.6257037742236928E+17</c:v>
                </c:pt>
                <c:pt idx="12135">
                  <c:v>7.6257576750605862E+17</c:v>
                </c:pt>
                <c:pt idx="12136">
                  <c:v>7.6257857117229453E+17</c:v>
                </c:pt>
                <c:pt idx="12137">
                  <c:v>7.6263017583807104E+17</c:v>
                </c:pt>
                <c:pt idx="12138">
                  <c:v>7.6263560675071219E+17</c:v>
                </c:pt>
                <c:pt idx="12139">
                  <c:v>7.6265764311106061E+17</c:v>
                </c:pt>
                <c:pt idx="12140">
                  <c:v>7.626764514604841E+17</c:v>
                </c:pt>
                <c:pt idx="12141">
                  <c:v>7.6270985059605414E+17</c:v>
                </c:pt>
                <c:pt idx="12142">
                  <c:v>7.6274652185765427E+17</c:v>
                </c:pt>
                <c:pt idx="12143">
                  <c:v>7.6277697470938368E+17</c:v>
                </c:pt>
                <c:pt idx="12144">
                  <c:v>7.6277919589170611E+17</c:v>
                </c:pt>
                <c:pt idx="12145">
                  <c:v>7.6278187060681062E+17</c:v>
                </c:pt>
                <c:pt idx="12146">
                  <c:v>7.6281260498664704E+17</c:v>
                </c:pt>
                <c:pt idx="12147">
                  <c:v>7.6294714995650829E+17</c:v>
                </c:pt>
                <c:pt idx="12148">
                  <c:v>7.6295865394684493E+17</c:v>
                </c:pt>
                <c:pt idx="12149">
                  <c:v>7.6328964977032883E+17</c:v>
                </c:pt>
                <c:pt idx="12150">
                  <c:v>7.6333225310580224E+17</c:v>
                </c:pt>
                <c:pt idx="12151">
                  <c:v>7.6340176133311373E+17</c:v>
                </c:pt>
                <c:pt idx="12152">
                  <c:v>7.6346902496750438E+17</c:v>
                </c:pt>
                <c:pt idx="12153">
                  <c:v>7.6357589609107738E+17</c:v>
                </c:pt>
                <c:pt idx="12154">
                  <c:v>7.6363322935266675E+17</c:v>
                </c:pt>
                <c:pt idx="12155">
                  <c:v>7.6377285313518323E+17</c:v>
                </c:pt>
                <c:pt idx="12156">
                  <c:v>7.637889203078025E+17</c:v>
                </c:pt>
                <c:pt idx="12157">
                  <c:v>7.6411829251680205E+17</c:v>
                </c:pt>
                <c:pt idx="12158">
                  <c:v>7.6413707178854835E+17</c:v>
                </c:pt>
                <c:pt idx="12159">
                  <c:v>7.6418158862039501E+17</c:v>
                </c:pt>
                <c:pt idx="12160">
                  <c:v>7.641847277656055E+17</c:v>
                </c:pt>
                <c:pt idx="12161">
                  <c:v>7.6424524544392858E+17</c:v>
                </c:pt>
                <c:pt idx="12162">
                  <c:v>7.6429081277895066E+17</c:v>
                </c:pt>
                <c:pt idx="12163">
                  <c:v>7.6433317013864179E+17</c:v>
                </c:pt>
                <c:pt idx="12164">
                  <c:v>7.6444518619351424E+17</c:v>
                </c:pt>
                <c:pt idx="12165">
                  <c:v>7.6476378251934682E+17</c:v>
                </c:pt>
                <c:pt idx="12166">
                  <c:v>7.647970983666711E+17</c:v>
                </c:pt>
                <c:pt idx="12167">
                  <c:v>7.6481396382309094E+17</c:v>
                </c:pt>
                <c:pt idx="12168">
                  <c:v>7.6485556812624013E+17</c:v>
                </c:pt>
                <c:pt idx="12169">
                  <c:v>7.6489023743258074E+17</c:v>
                </c:pt>
                <c:pt idx="12170">
                  <c:v>7.6489320147816192E+17</c:v>
                </c:pt>
                <c:pt idx="12171">
                  <c:v>7.6498485051294899E+17</c:v>
                </c:pt>
                <c:pt idx="12172">
                  <c:v>7.6504287348004352E+17</c:v>
                </c:pt>
                <c:pt idx="12173">
                  <c:v>7.6514869207231821E+17</c:v>
                </c:pt>
                <c:pt idx="12174">
                  <c:v>7.6517990675467904E+17</c:v>
                </c:pt>
                <c:pt idx="12175">
                  <c:v>7.6544877642485466E+17</c:v>
                </c:pt>
                <c:pt idx="12176">
                  <c:v>7.6548395372361766E+17</c:v>
                </c:pt>
                <c:pt idx="12177">
                  <c:v>7.654840213196361E+17</c:v>
                </c:pt>
                <c:pt idx="12178">
                  <c:v>7.6550662002937562E+17</c:v>
                </c:pt>
                <c:pt idx="12179">
                  <c:v>7.6551109892238131E+17</c:v>
                </c:pt>
                <c:pt idx="12180">
                  <c:v>7.655418273070903E+17</c:v>
                </c:pt>
                <c:pt idx="12181">
                  <c:v>7.6556390699317286E+17</c:v>
                </c:pt>
                <c:pt idx="12182">
                  <c:v>7.6556422960964557E+17</c:v>
                </c:pt>
                <c:pt idx="12183">
                  <c:v>7.6563282429152909E+17</c:v>
                </c:pt>
                <c:pt idx="12184">
                  <c:v>7.6564978772412595E+17</c:v>
                </c:pt>
                <c:pt idx="12185">
                  <c:v>7.6569138989468006E+17</c:v>
                </c:pt>
                <c:pt idx="12186">
                  <c:v>7.6572821121200179E+17</c:v>
                </c:pt>
                <c:pt idx="12187">
                  <c:v>7.657488526834112E+17</c:v>
                </c:pt>
                <c:pt idx="12188">
                  <c:v>7.6574895281156621E+17</c:v>
                </c:pt>
                <c:pt idx="12189">
                  <c:v>7.6577522193539174E+17</c:v>
                </c:pt>
                <c:pt idx="12190">
                  <c:v>7.6581012247006438E+17</c:v>
                </c:pt>
                <c:pt idx="12191">
                  <c:v>7.6582443887936077E+17</c:v>
                </c:pt>
                <c:pt idx="12192">
                  <c:v>7.6610084589175168E+17</c:v>
                </c:pt>
                <c:pt idx="12193">
                  <c:v>7.6620154967718669E+17</c:v>
                </c:pt>
                <c:pt idx="12194">
                  <c:v>7.6625952867693286E+17</c:v>
                </c:pt>
                <c:pt idx="12195">
                  <c:v>7.6626139223902426E+17</c:v>
                </c:pt>
                <c:pt idx="12196">
                  <c:v>7.662921488109641E+17</c:v>
                </c:pt>
                <c:pt idx="12197">
                  <c:v>7.6639618935936282E+17</c:v>
                </c:pt>
                <c:pt idx="12198">
                  <c:v>7.6639852012307046E+17</c:v>
                </c:pt>
                <c:pt idx="12199">
                  <c:v>7.6639972288502106E+17</c:v>
                </c:pt>
                <c:pt idx="12200">
                  <c:v>7.6639990523573658E+17</c:v>
                </c:pt>
                <c:pt idx="12201">
                  <c:v>7.6641353422750554E+17</c:v>
                </c:pt>
                <c:pt idx="12202">
                  <c:v>7.6642200940686694E+17</c:v>
                </c:pt>
                <c:pt idx="12203">
                  <c:v>7.6642506951473062E+17</c:v>
                </c:pt>
                <c:pt idx="12204">
                  <c:v>7.664752043549449E+17</c:v>
                </c:pt>
                <c:pt idx="12205">
                  <c:v>7.6647634030388275E+17</c:v>
                </c:pt>
                <c:pt idx="12206">
                  <c:v>7.6649116519272576E+17</c:v>
                </c:pt>
                <c:pt idx="12207">
                  <c:v>7.6652926920604096E+17</c:v>
                </c:pt>
                <c:pt idx="12208">
                  <c:v>7.6654482693643533E+17</c:v>
                </c:pt>
                <c:pt idx="12209">
                  <c:v>7.6654511877052774E+17</c:v>
                </c:pt>
                <c:pt idx="12210">
                  <c:v>7.6658642275329843E+17</c:v>
                </c:pt>
                <c:pt idx="12211">
                  <c:v>7.6667348141767078E+17</c:v>
                </c:pt>
                <c:pt idx="12212">
                  <c:v>7.6676180200166003E+17</c:v>
                </c:pt>
                <c:pt idx="12213">
                  <c:v>7.6705483994540403E+17</c:v>
                </c:pt>
                <c:pt idx="12214">
                  <c:v>7.6706692172196006E+17</c:v>
                </c:pt>
                <c:pt idx="12215">
                  <c:v>7.6706763557535411E+17</c:v>
                </c:pt>
                <c:pt idx="12216">
                  <c:v>7.6711254472107341E+17</c:v>
                </c:pt>
                <c:pt idx="12217">
                  <c:v>7.6712865472772467E+17</c:v>
                </c:pt>
                <c:pt idx="12218">
                  <c:v>7.6713541117396403E+17</c:v>
                </c:pt>
                <c:pt idx="12219">
                  <c:v>7.6720986242175987E+17</c:v>
                </c:pt>
                <c:pt idx="12220">
                  <c:v>7.6728551222657984E+17</c:v>
                </c:pt>
                <c:pt idx="12221">
                  <c:v>7.6729710386516275E+17</c:v>
                </c:pt>
                <c:pt idx="12222">
                  <c:v>7.6732107846752742E+17</c:v>
                </c:pt>
                <c:pt idx="12223">
                  <c:v>7.6755022411535488E+17</c:v>
                </c:pt>
                <c:pt idx="12224">
                  <c:v>7.676177945100023E+17</c:v>
                </c:pt>
                <c:pt idx="12225">
                  <c:v>7.6764476323071475E+17</c:v>
                </c:pt>
                <c:pt idx="12226">
                  <c:v>7.6764987585240256E+17</c:v>
                </c:pt>
                <c:pt idx="12227">
                  <c:v>7.6765120171202304E+17</c:v>
                </c:pt>
                <c:pt idx="12228">
                  <c:v>7.6766265514239718E+17</c:v>
                </c:pt>
                <c:pt idx="12229">
                  <c:v>7.6766983848983757E+17</c:v>
                </c:pt>
                <c:pt idx="12230">
                  <c:v>7.6770472344175334E+17</c:v>
                </c:pt>
                <c:pt idx="12231">
                  <c:v>7.677566102656873E+17</c:v>
                </c:pt>
                <c:pt idx="12232">
                  <c:v>7.6785217336616486E+17</c:v>
                </c:pt>
                <c:pt idx="12233">
                  <c:v>7.6785474638289472E+17</c:v>
                </c:pt>
                <c:pt idx="12234">
                  <c:v>7.6786940216330445E+17</c:v>
                </c:pt>
                <c:pt idx="12235">
                  <c:v>7.6794591200665946E+17</c:v>
                </c:pt>
                <c:pt idx="12236">
                  <c:v>7.6795751367078298E+17</c:v>
                </c:pt>
                <c:pt idx="12237">
                  <c:v>7.6804381031017562E+17</c:v>
                </c:pt>
                <c:pt idx="12238">
                  <c:v>7.6805326163286477E+17</c:v>
                </c:pt>
                <c:pt idx="12239">
                  <c:v>7.6810627106316147E+17</c:v>
                </c:pt>
                <c:pt idx="12240">
                  <c:v>7.6836293408989363E+17</c:v>
                </c:pt>
                <c:pt idx="12241">
                  <c:v>7.6839316813275789E+17</c:v>
                </c:pt>
                <c:pt idx="12242">
                  <c:v>7.6870947338524954E+17</c:v>
                </c:pt>
                <c:pt idx="12243">
                  <c:v>7.688492046285815E+17</c:v>
                </c:pt>
                <c:pt idx="12244">
                  <c:v>7.6930957462085056E+17</c:v>
                </c:pt>
                <c:pt idx="12245">
                  <c:v>7.6954779432834752E+17</c:v>
                </c:pt>
                <c:pt idx="12246">
                  <c:v>7.6989546991441331E+17</c:v>
                </c:pt>
                <c:pt idx="12247">
                  <c:v>7.6990663476115533E+17</c:v>
                </c:pt>
                <c:pt idx="12248">
                  <c:v>7.6991126433488768E+17</c:v>
                </c:pt>
                <c:pt idx="12249">
                  <c:v>7.6995254981668826E+17</c:v>
                </c:pt>
                <c:pt idx="12250">
                  <c:v>7.6997635141548557E+17</c:v>
                </c:pt>
                <c:pt idx="12251">
                  <c:v>7.6998386159731021E+17</c:v>
                </c:pt>
                <c:pt idx="12252">
                  <c:v>7.6998931690665664E+17</c:v>
                </c:pt>
                <c:pt idx="12253">
                  <c:v>7.7003661806266432E+17</c:v>
                </c:pt>
                <c:pt idx="12254">
                  <c:v>7.7006839790654144E+17</c:v>
                </c:pt>
                <c:pt idx="12255">
                  <c:v>7.7007311177794291E+17</c:v>
                </c:pt>
                <c:pt idx="12256">
                  <c:v>7.7010552573067264E+17</c:v>
                </c:pt>
                <c:pt idx="12257">
                  <c:v>7.7010643460860314E+17</c:v>
                </c:pt>
                <c:pt idx="12258">
                  <c:v>7.7046292612484966E+17</c:v>
                </c:pt>
                <c:pt idx="12259">
                  <c:v>7.7052779001130061E+17</c:v>
                </c:pt>
                <c:pt idx="12260">
                  <c:v>7.7055332958823539E+17</c:v>
                </c:pt>
                <c:pt idx="12261">
                  <c:v>7.7066534135796723E+17</c:v>
                </c:pt>
                <c:pt idx="12262">
                  <c:v>7.7066673050179738E+17</c:v>
                </c:pt>
                <c:pt idx="12263">
                  <c:v>7.7072799857582246E+17</c:v>
                </c:pt>
                <c:pt idx="12264">
                  <c:v>7.7076279182030234E+17</c:v>
                </c:pt>
                <c:pt idx="12265">
                  <c:v>7.7081765623232781E+17</c:v>
                </c:pt>
                <c:pt idx="12266">
                  <c:v>7.7084699657926861E+17</c:v>
                </c:pt>
                <c:pt idx="12267">
                  <c:v>7.7088467530753203E+17</c:v>
                </c:pt>
                <c:pt idx="12268">
                  <c:v>7.7095022885955494E+17</c:v>
                </c:pt>
                <c:pt idx="12269">
                  <c:v>7.7114631519958618E+17</c:v>
                </c:pt>
                <c:pt idx="12270">
                  <c:v>7.7122894595845875E+17</c:v>
                </c:pt>
                <c:pt idx="12271">
                  <c:v>7.7129037074351834E+17</c:v>
                </c:pt>
                <c:pt idx="12272">
                  <c:v>7.7136533583082816E+17</c:v>
                </c:pt>
                <c:pt idx="12273">
                  <c:v>7.7139469874716352E+17</c:v>
                </c:pt>
                <c:pt idx="12274">
                  <c:v>7.7139758790710451E+17</c:v>
                </c:pt>
                <c:pt idx="12275">
                  <c:v>7.713994371977257E+17</c:v>
                </c:pt>
                <c:pt idx="12276">
                  <c:v>7.7141620705832038E+17</c:v>
                </c:pt>
                <c:pt idx="12277">
                  <c:v>7.7144692778297306E+17</c:v>
                </c:pt>
                <c:pt idx="12278">
                  <c:v>7.7146407196120166E+17</c:v>
                </c:pt>
                <c:pt idx="12279">
                  <c:v>7.7149255926523315E+17</c:v>
                </c:pt>
                <c:pt idx="12280">
                  <c:v>7.7164469426749517E+17</c:v>
                </c:pt>
                <c:pt idx="12281">
                  <c:v>7.7168210852233165E+17</c:v>
                </c:pt>
                <c:pt idx="12282">
                  <c:v>7.7169225972439821E+17</c:v>
                </c:pt>
                <c:pt idx="12283">
                  <c:v>7.7169804843014822E+17</c:v>
                </c:pt>
                <c:pt idx="12284">
                  <c:v>7.7171553415940173E+17</c:v>
                </c:pt>
                <c:pt idx="12285">
                  <c:v>7.7202209985210419E+17</c:v>
                </c:pt>
                <c:pt idx="12286">
                  <c:v>7.7204579105937549E+17</c:v>
                </c:pt>
                <c:pt idx="12287">
                  <c:v>7.7204604473606656E+17</c:v>
                </c:pt>
                <c:pt idx="12288">
                  <c:v>7.7207973672415014E+17</c:v>
                </c:pt>
                <c:pt idx="12289">
                  <c:v>7.7208256008281741E+17</c:v>
                </c:pt>
                <c:pt idx="12290">
                  <c:v>7.7208419082704192E+17</c:v>
                </c:pt>
                <c:pt idx="12291">
                  <c:v>7.7211308063320013E+17</c:v>
                </c:pt>
                <c:pt idx="12292">
                  <c:v>7.7213028920641536E+17</c:v>
                </c:pt>
                <c:pt idx="12293">
                  <c:v>7.7214464219256691E+17</c:v>
                </c:pt>
                <c:pt idx="12294">
                  <c:v>7.7218481848505178E+17</c:v>
                </c:pt>
                <c:pt idx="12295">
                  <c:v>7.7219557865338125E+17</c:v>
                </c:pt>
                <c:pt idx="12296">
                  <c:v>7.7219977723813722E+17</c:v>
                </c:pt>
                <c:pt idx="12297">
                  <c:v>7.7221797479267059E+17</c:v>
                </c:pt>
                <c:pt idx="12298">
                  <c:v>7.7232481777275622E+17</c:v>
                </c:pt>
                <c:pt idx="12299">
                  <c:v>7.7232768604155878E+17</c:v>
                </c:pt>
                <c:pt idx="12300">
                  <c:v>7.7239191149903258E+17</c:v>
                </c:pt>
                <c:pt idx="12301">
                  <c:v>7.7269651476644518E+17</c:v>
                </c:pt>
                <c:pt idx="12302">
                  <c:v>7.727339575891136E+17</c:v>
                </c:pt>
                <c:pt idx="12303">
                  <c:v>7.7275250799346573E+17</c:v>
                </c:pt>
                <c:pt idx="12304">
                  <c:v>7.7275260449556326E+17</c:v>
                </c:pt>
                <c:pt idx="12305">
                  <c:v>7.727564207441271E+17</c:v>
                </c:pt>
                <c:pt idx="12306">
                  <c:v>7.7279492214455718E+17</c:v>
                </c:pt>
                <c:pt idx="12307">
                  <c:v>7.728131608941504E+17</c:v>
                </c:pt>
                <c:pt idx="12308">
                  <c:v>7.7282295317002982E+17</c:v>
                </c:pt>
                <c:pt idx="12309">
                  <c:v>7.7286439884912896E+17</c:v>
                </c:pt>
                <c:pt idx="12310">
                  <c:v>7.7306004737760563E+17</c:v>
                </c:pt>
                <c:pt idx="12311">
                  <c:v>7.7309274197744486E+17</c:v>
                </c:pt>
                <c:pt idx="12312">
                  <c:v>7.7317668022734886E+17</c:v>
                </c:pt>
                <c:pt idx="12313">
                  <c:v>7.7342177078547469E+17</c:v>
                </c:pt>
                <c:pt idx="12314">
                  <c:v>7.7345931672527616E+17</c:v>
                </c:pt>
                <c:pt idx="12315">
                  <c:v>7.7352530363867418E+17</c:v>
                </c:pt>
                <c:pt idx="12316">
                  <c:v>7.7354193123690662E+17</c:v>
                </c:pt>
                <c:pt idx="12317">
                  <c:v>7.7373492338211533E+17</c:v>
                </c:pt>
                <c:pt idx="12318">
                  <c:v>7.7375123408575872E+17</c:v>
                </c:pt>
                <c:pt idx="12319">
                  <c:v>7.7377429123027866E+17</c:v>
                </c:pt>
                <c:pt idx="12320">
                  <c:v>7.737953395165143E+17</c:v>
                </c:pt>
                <c:pt idx="12321">
                  <c:v>7.7398800149313933E+17</c:v>
                </c:pt>
                <c:pt idx="12322">
                  <c:v>7.7412693761898381E+17</c:v>
                </c:pt>
                <c:pt idx="12323">
                  <c:v>7.7422422399616781E+17</c:v>
                </c:pt>
                <c:pt idx="12324">
                  <c:v>7.7425415354658394E+17</c:v>
                </c:pt>
                <c:pt idx="12325">
                  <c:v>7.7426880515295667E+17</c:v>
                </c:pt>
                <c:pt idx="12326">
                  <c:v>7.7429023495516646E+17</c:v>
                </c:pt>
                <c:pt idx="12327">
                  <c:v>7.7438581217220813E+17</c:v>
                </c:pt>
                <c:pt idx="12328">
                  <c:v>7.7449720403750963E+17</c:v>
                </c:pt>
                <c:pt idx="12329">
                  <c:v>7.7458174716256986E+17</c:v>
                </c:pt>
                <c:pt idx="12330">
                  <c:v>7.745947277857367E+17</c:v>
                </c:pt>
                <c:pt idx="12331">
                  <c:v>7.7482932618721702E+17</c:v>
                </c:pt>
                <c:pt idx="12332">
                  <c:v>7.7491467593453107E+17</c:v>
                </c:pt>
                <c:pt idx="12333">
                  <c:v>7.749582022384247E+17</c:v>
                </c:pt>
                <c:pt idx="12334">
                  <c:v>7.7499082563321357E+17</c:v>
                </c:pt>
                <c:pt idx="12335">
                  <c:v>7.7510152042834253E+17</c:v>
                </c:pt>
                <c:pt idx="12336">
                  <c:v>7.7514048100134157E+17</c:v>
                </c:pt>
                <c:pt idx="12337">
                  <c:v>7.7514252511468019E+17</c:v>
                </c:pt>
                <c:pt idx="12338">
                  <c:v>7.7514253839622426E+17</c:v>
                </c:pt>
                <c:pt idx="12339">
                  <c:v>7.7515666847816538E+17</c:v>
                </c:pt>
                <c:pt idx="12340">
                  <c:v>7.751941165598816E+17</c:v>
                </c:pt>
                <c:pt idx="12341">
                  <c:v>7.7522527162049894E+17</c:v>
                </c:pt>
                <c:pt idx="12342">
                  <c:v>7.7524046057328E+17</c:v>
                </c:pt>
                <c:pt idx="12343">
                  <c:v>7.7528826310158886E+17</c:v>
                </c:pt>
                <c:pt idx="12344">
                  <c:v>7.7540540368964634E+17</c:v>
                </c:pt>
                <c:pt idx="12345">
                  <c:v>7.7573882420468326E+17</c:v>
                </c:pt>
                <c:pt idx="12346">
                  <c:v>7.7575301327933158E+17</c:v>
                </c:pt>
                <c:pt idx="12347">
                  <c:v>7.7580560093896179E+17</c:v>
                </c:pt>
                <c:pt idx="12348">
                  <c:v>7.7584332609976832E+17</c:v>
                </c:pt>
                <c:pt idx="12349">
                  <c:v>7.7585281116934502E+17</c:v>
                </c:pt>
                <c:pt idx="12350">
                  <c:v>7.7598682118895155E+17</c:v>
                </c:pt>
                <c:pt idx="12351">
                  <c:v>7.7622006702915891E+17</c:v>
                </c:pt>
                <c:pt idx="12352">
                  <c:v>7.7629688341811763E+17</c:v>
                </c:pt>
                <c:pt idx="12353">
                  <c:v>7.7636197792367693E+17</c:v>
                </c:pt>
                <c:pt idx="12354">
                  <c:v>7.7643793668410957E+17</c:v>
                </c:pt>
                <c:pt idx="12355">
                  <c:v>7.764664131407113E+17</c:v>
                </c:pt>
                <c:pt idx="12356">
                  <c:v>7.7652971575129946E+17</c:v>
                </c:pt>
                <c:pt idx="12357">
                  <c:v>7.7664043958369562E+17</c:v>
                </c:pt>
                <c:pt idx="12358">
                  <c:v>7.7680207549664717E+17</c:v>
                </c:pt>
                <c:pt idx="12359">
                  <c:v>7.7681978278970445E+17</c:v>
                </c:pt>
                <c:pt idx="12360">
                  <c:v>7.7710192871098867E+17</c:v>
                </c:pt>
                <c:pt idx="12361">
                  <c:v>7.7715918143426598E+17</c:v>
                </c:pt>
                <c:pt idx="12362">
                  <c:v>7.7717578866318656E+17</c:v>
                </c:pt>
                <c:pt idx="12363">
                  <c:v>7.7722718000621094E+17</c:v>
                </c:pt>
                <c:pt idx="12364">
                  <c:v>7.7724551355830656E+17</c:v>
                </c:pt>
                <c:pt idx="12365">
                  <c:v>7.7729685189255885E+17</c:v>
                </c:pt>
                <c:pt idx="12366">
                  <c:v>7.7730303957358374E+17</c:v>
                </c:pt>
                <c:pt idx="12367">
                  <c:v>7.7730304489467264E+17</c:v>
                </c:pt>
                <c:pt idx="12368">
                  <c:v>7.7730305038227942E+17</c:v>
                </c:pt>
                <c:pt idx="12369">
                  <c:v>7.773030558531959E+17</c:v>
                </c:pt>
                <c:pt idx="12370">
                  <c:v>7.7736865753628416E+17</c:v>
                </c:pt>
                <c:pt idx="12371">
                  <c:v>7.774306458959287E+17</c:v>
                </c:pt>
                <c:pt idx="12372">
                  <c:v>7.7747257396275341E+17</c:v>
                </c:pt>
                <c:pt idx="12373">
                  <c:v>7.7749274083457331E+17</c:v>
                </c:pt>
                <c:pt idx="12374">
                  <c:v>7.775152208340951E+17</c:v>
                </c:pt>
                <c:pt idx="12375">
                  <c:v>7.7754306049853658E+17</c:v>
                </c:pt>
                <c:pt idx="12376">
                  <c:v>7.7778719069186278E+17</c:v>
                </c:pt>
                <c:pt idx="12377">
                  <c:v>7.7779311279745254E+17</c:v>
                </c:pt>
                <c:pt idx="12378">
                  <c:v>7.7780303222723226E+17</c:v>
                </c:pt>
                <c:pt idx="12379">
                  <c:v>7.7782776686666355E+17</c:v>
                </c:pt>
                <c:pt idx="12380">
                  <c:v>7.7786472902660288E+17</c:v>
                </c:pt>
                <c:pt idx="12381">
                  <c:v>7.7789389686910566E+17</c:v>
                </c:pt>
                <c:pt idx="12382">
                  <c:v>7.7790960167816346E+17</c:v>
                </c:pt>
                <c:pt idx="12383">
                  <c:v>7.779101660216393E+17</c:v>
                </c:pt>
                <c:pt idx="12384">
                  <c:v>7.7792678661883994E+17</c:v>
                </c:pt>
                <c:pt idx="12385">
                  <c:v>7.7794810495372992E+17</c:v>
                </c:pt>
                <c:pt idx="12386">
                  <c:v>7.7798783168726438E+17</c:v>
                </c:pt>
                <c:pt idx="12387">
                  <c:v>7.7800976712444493E+17</c:v>
                </c:pt>
                <c:pt idx="12388">
                  <c:v>7.7813247886751219E+17</c:v>
                </c:pt>
                <c:pt idx="12389">
                  <c:v>7.7822103343561037E+17</c:v>
                </c:pt>
                <c:pt idx="12390">
                  <c:v>7.7825640197118144E+17</c:v>
                </c:pt>
                <c:pt idx="12391">
                  <c:v>7.782600805811959E+17</c:v>
                </c:pt>
                <c:pt idx="12392">
                  <c:v>7.7849411588156685E+17</c:v>
                </c:pt>
                <c:pt idx="12393">
                  <c:v>7.7849681672447373E+17</c:v>
                </c:pt>
                <c:pt idx="12394">
                  <c:v>7.7858878109730227E+17</c:v>
                </c:pt>
                <c:pt idx="12395">
                  <c:v>7.7859292934457843E+17</c:v>
                </c:pt>
                <c:pt idx="12396">
                  <c:v>7.7859638498387622E+17</c:v>
                </c:pt>
                <c:pt idx="12397">
                  <c:v>7.7864925846443405E+17</c:v>
                </c:pt>
                <c:pt idx="12398">
                  <c:v>7.7882457372596314E+17</c:v>
                </c:pt>
                <c:pt idx="12399">
                  <c:v>7.7919635813300506E+17</c:v>
                </c:pt>
                <c:pt idx="12400">
                  <c:v>7.7920922617894336E+17</c:v>
                </c:pt>
                <c:pt idx="12401">
                  <c:v>7.792231058176745E+17</c:v>
                </c:pt>
                <c:pt idx="12402">
                  <c:v>7.7925474617334618E+17</c:v>
                </c:pt>
                <c:pt idx="12403">
                  <c:v>7.7926953101551104E+17</c:v>
                </c:pt>
                <c:pt idx="12404">
                  <c:v>7.7928186952639693E+17</c:v>
                </c:pt>
                <c:pt idx="12405">
                  <c:v>7.7929175029082227E+17</c:v>
                </c:pt>
                <c:pt idx="12406">
                  <c:v>7.7930633258703309E+17</c:v>
                </c:pt>
                <c:pt idx="12407">
                  <c:v>7.7931372318271002E+17</c:v>
                </c:pt>
                <c:pt idx="12408">
                  <c:v>7.793425651373801E+17</c:v>
                </c:pt>
                <c:pt idx="12409">
                  <c:v>7.7938999877914611E+17</c:v>
                </c:pt>
                <c:pt idx="12410">
                  <c:v>7.7943250013691878E+17</c:v>
                </c:pt>
                <c:pt idx="12411">
                  <c:v>7.7945760205958451E+17</c:v>
                </c:pt>
                <c:pt idx="12412">
                  <c:v>7.7949453397361229E+17</c:v>
                </c:pt>
                <c:pt idx="12413">
                  <c:v>7.7950083132247936E+17</c:v>
                </c:pt>
                <c:pt idx="12414">
                  <c:v>7.7950350790494093E+17</c:v>
                </c:pt>
                <c:pt idx="12415">
                  <c:v>7.795118870380672E+17</c:v>
                </c:pt>
                <c:pt idx="12416">
                  <c:v>7.795918077412297E+17</c:v>
                </c:pt>
                <c:pt idx="12417">
                  <c:v>7.7961013695852826E+17</c:v>
                </c:pt>
                <c:pt idx="12418">
                  <c:v>7.7972899593083827E+17</c:v>
                </c:pt>
                <c:pt idx="12419">
                  <c:v>7.7990598447182464E+17</c:v>
                </c:pt>
                <c:pt idx="12420">
                  <c:v>7.7998329269454835E+17</c:v>
                </c:pt>
                <c:pt idx="12421">
                  <c:v>7.8004352446481421E+17</c:v>
                </c:pt>
                <c:pt idx="12422">
                  <c:v>7.8006662725247322E+17</c:v>
                </c:pt>
                <c:pt idx="12423">
                  <c:v>7.8010308297942797E+17</c:v>
                </c:pt>
                <c:pt idx="12424">
                  <c:v>7.8013069612123302E+17</c:v>
                </c:pt>
                <c:pt idx="12425">
                  <c:v>7.8013495838181107E+17</c:v>
                </c:pt>
                <c:pt idx="12426">
                  <c:v>7.8019893109511091E+17</c:v>
                </c:pt>
                <c:pt idx="12427">
                  <c:v>7.80234772189824E+17</c:v>
                </c:pt>
                <c:pt idx="12428">
                  <c:v>7.8027933463408973E+17</c:v>
                </c:pt>
                <c:pt idx="12429">
                  <c:v>7.8031585695578048E+17</c:v>
                </c:pt>
                <c:pt idx="12430">
                  <c:v>7.8031654840924211E+17</c:v>
                </c:pt>
                <c:pt idx="12431">
                  <c:v>7.8036138894669914E+17</c:v>
                </c:pt>
                <c:pt idx="12432">
                  <c:v>7.8037923504919002E+17</c:v>
                </c:pt>
                <c:pt idx="12433">
                  <c:v>7.8056493816933005E+17</c:v>
                </c:pt>
                <c:pt idx="12434">
                  <c:v>7.8059728259174886E+17</c:v>
                </c:pt>
                <c:pt idx="12435">
                  <c:v>7.8065343735214899E+17</c:v>
                </c:pt>
                <c:pt idx="12436">
                  <c:v>7.8068855419889382E+17</c:v>
                </c:pt>
                <c:pt idx="12437">
                  <c:v>7.8070349201597094E+17</c:v>
                </c:pt>
                <c:pt idx="12438">
                  <c:v>7.8084112802763866E+17</c:v>
                </c:pt>
                <c:pt idx="12439">
                  <c:v>7.8087536088602778E+17</c:v>
                </c:pt>
                <c:pt idx="12440">
                  <c:v>7.8095665390284006E+17</c:v>
                </c:pt>
                <c:pt idx="12441">
                  <c:v>7.8095830595333376E+17</c:v>
                </c:pt>
                <c:pt idx="12442">
                  <c:v>7.8096365645813235E+17</c:v>
                </c:pt>
                <c:pt idx="12443">
                  <c:v>7.8096911702125645E+17</c:v>
                </c:pt>
                <c:pt idx="12444">
                  <c:v>7.8104078308926566E+17</c:v>
                </c:pt>
                <c:pt idx="12445">
                  <c:v>7.8116083077254259E+17</c:v>
                </c:pt>
                <c:pt idx="12446">
                  <c:v>7.8117500905712013E+17</c:v>
                </c:pt>
                <c:pt idx="12447">
                  <c:v>7.8118563664108429E+17</c:v>
                </c:pt>
                <c:pt idx="12448">
                  <c:v>7.8119662658567731E+17</c:v>
                </c:pt>
                <c:pt idx="12449">
                  <c:v>7.8136896392901325E+17</c:v>
                </c:pt>
                <c:pt idx="12450">
                  <c:v>7.814106842179273E+17</c:v>
                </c:pt>
                <c:pt idx="12451">
                  <c:v>7.8142849717688538E+17</c:v>
                </c:pt>
                <c:pt idx="12452">
                  <c:v>7.8144800153963149E+17</c:v>
                </c:pt>
                <c:pt idx="12453">
                  <c:v>7.8147692055967962E+17</c:v>
                </c:pt>
                <c:pt idx="12454">
                  <c:v>7.815014819543625E+17</c:v>
                </c:pt>
                <c:pt idx="12455">
                  <c:v>7.8151620553097203E+17</c:v>
                </c:pt>
                <c:pt idx="12456">
                  <c:v>7.8155170739096678E+17</c:v>
                </c:pt>
                <c:pt idx="12457">
                  <c:v>7.8160660196595456E+17</c:v>
                </c:pt>
                <c:pt idx="12458">
                  <c:v>7.8160813931991898E+17</c:v>
                </c:pt>
                <c:pt idx="12459">
                  <c:v>7.816309806747913E+17</c:v>
                </c:pt>
                <c:pt idx="12460">
                  <c:v>7.8165439863544627E+17</c:v>
                </c:pt>
                <c:pt idx="12461">
                  <c:v>7.8168228982216166E+17</c:v>
                </c:pt>
                <c:pt idx="12462">
                  <c:v>7.8173734847142195E+17</c:v>
                </c:pt>
                <c:pt idx="12463">
                  <c:v>7.8211880204963789E+17</c:v>
                </c:pt>
                <c:pt idx="12464">
                  <c:v>7.8218959493754099E+17</c:v>
                </c:pt>
                <c:pt idx="12465">
                  <c:v>7.8218991573006874E+17</c:v>
                </c:pt>
                <c:pt idx="12466">
                  <c:v>7.8219480625920781E+17</c:v>
                </c:pt>
                <c:pt idx="12467">
                  <c:v>7.8220860717639398E+17</c:v>
                </c:pt>
                <c:pt idx="12468">
                  <c:v>7.8243375796941414E+17</c:v>
                </c:pt>
                <c:pt idx="12469">
                  <c:v>7.8247531902740032E+17</c:v>
                </c:pt>
                <c:pt idx="12470">
                  <c:v>7.8248078131347034E+17</c:v>
                </c:pt>
                <c:pt idx="12471">
                  <c:v>7.8249613097138944E+17</c:v>
                </c:pt>
                <c:pt idx="12472">
                  <c:v>7.8249661686389901E+17</c:v>
                </c:pt>
                <c:pt idx="12473">
                  <c:v>7.8264251281670656E+17</c:v>
                </c:pt>
                <c:pt idx="12474">
                  <c:v>7.8276312278237901E+17</c:v>
                </c:pt>
                <c:pt idx="12475">
                  <c:v>7.8286400184183066E+17</c:v>
                </c:pt>
                <c:pt idx="12476">
                  <c:v>7.8288962987604506E+17</c:v>
                </c:pt>
                <c:pt idx="12477">
                  <c:v>7.8293161934597837E+17</c:v>
                </c:pt>
                <c:pt idx="12478">
                  <c:v>7.8294691929549453E+17</c:v>
                </c:pt>
                <c:pt idx="12479">
                  <c:v>7.8295033192988134E+17</c:v>
                </c:pt>
                <c:pt idx="12480">
                  <c:v>7.8295791260831053E+17</c:v>
                </c:pt>
                <c:pt idx="12481">
                  <c:v>7.829638209722537E+17</c:v>
                </c:pt>
                <c:pt idx="12482">
                  <c:v>7.8297011997961971E+17</c:v>
                </c:pt>
                <c:pt idx="12483">
                  <c:v>7.8297277618228698E+17</c:v>
                </c:pt>
                <c:pt idx="12484">
                  <c:v>7.8297391538832128E+17</c:v>
                </c:pt>
                <c:pt idx="12485">
                  <c:v>7.8297594820195622E+17</c:v>
                </c:pt>
                <c:pt idx="12486">
                  <c:v>7.8297954084682394E+17</c:v>
                </c:pt>
                <c:pt idx="12487">
                  <c:v>7.8303457017569344E+17</c:v>
                </c:pt>
                <c:pt idx="12488">
                  <c:v>7.8320715459786534E+17</c:v>
                </c:pt>
                <c:pt idx="12489">
                  <c:v>7.8321654780843149E+17</c:v>
                </c:pt>
                <c:pt idx="12490">
                  <c:v>7.8324498295765056E+17</c:v>
                </c:pt>
                <c:pt idx="12491">
                  <c:v>7.8326512581446464E+17</c:v>
                </c:pt>
                <c:pt idx="12492">
                  <c:v>7.8336475385439002E+17</c:v>
                </c:pt>
                <c:pt idx="12493">
                  <c:v>7.8365653385153882E+17</c:v>
                </c:pt>
                <c:pt idx="12494">
                  <c:v>7.8370143161500851E+17</c:v>
                </c:pt>
                <c:pt idx="12495">
                  <c:v>7.837143739190999E+17</c:v>
                </c:pt>
                <c:pt idx="12496">
                  <c:v>7.8372401671346099E+17</c:v>
                </c:pt>
                <c:pt idx="12497">
                  <c:v>7.8374667441169318E+17</c:v>
                </c:pt>
                <c:pt idx="12498">
                  <c:v>7.8381731224733427E+17</c:v>
                </c:pt>
                <c:pt idx="12499">
                  <c:v>7.8382705807047654E+17</c:v>
                </c:pt>
                <c:pt idx="12500">
                  <c:v>7.8387235141308941E+17</c:v>
                </c:pt>
                <c:pt idx="12501">
                  <c:v>7.8389186268682624E+17</c:v>
                </c:pt>
                <c:pt idx="12502">
                  <c:v>7.8395353017048678E+17</c:v>
                </c:pt>
                <c:pt idx="12503">
                  <c:v>7.8396453652828339E+17</c:v>
                </c:pt>
                <c:pt idx="12504">
                  <c:v>7.8396591824111706E+17</c:v>
                </c:pt>
                <c:pt idx="12505">
                  <c:v>7.839887964431113E+17</c:v>
                </c:pt>
                <c:pt idx="12506">
                  <c:v>7.8401331828459546E+17</c:v>
                </c:pt>
                <c:pt idx="12507">
                  <c:v>7.8409226440673382E+17</c:v>
                </c:pt>
                <c:pt idx="12508">
                  <c:v>7.8409708050829299E+17</c:v>
                </c:pt>
                <c:pt idx="12509">
                  <c:v>7.8409909826889523E+17</c:v>
                </c:pt>
                <c:pt idx="12510">
                  <c:v>7.8423246378407386E+17</c:v>
                </c:pt>
                <c:pt idx="12511">
                  <c:v>7.843019787461376E+17</c:v>
                </c:pt>
                <c:pt idx="12512">
                  <c:v>7.8431130669582362E+17</c:v>
                </c:pt>
                <c:pt idx="12513">
                  <c:v>7.8444144961156544E+17</c:v>
                </c:pt>
                <c:pt idx="12514">
                  <c:v>7.8446526298911731E+17</c:v>
                </c:pt>
                <c:pt idx="12515">
                  <c:v>7.8447791663084557E+17</c:v>
                </c:pt>
                <c:pt idx="12516">
                  <c:v>7.8448554230150822E+17</c:v>
                </c:pt>
                <c:pt idx="12517">
                  <c:v>7.8448633772832E+17</c:v>
                </c:pt>
                <c:pt idx="12518">
                  <c:v>7.8470629309724224E+17</c:v>
                </c:pt>
                <c:pt idx="12519">
                  <c:v>7.847163891640448E+17</c:v>
                </c:pt>
                <c:pt idx="12520">
                  <c:v>7.8473881489727386E+17</c:v>
                </c:pt>
                <c:pt idx="12521">
                  <c:v>7.847415979268009E+17</c:v>
                </c:pt>
                <c:pt idx="12522">
                  <c:v>7.8474669590815936E+17</c:v>
                </c:pt>
                <c:pt idx="12523">
                  <c:v>7.8474802615042982E+17</c:v>
                </c:pt>
                <c:pt idx="12524">
                  <c:v>7.8515387723617037E+17</c:v>
                </c:pt>
                <c:pt idx="12525">
                  <c:v>7.8523285263610317E+17</c:v>
                </c:pt>
                <c:pt idx="12526">
                  <c:v>7.853583558775671E+17</c:v>
                </c:pt>
                <c:pt idx="12527">
                  <c:v>7.853902201864041E+17</c:v>
                </c:pt>
                <c:pt idx="12528">
                  <c:v>7.8541395054279117E+17</c:v>
                </c:pt>
                <c:pt idx="12529">
                  <c:v>7.8542249692119334E+17</c:v>
                </c:pt>
                <c:pt idx="12530">
                  <c:v>7.8542462004432333E+17</c:v>
                </c:pt>
                <c:pt idx="12531">
                  <c:v>7.8542513452138176E+17</c:v>
                </c:pt>
                <c:pt idx="12532">
                  <c:v>7.8542829321088986E+17</c:v>
                </c:pt>
                <c:pt idx="12533">
                  <c:v>7.854350134724489E+17</c:v>
                </c:pt>
                <c:pt idx="12534">
                  <c:v>7.8544094462854208E+17</c:v>
                </c:pt>
                <c:pt idx="12535">
                  <c:v>7.8544896606301824E+17</c:v>
                </c:pt>
                <c:pt idx="12536">
                  <c:v>7.8569495102046643E+17</c:v>
                </c:pt>
                <c:pt idx="12537">
                  <c:v>7.8575219056159718E+17</c:v>
                </c:pt>
                <c:pt idx="12538">
                  <c:v>7.8583918527266317E+17</c:v>
                </c:pt>
                <c:pt idx="12539">
                  <c:v>7.8587620168288346E+17</c:v>
                </c:pt>
                <c:pt idx="12540">
                  <c:v>7.8587721259410086E+17</c:v>
                </c:pt>
                <c:pt idx="12541">
                  <c:v>7.8589267936917274E+17</c:v>
                </c:pt>
                <c:pt idx="12542">
                  <c:v>7.8592740438581478E+17</c:v>
                </c:pt>
                <c:pt idx="12543">
                  <c:v>7.8594391506332762E+17</c:v>
                </c:pt>
                <c:pt idx="12544">
                  <c:v>7.8597669260013133E+17</c:v>
                </c:pt>
                <c:pt idx="12545">
                  <c:v>7.8605766222211366E+17</c:v>
                </c:pt>
                <c:pt idx="12546">
                  <c:v>7.860917327810432E+17</c:v>
                </c:pt>
                <c:pt idx="12547">
                  <c:v>7.8609212525301658E+17</c:v>
                </c:pt>
                <c:pt idx="12548">
                  <c:v>7.8616751353405414E+17</c:v>
                </c:pt>
                <c:pt idx="12549">
                  <c:v>7.864727354685655E+17</c:v>
                </c:pt>
                <c:pt idx="12550">
                  <c:v>7.8653014731634598E+17</c:v>
                </c:pt>
                <c:pt idx="12551">
                  <c:v>7.8654799808544371E+17</c:v>
                </c:pt>
                <c:pt idx="12552">
                  <c:v>7.8657860965063181E+17</c:v>
                </c:pt>
                <c:pt idx="12553">
                  <c:v>7.8658038474211904E+17</c:v>
                </c:pt>
                <c:pt idx="12554">
                  <c:v>7.8664502158608742E+17</c:v>
                </c:pt>
                <c:pt idx="12555">
                  <c:v>7.8677373021621722E+17</c:v>
                </c:pt>
                <c:pt idx="12556">
                  <c:v>7.8679318512198106E+17</c:v>
                </c:pt>
                <c:pt idx="12557">
                  <c:v>7.8683487376346048E+17</c:v>
                </c:pt>
                <c:pt idx="12558">
                  <c:v>7.8685275940806157E+17</c:v>
                </c:pt>
                <c:pt idx="12559">
                  <c:v>7.8685284711414029E+17</c:v>
                </c:pt>
                <c:pt idx="12560">
                  <c:v>7.8690368712463667E+17</c:v>
                </c:pt>
                <c:pt idx="12561">
                  <c:v>7.8691497239044736E+17</c:v>
                </c:pt>
                <c:pt idx="12562">
                  <c:v>7.8693237448404979E+17</c:v>
                </c:pt>
                <c:pt idx="12563">
                  <c:v>7.8711708071549952E+17</c:v>
                </c:pt>
                <c:pt idx="12564">
                  <c:v>7.8713532256100685E+17</c:v>
                </c:pt>
                <c:pt idx="12565">
                  <c:v>7.8718408809317696E+17</c:v>
                </c:pt>
                <c:pt idx="12566">
                  <c:v>7.8729445127387866E+17</c:v>
                </c:pt>
                <c:pt idx="12567">
                  <c:v>7.8738886068666138E+17</c:v>
                </c:pt>
                <c:pt idx="12568">
                  <c:v>7.8740567441014118E+17</c:v>
                </c:pt>
                <c:pt idx="12569">
                  <c:v>7.8755030947976576E+17</c:v>
                </c:pt>
                <c:pt idx="12570">
                  <c:v>7.876377500279351E+17</c:v>
                </c:pt>
                <c:pt idx="12571">
                  <c:v>7.8767806716637146E+17</c:v>
                </c:pt>
                <c:pt idx="12572">
                  <c:v>7.8767807313768717E+17</c:v>
                </c:pt>
                <c:pt idx="12573">
                  <c:v>7.8792109726202048E+17</c:v>
                </c:pt>
                <c:pt idx="12574">
                  <c:v>7.8793459478086093E+17</c:v>
                </c:pt>
                <c:pt idx="12575">
                  <c:v>7.8793490021927104E+17</c:v>
                </c:pt>
                <c:pt idx="12576">
                  <c:v>7.8796058383145894E+17</c:v>
                </c:pt>
                <c:pt idx="12577">
                  <c:v>7.8799670827823014E+17</c:v>
                </c:pt>
                <c:pt idx="12578">
                  <c:v>7.8803641509060557E+17</c:v>
                </c:pt>
                <c:pt idx="12579">
                  <c:v>7.8803979059295885E+17</c:v>
                </c:pt>
                <c:pt idx="12580">
                  <c:v>7.8805060812249843E+17</c:v>
                </c:pt>
                <c:pt idx="12581">
                  <c:v>7.8808848918464973E+17</c:v>
                </c:pt>
                <c:pt idx="12582">
                  <c:v>7.881046492805952E+17</c:v>
                </c:pt>
                <c:pt idx="12583">
                  <c:v>7.8811055168424256E+17</c:v>
                </c:pt>
                <c:pt idx="12584">
                  <c:v>7.881455161229591E+17</c:v>
                </c:pt>
                <c:pt idx="12585">
                  <c:v>7.8820734898508941E+17</c:v>
                </c:pt>
                <c:pt idx="12586">
                  <c:v>7.8824948814257498E+17</c:v>
                </c:pt>
                <c:pt idx="12587">
                  <c:v>7.883419612928448E+17</c:v>
                </c:pt>
                <c:pt idx="12588">
                  <c:v>7.8836301458760794E+17</c:v>
                </c:pt>
                <c:pt idx="12589">
                  <c:v>7.8862321919317734E+17</c:v>
                </c:pt>
                <c:pt idx="12590">
                  <c:v>7.8868743058057894E+17</c:v>
                </c:pt>
                <c:pt idx="12591">
                  <c:v>7.8872720013220531E+17</c:v>
                </c:pt>
                <c:pt idx="12592">
                  <c:v>7.8872720456214323E+17</c:v>
                </c:pt>
                <c:pt idx="12593">
                  <c:v>7.8880581501029005E+17</c:v>
                </c:pt>
                <c:pt idx="12594">
                  <c:v>7.8880615553988032E+17</c:v>
                </c:pt>
                <c:pt idx="12595">
                  <c:v>7.8881820204243085E+17</c:v>
                </c:pt>
                <c:pt idx="12596">
                  <c:v>7.8882679838119846E+17</c:v>
                </c:pt>
                <c:pt idx="12597">
                  <c:v>7.8882812888651238E+17</c:v>
                </c:pt>
                <c:pt idx="12598">
                  <c:v>7.8884193313424806E+17</c:v>
                </c:pt>
                <c:pt idx="12599">
                  <c:v>7.8901538198453683E+17</c:v>
                </c:pt>
                <c:pt idx="12600">
                  <c:v>7.8905530775053901E+17</c:v>
                </c:pt>
                <c:pt idx="12601">
                  <c:v>7.8926007230279923E+17</c:v>
                </c:pt>
                <c:pt idx="12602">
                  <c:v>7.8942465281652698E+17</c:v>
                </c:pt>
                <c:pt idx="12603">
                  <c:v>7.8944047050902157E+17</c:v>
                </c:pt>
                <c:pt idx="12604">
                  <c:v>7.895550537889897E+17</c:v>
                </c:pt>
                <c:pt idx="12605">
                  <c:v>7.895729613521239E+17</c:v>
                </c:pt>
                <c:pt idx="12606">
                  <c:v>7.8958052419444851E+17</c:v>
                </c:pt>
                <c:pt idx="12607">
                  <c:v>7.896108299940768E+17</c:v>
                </c:pt>
                <c:pt idx="12608">
                  <c:v>7.8962503965501747E+17</c:v>
                </c:pt>
                <c:pt idx="12609">
                  <c:v>7.8981723109680166E+17</c:v>
                </c:pt>
                <c:pt idx="12610">
                  <c:v>7.8984482664725133E+17</c:v>
                </c:pt>
                <c:pt idx="12611">
                  <c:v>7.8985975536041306E+17</c:v>
                </c:pt>
                <c:pt idx="12612">
                  <c:v>7.8987461402790477E+17</c:v>
                </c:pt>
                <c:pt idx="12613">
                  <c:v>7.9014401747148685E+17</c:v>
                </c:pt>
                <c:pt idx="12614">
                  <c:v>7.9022694261584973E+17</c:v>
                </c:pt>
                <c:pt idx="12615">
                  <c:v>7.90237687527408E+17</c:v>
                </c:pt>
                <c:pt idx="12616">
                  <c:v>7.9024341918137421E+17</c:v>
                </c:pt>
                <c:pt idx="12617">
                  <c:v>7.9025168568546048E+17</c:v>
                </c:pt>
                <c:pt idx="12618">
                  <c:v>7.9025440435939814E+17</c:v>
                </c:pt>
                <c:pt idx="12619">
                  <c:v>7.9025926034909875E+17</c:v>
                </c:pt>
                <c:pt idx="12620">
                  <c:v>7.9026422671227789E+17</c:v>
                </c:pt>
                <c:pt idx="12621">
                  <c:v>7.9026601139666598E+17</c:v>
                </c:pt>
                <c:pt idx="12622">
                  <c:v>7.9027823032584307E+17</c:v>
                </c:pt>
                <c:pt idx="12623">
                  <c:v>7.9028047354774528E+17</c:v>
                </c:pt>
                <c:pt idx="12624">
                  <c:v>7.902824804275063E+17</c:v>
                </c:pt>
                <c:pt idx="12625">
                  <c:v>7.9028353378192986E+17</c:v>
                </c:pt>
                <c:pt idx="12626">
                  <c:v>7.9032919270915226E+17</c:v>
                </c:pt>
                <c:pt idx="12627">
                  <c:v>7.9034130754300966E+17</c:v>
                </c:pt>
                <c:pt idx="12628">
                  <c:v>7.9034417577814925E+17</c:v>
                </c:pt>
                <c:pt idx="12629">
                  <c:v>7.9034671045489472E+17</c:v>
                </c:pt>
                <c:pt idx="12630">
                  <c:v>7.9045185554160794E+17</c:v>
                </c:pt>
                <c:pt idx="12631">
                  <c:v>7.9045804566586778E+17</c:v>
                </c:pt>
                <c:pt idx="12632">
                  <c:v>7.9045836715926938E+17</c:v>
                </c:pt>
                <c:pt idx="12633">
                  <c:v>7.9045861498054259E+17</c:v>
                </c:pt>
                <c:pt idx="12634">
                  <c:v>7.9046023648568909E+17</c:v>
                </c:pt>
                <c:pt idx="12635">
                  <c:v>7.9046040636058355E+17</c:v>
                </c:pt>
                <c:pt idx="12636">
                  <c:v>7.9046047688797811E+17</c:v>
                </c:pt>
                <c:pt idx="12637">
                  <c:v>7.9046504074109286E+17</c:v>
                </c:pt>
                <c:pt idx="12638">
                  <c:v>7.9047396659095923E+17</c:v>
                </c:pt>
                <c:pt idx="12639">
                  <c:v>7.9047450315724352E+17</c:v>
                </c:pt>
                <c:pt idx="12640">
                  <c:v>7.9047533508686426E+17</c:v>
                </c:pt>
                <c:pt idx="12641">
                  <c:v>7.9047554621371738E+17</c:v>
                </c:pt>
                <c:pt idx="12642">
                  <c:v>7.9047649238419904E+17</c:v>
                </c:pt>
                <c:pt idx="12643">
                  <c:v>7.9047680830870234E+17</c:v>
                </c:pt>
                <c:pt idx="12644">
                  <c:v>7.9072279433670336E+17</c:v>
                </c:pt>
                <c:pt idx="12645">
                  <c:v>7.907346258252992E+17</c:v>
                </c:pt>
                <c:pt idx="12646">
                  <c:v>7.9075100984648896E+17</c:v>
                </c:pt>
                <c:pt idx="12647">
                  <c:v>7.9076281481484672E+17</c:v>
                </c:pt>
                <c:pt idx="12648">
                  <c:v>7.9084753603407296E+17</c:v>
                </c:pt>
                <c:pt idx="12649">
                  <c:v>7.9091458176226291E+17</c:v>
                </c:pt>
                <c:pt idx="12650">
                  <c:v>7.9093705730847002E+17</c:v>
                </c:pt>
                <c:pt idx="12651">
                  <c:v>7.9094272721134963E+17</c:v>
                </c:pt>
                <c:pt idx="12652">
                  <c:v>7.909666775189993E+17</c:v>
                </c:pt>
                <c:pt idx="12653">
                  <c:v>7.9096684315577754E+17</c:v>
                </c:pt>
                <c:pt idx="12654">
                  <c:v>7.9100508750857728E+17</c:v>
                </c:pt>
                <c:pt idx="12655">
                  <c:v>7.9109016736214144E+17</c:v>
                </c:pt>
                <c:pt idx="12656">
                  <c:v>7.9113533589511987E+17</c:v>
                </c:pt>
                <c:pt idx="12657">
                  <c:v>7.9114380259673395E+17</c:v>
                </c:pt>
                <c:pt idx="12658">
                  <c:v>7.9117659301393152E+17</c:v>
                </c:pt>
                <c:pt idx="12659">
                  <c:v>7.9125773030644467E+17</c:v>
                </c:pt>
                <c:pt idx="12660">
                  <c:v>7.9126440318766694E+17</c:v>
                </c:pt>
                <c:pt idx="12661">
                  <c:v>7.9127256848376013E+17</c:v>
                </c:pt>
                <c:pt idx="12662">
                  <c:v>7.9129784069245606E+17</c:v>
                </c:pt>
                <c:pt idx="12663">
                  <c:v>7.9131097678480589E+17</c:v>
                </c:pt>
                <c:pt idx="12664">
                  <c:v>7.9169638877187341E+17</c:v>
                </c:pt>
                <c:pt idx="12665">
                  <c:v>7.9170306621756941E+17</c:v>
                </c:pt>
                <c:pt idx="12666">
                  <c:v>7.9173832405376832E+17</c:v>
                </c:pt>
                <c:pt idx="12667">
                  <c:v>7.9175241726879462E+17</c:v>
                </c:pt>
                <c:pt idx="12668">
                  <c:v>7.9182855807435597E+17</c:v>
                </c:pt>
                <c:pt idx="12669">
                  <c:v>7.9184443164398093E+17</c:v>
                </c:pt>
                <c:pt idx="12670">
                  <c:v>7.9184771594992115E+17</c:v>
                </c:pt>
                <c:pt idx="12671">
                  <c:v>7.9185169536200602E+17</c:v>
                </c:pt>
                <c:pt idx="12672">
                  <c:v>7.9185245782566541E+17</c:v>
                </c:pt>
                <c:pt idx="12673">
                  <c:v>7.9186711137546163E+17</c:v>
                </c:pt>
                <c:pt idx="12674">
                  <c:v>7.919152400527255E+17</c:v>
                </c:pt>
                <c:pt idx="12675">
                  <c:v>7.9193150964769318E+17</c:v>
                </c:pt>
                <c:pt idx="12676">
                  <c:v>7.9198023062665178E+17</c:v>
                </c:pt>
                <c:pt idx="12677">
                  <c:v>7.9203480410849152E+17</c:v>
                </c:pt>
                <c:pt idx="12678">
                  <c:v>7.9205226476699174E+17</c:v>
                </c:pt>
                <c:pt idx="12679">
                  <c:v>7.9206275267288026E+17</c:v>
                </c:pt>
                <c:pt idx="12680">
                  <c:v>7.9226016604846195E+17</c:v>
                </c:pt>
                <c:pt idx="12681">
                  <c:v>7.9230295295081626E+17</c:v>
                </c:pt>
                <c:pt idx="12682">
                  <c:v>7.9236981942938944E+17</c:v>
                </c:pt>
                <c:pt idx="12683">
                  <c:v>7.9238570256123712E+17</c:v>
                </c:pt>
                <c:pt idx="12684">
                  <c:v>7.9239437672615821E+17</c:v>
                </c:pt>
                <c:pt idx="12685">
                  <c:v>7.9242358164067699E+17</c:v>
                </c:pt>
                <c:pt idx="12686">
                  <c:v>7.9245425290998298E+17</c:v>
                </c:pt>
                <c:pt idx="12687">
                  <c:v>7.9246294984336602E+17</c:v>
                </c:pt>
                <c:pt idx="12688">
                  <c:v>7.9250640114602022E+17</c:v>
                </c:pt>
                <c:pt idx="12689">
                  <c:v>7.9252628886854618E+17</c:v>
                </c:pt>
                <c:pt idx="12690">
                  <c:v>7.9256182334036595E+17</c:v>
                </c:pt>
                <c:pt idx="12691">
                  <c:v>7.9258130987827136E+17</c:v>
                </c:pt>
                <c:pt idx="12692">
                  <c:v>7.9263978918559053E+17</c:v>
                </c:pt>
                <c:pt idx="12693">
                  <c:v>7.9266501223332544E+17</c:v>
                </c:pt>
                <c:pt idx="12694">
                  <c:v>7.9268397848361165E+17</c:v>
                </c:pt>
                <c:pt idx="12695">
                  <c:v>7.9269578850157133E+17</c:v>
                </c:pt>
                <c:pt idx="12696">
                  <c:v>7.929043220104567E+17</c:v>
                </c:pt>
                <c:pt idx="12697">
                  <c:v>7.9299347012846566E+17</c:v>
                </c:pt>
                <c:pt idx="12698">
                  <c:v>7.930160126343689E+17</c:v>
                </c:pt>
                <c:pt idx="12699">
                  <c:v>7.9302104469902554E+17</c:v>
                </c:pt>
                <c:pt idx="12700">
                  <c:v>7.930258951005824E+17</c:v>
                </c:pt>
                <c:pt idx="12701">
                  <c:v>7.9302848461643994E+17</c:v>
                </c:pt>
                <c:pt idx="12702">
                  <c:v>7.9303151789664461E+17</c:v>
                </c:pt>
                <c:pt idx="12703">
                  <c:v>7.9303460309697523E+17</c:v>
                </c:pt>
                <c:pt idx="12704">
                  <c:v>7.9303813544414144E+17</c:v>
                </c:pt>
                <c:pt idx="12705">
                  <c:v>7.930994457618647E+17</c:v>
                </c:pt>
                <c:pt idx="12706">
                  <c:v>7.931024719843415E+17</c:v>
                </c:pt>
                <c:pt idx="12707">
                  <c:v>7.9312846661841152E+17</c:v>
                </c:pt>
                <c:pt idx="12708">
                  <c:v>7.9320250625768742E+17</c:v>
                </c:pt>
                <c:pt idx="12709">
                  <c:v>7.9322396414044365E+17</c:v>
                </c:pt>
                <c:pt idx="12710">
                  <c:v>7.9323552746060787E+17</c:v>
                </c:pt>
                <c:pt idx="12711">
                  <c:v>7.9327877261964288E+17</c:v>
                </c:pt>
                <c:pt idx="12712">
                  <c:v>7.9327883702910976E+17</c:v>
                </c:pt>
                <c:pt idx="12713">
                  <c:v>7.9334150904568307E+17</c:v>
                </c:pt>
                <c:pt idx="12714">
                  <c:v>7.9337206913680358E+17</c:v>
                </c:pt>
                <c:pt idx="12715">
                  <c:v>7.936661897568919E+17</c:v>
                </c:pt>
                <c:pt idx="12716">
                  <c:v>7.936874246246537E+17</c:v>
                </c:pt>
                <c:pt idx="12717">
                  <c:v>7.9370510137177856E+17</c:v>
                </c:pt>
                <c:pt idx="12718">
                  <c:v>7.9412298712607245E+17</c:v>
                </c:pt>
                <c:pt idx="12719">
                  <c:v>7.9415941519796826E+17</c:v>
                </c:pt>
                <c:pt idx="12720">
                  <c:v>7.9426673137381594E+17</c:v>
                </c:pt>
                <c:pt idx="12721">
                  <c:v>7.9428444637455488E+17</c:v>
                </c:pt>
                <c:pt idx="12722">
                  <c:v>7.9430041516316147E+17</c:v>
                </c:pt>
                <c:pt idx="12723">
                  <c:v>7.9447241727325606E+17</c:v>
                </c:pt>
                <c:pt idx="12724">
                  <c:v>7.9448625869019699E+17</c:v>
                </c:pt>
                <c:pt idx="12725">
                  <c:v>7.9459697282741453E+17</c:v>
                </c:pt>
                <c:pt idx="12726">
                  <c:v>7.9481975501062067E+17</c:v>
                </c:pt>
                <c:pt idx="12727">
                  <c:v>7.9484088823337907E+17</c:v>
                </c:pt>
                <c:pt idx="12728">
                  <c:v>7.9485104814805222E+17</c:v>
                </c:pt>
                <c:pt idx="12729">
                  <c:v>7.9512998620547187E+17</c:v>
                </c:pt>
                <c:pt idx="12730">
                  <c:v>7.9513397219370419E+17</c:v>
                </c:pt>
                <c:pt idx="12731">
                  <c:v>7.9515195931407078E+17</c:v>
                </c:pt>
                <c:pt idx="12732">
                  <c:v>7.951818259607689E+17</c:v>
                </c:pt>
                <c:pt idx="12733">
                  <c:v>7.9521210281404928E+17</c:v>
                </c:pt>
                <c:pt idx="12734">
                  <c:v>7.9527701138684518E+17</c:v>
                </c:pt>
                <c:pt idx="12735">
                  <c:v>7.9528137292012365E+17</c:v>
                </c:pt>
                <c:pt idx="12736">
                  <c:v>7.9534197044610394E+17</c:v>
                </c:pt>
                <c:pt idx="12737">
                  <c:v>7.9534305456671872E+17</c:v>
                </c:pt>
                <c:pt idx="12738">
                  <c:v>7.953451799202807E+17</c:v>
                </c:pt>
                <c:pt idx="12739">
                  <c:v>7.9538444965066842E+17</c:v>
                </c:pt>
                <c:pt idx="12740">
                  <c:v>7.9542110441385574E+17</c:v>
                </c:pt>
                <c:pt idx="12741">
                  <c:v>7.9548860061643866E+17</c:v>
                </c:pt>
                <c:pt idx="12742">
                  <c:v>7.9552041946972851E+17</c:v>
                </c:pt>
                <c:pt idx="12743">
                  <c:v>7.9553444447859994E+17</c:v>
                </c:pt>
                <c:pt idx="12744">
                  <c:v>7.9555736887974694E+17</c:v>
                </c:pt>
                <c:pt idx="12745">
                  <c:v>7.9557624991789952E+17</c:v>
                </c:pt>
                <c:pt idx="12746">
                  <c:v>7.9583263756507456E+17</c:v>
                </c:pt>
                <c:pt idx="12747">
                  <c:v>7.9584038484852992E+17</c:v>
                </c:pt>
                <c:pt idx="12748">
                  <c:v>7.9587642817543744E+17</c:v>
                </c:pt>
                <c:pt idx="12749">
                  <c:v>7.9592902632593382E+17</c:v>
                </c:pt>
                <c:pt idx="12750">
                  <c:v>7.959385439073143E+17</c:v>
                </c:pt>
                <c:pt idx="12751">
                  <c:v>7.9600107019091315E+17</c:v>
                </c:pt>
                <c:pt idx="12752">
                  <c:v>7.9600453635275904E+17</c:v>
                </c:pt>
                <c:pt idx="12753">
                  <c:v>7.9604423173150861E+17</c:v>
                </c:pt>
                <c:pt idx="12754">
                  <c:v>7.9606212626723571E+17</c:v>
                </c:pt>
                <c:pt idx="12755">
                  <c:v>7.9608183044659776E+17</c:v>
                </c:pt>
                <c:pt idx="12756">
                  <c:v>7.9610835514403648E+17</c:v>
                </c:pt>
                <c:pt idx="12757">
                  <c:v>7.9611844108043085E+17</c:v>
                </c:pt>
                <c:pt idx="12758">
                  <c:v>7.9615301470512474E+17</c:v>
                </c:pt>
                <c:pt idx="12759">
                  <c:v>7.9617757409390464E+17</c:v>
                </c:pt>
                <c:pt idx="12760">
                  <c:v>7.9618061265250701E+17</c:v>
                </c:pt>
                <c:pt idx="12761">
                  <c:v>7.9622831488734413E+17</c:v>
                </c:pt>
                <c:pt idx="12762">
                  <c:v>7.9623260032607027E+17</c:v>
                </c:pt>
                <c:pt idx="12763">
                  <c:v>7.9623563057629888E+17</c:v>
                </c:pt>
                <c:pt idx="12764">
                  <c:v>7.962408160533216E+17</c:v>
                </c:pt>
                <c:pt idx="12765">
                  <c:v>7.9624256681853606E+17</c:v>
                </c:pt>
                <c:pt idx="12766">
                  <c:v>7.9624386112616614E+17</c:v>
                </c:pt>
                <c:pt idx="12767">
                  <c:v>7.9624524444712755E+17</c:v>
                </c:pt>
                <c:pt idx="12768">
                  <c:v>7.9624661412964851E+17</c:v>
                </c:pt>
                <c:pt idx="12769">
                  <c:v>7.9624786764898803E+17</c:v>
                </c:pt>
                <c:pt idx="12770">
                  <c:v>7.9624917238357338E+17</c:v>
                </c:pt>
                <c:pt idx="12771">
                  <c:v>7.962507747203593E+17</c:v>
                </c:pt>
                <c:pt idx="12772">
                  <c:v>7.9625195838913613E+17</c:v>
                </c:pt>
                <c:pt idx="12773">
                  <c:v>7.9625309366981402E+17</c:v>
                </c:pt>
                <c:pt idx="12774">
                  <c:v>7.962556599516384E+17</c:v>
                </c:pt>
                <c:pt idx="12775">
                  <c:v>7.9625730555161434E+17</c:v>
                </c:pt>
                <c:pt idx="12776">
                  <c:v>7.9625845551730214E+17</c:v>
                </c:pt>
                <c:pt idx="12777">
                  <c:v>7.9625961630894118E+17</c:v>
                </c:pt>
                <c:pt idx="12778">
                  <c:v>7.96260792735328E+17</c:v>
                </c:pt>
                <c:pt idx="12779">
                  <c:v>7.9626199262017318E+17</c:v>
                </c:pt>
                <c:pt idx="12780">
                  <c:v>7.9626321696416934E+17</c:v>
                </c:pt>
                <c:pt idx="12781">
                  <c:v>7.9626514484501478E+17</c:v>
                </c:pt>
                <c:pt idx="12782">
                  <c:v>7.9626757966372122E+17</c:v>
                </c:pt>
                <c:pt idx="12783">
                  <c:v>7.962944303781801E+17</c:v>
                </c:pt>
                <c:pt idx="12784">
                  <c:v>7.966050878293591E+17</c:v>
                </c:pt>
                <c:pt idx="12785">
                  <c:v>7.9666548355990426E+17</c:v>
                </c:pt>
                <c:pt idx="12786">
                  <c:v>7.9666780647124851E+17</c:v>
                </c:pt>
                <c:pt idx="12787">
                  <c:v>7.9666877199795699E+17</c:v>
                </c:pt>
                <c:pt idx="12788">
                  <c:v>7.9668889963115917E+17</c:v>
                </c:pt>
                <c:pt idx="12789">
                  <c:v>7.9671130692821542E+17</c:v>
                </c:pt>
                <c:pt idx="12790">
                  <c:v>7.9671725913624077E+17</c:v>
                </c:pt>
                <c:pt idx="12791">
                  <c:v>7.9673596654597018E+17</c:v>
                </c:pt>
                <c:pt idx="12792">
                  <c:v>7.9682097645476813E+17</c:v>
                </c:pt>
                <c:pt idx="12793">
                  <c:v>7.9689729802937446E+17</c:v>
                </c:pt>
                <c:pt idx="12794">
                  <c:v>7.9721205463754893E+17</c:v>
                </c:pt>
                <c:pt idx="12795">
                  <c:v>7.9737152716505946E+17</c:v>
                </c:pt>
                <c:pt idx="12796">
                  <c:v>7.9737910326459878E+17</c:v>
                </c:pt>
                <c:pt idx="12797">
                  <c:v>7.9738281180750144E+17</c:v>
                </c:pt>
                <c:pt idx="12798">
                  <c:v>7.9739090999471258E+17</c:v>
                </c:pt>
                <c:pt idx="12799">
                  <c:v>7.974099533045737E+17</c:v>
                </c:pt>
                <c:pt idx="12800">
                  <c:v>7.9745164525722714E+17</c:v>
                </c:pt>
                <c:pt idx="12801">
                  <c:v>7.9746787806931571E+17</c:v>
                </c:pt>
                <c:pt idx="12802">
                  <c:v>7.9747020660269888E+17</c:v>
                </c:pt>
                <c:pt idx="12803">
                  <c:v>7.9750682875708083E+17</c:v>
                </c:pt>
                <c:pt idx="12804">
                  <c:v>7.9754835590053504E+17</c:v>
                </c:pt>
                <c:pt idx="12805">
                  <c:v>7.9766041448790579E+17</c:v>
                </c:pt>
                <c:pt idx="12806">
                  <c:v>7.9766985764073011E+17</c:v>
                </c:pt>
                <c:pt idx="12807">
                  <c:v>7.9775748433083238E+17</c:v>
                </c:pt>
                <c:pt idx="12808">
                  <c:v>7.9777190442322778E+17</c:v>
                </c:pt>
                <c:pt idx="12809">
                  <c:v>7.9778512498718541E+17</c:v>
                </c:pt>
                <c:pt idx="12810">
                  <c:v>7.9779596080461402E+17</c:v>
                </c:pt>
                <c:pt idx="12811">
                  <c:v>7.9806480580188019E+17</c:v>
                </c:pt>
                <c:pt idx="12812">
                  <c:v>7.9810382060192397E+17</c:v>
                </c:pt>
                <c:pt idx="12813">
                  <c:v>7.9812065511505203E+17</c:v>
                </c:pt>
                <c:pt idx="12814">
                  <c:v>7.9813541383795469E+17</c:v>
                </c:pt>
                <c:pt idx="12815">
                  <c:v>7.9813969491880998E+17</c:v>
                </c:pt>
                <c:pt idx="12816">
                  <c:v>7.9815778279919552E+17</c:v>
                </c:pt>
                <c:pt idx="12817">
                  <c:v>7.981581225659145E+17</c:v>
                </c:pt>
                <c:pt idx="12818">
                  <c:v>7.9816368997565504E+17</c:v>
                </c:pt>
                <c:pt idx="12819">
                  <c:v>7.9817921096007706E+17</c:v>
                </c:pt>
                <c:pt idx="12820">
                  <c:v>7.9818798930968486E+17</c:v>
                </c:pt>
                <c:pt idx="12821">
                  <c:v>7.9822378294062771E+17</c:v>
                </c:pt>
                <c:pt idx="12822">
                  <c:v>7.9824328845548941E+17</c:v>
                </c:pt>
                <c:pt idx="12823">
                  <c:v>7.982541635147904E+17</c:v>
                </c:pt>
                <c:pt idx="12824">
                  <c:v>7.9826256241417395E+17</c:v>
                </c:pt>
                <c:pt idx="12825">
                  <c:v>7.9826735927240563E+17</c:v>
                </c:pt>
                <c:pt idx="12826">
                  <c:v>7.9827878357804442E+17</c:v>
                </c:pt>
                <c:pt idx="12827">
                  <c:v>7.982967088555872E+17</c:v>
                </c:pt>
                <c:pt idx="12828">
                  <c:v>7.9831028027651174E+17</c:v>
                </c:pt>
                <c:pt idx="12829">
                  <c:v>7.9837546215875648E+17</c:v>
                </c:pt>
                <c:pt idx="12830">
                  <c:v>7.9841202683511053E+17</c:v>
                </c:pt>
                <c:pt idx="12831">
                  <c:v>7.9842520570742246E+17</c:v>
                </c:pt>
                <c:pt idx="12832">
                  <c:v>7.9854878358019994E+17</c:v>
                </c:pt>
                <c:pt idx="12833">
                  <c:v>7.9856005077303974E+17</c:v>
                </c:pt>
                <c:pt idx="12834">
                  <c:v>7.9856858069201485E+17</c:v>
                </c:pt>
                <c:pt idx="12835">
                  <c:v>7.9884177926894963E+17</c:v>
                </c:pt>
                <c:pt idx="12836">
                  <c:v>7.988567153188672E+17</c:v>
                </c:pt>
                <c:pt idx="12837">
                  <c:v>7.9886096820150106E+17</c:v>
                </c:pt>
                <c:pt idx="12838">
                  <c:v>7.9891720069086298E+17</c:v>
                </c:pt>
                <c:pt idx="12839">
                  <c:v>7.9891980484297498E+17</c:v>
                </c:pt>
                <c:pt idx="12840">
                  <c:v>7.9897862898389517E+17</c:v>
                </c:pt>
                <c:pt idx="12841">
                  <c:v>7.9917697920873997E+17</c:v>
                </c:pt>
                <c:pt idx="12842">
                  <c:v>7.9955229740171738E+17</c:v>
                </c:pt>
                <c:pt idx="12843">
                  <c:v>7.9967257616568486E+17</c:v>
                </c:pt>
                <c:pt idx="12844">
                  <c:v>7.9968066339751949E+17</c:v>
                </c:pt>
                <c:pt idx="12845">
                  <c:v>7.9968203254245376E+17</c:v>
                </c:pt>
                <c:pt idx="12846">
                  <c:v>7.9970045540597581E+17</c:v>
                </c:pt>
                <c:pt idx="12847">
                  <c:v>7.9970862932690701E+17</c:v>
                </c:pt>
                <c:pt idx="12848">
                  <c:v>7.9972998431416179E+17</c:v>
                </c:pt>
                <c:pt idx="12849">
                  <c:v>7.9979792200472934E+17</c:v>
                </c:pt>
                <c:pt idx="12850">
                  <c:v>7.9982255261471654E+17</c:v>
                </c:pt>
                <c:pt idx="12851">
                  <c:v>7.9984719368743539E+17</c:v>
                </c:pt>
                <c:pt idx="12852">
                  <c:v>7.9988649644036058E+17</c:v>
                </c:pt>
                <c:pt idx="12853">
                  <c:v>7.9991269053870298E+17</c:v>
                </c:pt>
                <c:pt idx="12854">
                  <c:v>8.0014038078421594E+17</c:v>
                </c:pt>
                <c:pt idx="12855">
                  <c:v>8.0024520019057907E+17</c:v>
                </c:pt>
                <c:pt idx="12856">
                  <c:v>8.0024612434230093E+17</c:v>
                </c:pt>
                <c:pt idx="12857">
                  <c:v>8.002967981519433E+17</c:v>
                </c:pt>
                <c:pt idx="12858">
                  <c:v>8.003489318340352E+17</c:v>
                </c:pt>
                <c:pt idx="12859">
                  <c:v>8.0036168834023987E+17</c:v>
                </c:pt>
                <c:pt idx="12860">
                  <c:v>8.0038686318123725E+17</c:v>
                </c:pt>
                <c:pt idx="12861">
                  <c:v>8.0043946506292352E+17</c:v>
                </c:pt>
                <c:pt idx="12862">
                  <c:v>8.0048269061125581E+17</c:v>
                </c:pt>
                <c:pt idx="12863">
                  <c:v>8.0054268309189274E+17</c:v>
                </c:pt>
                <c:pt idx="12864">
                  <c:v>8.0062236022693376E+17</c:v>
                </c:pt>
                <c:pt idx="12865">
                  <c:v>8.0062292419910438E+17</c:v>
                </c:pt>
                <c:pt idx="12866">
                  <c:v>8.0064218407310861E+17</c:v>
                </c:pt>
                <c:pt idx="12867">
                  <c:v>8.0084452721034688E+17</c:v>
                </c:pt>
                <c:pt idx="12868">
                  <c:v>8.0097619354434163E+17</c:v>
                </c:pt>
                <c:pt idx="12869">
                  <c:v>8.0099130727302182E+17</c:v>
                </c:pt>
                <c:pt idx="12870">
                  <c:v>8.0101246568141619E+17</c:v>
                </c:pt>
                <c:pt idx="12871">
                  <c:v>8.010227414373728E+17</c:v>
                </c:pt>
                <c:pt idx="12872">
                  <c:v>8.0102798781691123E+17</c:v>
                </c:pt>
                <c:pt idx="12873">
                  <c:v>8.0102939339699661E+17</c:v>
                </c:pt>
                <c:pt idx="12874">
                  <c:v>8.0103039443065574E+17</c:v>
                </c:pt>
                <c:pt idx="12875">
                  <c:v>8.0105328540138816E+17</c:v>
                </c:pt>
                <c:pt idx="12876">
                  <c:v>8.0106674804458355E+17</c:v>
                </c:pt>
                <c:pt idx="12877">
                  <c:v>8.0108742362843776E+17</c:v>
                </c:pt>
                <c:pt idx="12878">
                  <c:v>8.0113063852392166E+17</c:v>
                </c:pt>
                <c:pt idx="12879">
                  <c:v>8.0113174283243533E+17</c:v>
                </c:pt>
                <c:pt idx="12880">
                  <c:v>8.0114813530023987E+17</c:v>
                </c:pt>
                <c:pt idx="12881">
                  <c:v>8.0120594808009741E+17</c:v>
                </c:pt>
                <c:pt idx="12882">
                  <c:v>8.0128117577411238E+17</c:v>
                </c:pt>
                <c:pt idx="12883">
                  <c:v>8.0130839629736461E+17</c:v>
                </c:pt>
                <c:pt idx="12884">
                  <c:v>8.0130874215336704E+17</c:v>
                </c:pt>
                <c:pt idx="12885">
                  <c:v>8.0131797497010765E+17</c:v>
                </c:pt>
                <c:pt idx="12886">
                  <c:v>8.0132764917254374E+17</c:v>
                </c:pt>
                <c:pt idx="12887">
                  <c:v>8.013415466792736E+17</c:v>
                </c:pt>
                <c:pt idx="12888">
                  <c:v>8.0149009933882061E+17</c:v>
                </c:pt>
                <c:pt idx="12889">
                  <c:v>8.0165182969339802E+17</c:v>
                </c:pt>
                <c:pt idx="12890">
                  <c:v>8.0172642103820237E+17</c:v>
                </c:pt>
                <c:pt idx="12891">
                  <c:v>8.0181968094389312E+17</c:v>
                </c:pt>
                <c:pt idx="12892">
                  <c:v>8.018600748961865E+17</c:v>
                </c:pt>
                <c:pt idx="12893">
                  <c:v>8.0187207840997645E+17</c:v>
                </c:pt>
                <c:pt idx="12894">
                  <c:v>8.0187464159546432E+17</c:v>
                </c:pt>
                <c:pt idx="12895">
                  <c:v>8.0189481732965338E+17</c:v>
                </c:pt>
                <c:pt idx="12896">
                  <c:v>8.0189995917014182E+17</c:v>
                </c:pt>
                <c:pt idx="12897">
                  <c:v>8.0192028678243341E+17</c:v>
                </c:pt>
                <c:pt idx="12898">
                  <c:v>8.0200711159418227E+17</c:v>
                </c:pt>
                <c:pt idx="12899">
                  <c:v>8.0202461663230746E+17</c:v>
                </c:pt>
                <c:pt idx="12900">
                  <c:v>8.0209532915593101E+17</c:v>
                </c:pt>
                <c:pt idx="12901">
                  <c:v>8.0216497056809421E+17</c:v>
                </c:pt>
                <c:pt idx="12902">
                  <c:v>8.0218032177635712E+17</c:v>
                </c:pt>
                <c:pt idx="12903">
                  <c:v>8.0218619711352346E+17</c:v>
                </c:pt>
                <c:pt idx="12904">
                  <c:v>8.021962184649513E+17</c:v>
                </c:pt>
                <c:pt idx="12905">
                  <c:v>8.0220042513953178E+17</c:v>
                </c:pt>
                <c:pt idx="12906">
                  <c:v>8.022052936091959E+17</c:v>
                </c:pt>
                <c:pt idx="12907">
                  <c:v>8.0221067141153869E+17</c:v>
                </c:pt>
                <c:pt idx="12908">
                  <c:v>8.02418236217056E+17</c:v>
                </c:pt>
                <c:pt idx="12909">
                  <c:v>8.0242458962803981E+17</c:v>
                </c:pt>
                <c:pt idx="12910">
                  <c:v>8.0242459867676032E+17</c:v>
                </c:pt>
                <c:pt idx="12911">
                  <c:v>8.0242494911746675E+17</c:v>
                </c:pt>
                <c:pt idx="12912">
                  <c:v>8.0244625047558541E+17</c:v>
                </c:pt>
                <c:pt idx="12913">
                  <c:v>8.0246276964161472E+17</c:v>
                </c:pt>
                <c:pt idx="12914">
                  <c:v>8.0246295836341453E+17</c:v>
                </c:pt>
                <c:pt idx="12915">
                  <c:v>8.0255525197031795E+17</c:v>
                </c:pt>
                <c:pt idx="12916">
                  <c:v>8.0257162283343117E+17</c:v>
                </c:pt>
                <c:pt idx="12917">
                  <c:v>8.0266411938730957E+17</c:v>
                </c:pt>
                <c:pt idx="12918">
                  <c:v>8.0271228706498086E+17</c:v>
                </c:pt>
                <c:pt idx="12919">
                  <c:v>8.0273268699342566E+17</c:v>
                </c:pt>
                <c:pt idx="12920">
                  <c:v>8.027661891967017E+17</c:v>
                </c:pt>
                <c:pt idx="12921">
                  <c:v>8.0278505906222054E+17</c:v>
                </c:pt>
                <c:pt idx="12922">
                  <c:v>8.027946119573847E+17</c:v>
                </c:pt>
                <c:pt idx="12923">
                  <c:v>8.0280276454024102E+17</c:v>
                </c:pt>
                <c:pt idx="12924">
                  <c:v>8.0280661431190349E+17</c:v>
                </c:pt>
                <c:pt idx="12925">
                  <c:v>8.0283099325821338E+17</c:v>
                </c:pt>
                <c:pt idx="12926">
                  <c:v>8.0284756209128166E+17</c:v>
                </c:pt>
                <c:pt idx="12927">
                  <c:v>8.0285276418559718E+17</c:v>
                </c:pt>
                <c:pt idx="12928">
                  <c:v>8.0286124112759795E+17</c:v>
                </c:pt>
                <c:pt idx="12929">
                  <c:v>8.0286794104707789E+17</c:v>
                </c:pt>
                <c:pt idx="12930">
                  <c:v>8.0286807202942349E+17</c:v>
                </c:pt>
                <c:pt idx="12931">
                  <c:v>8.0287449093376832E+17</c:v>
                </c:pt>
                <c:pt idx="12932">
                  <c:v>8.0287927580826355E+17</c:v>
                </c:pt>
                <c:pt idx="12933">
                  <c:v>8.0288526526588762E+17</c:v>
                </c:pt>
                <c:pt idx="12934">
                  <c:v>8.0289018472850227E+17</c:v>
                </c:pt>
                <c:pt idx="12935">
                  <c:v>8.0305502017912973E+17</c:v>
                </c:pt>
                <c:pt idx="12936">
                  <c:v>8.0315590501309018E+17</c:v>
                </c:pt>
                <c:pt idx="12937">
                  <c:v>8.0320022848881677E+17</c:v>
                </c:pt>
                <c:pt idx="12938">
                  <c:v>8.0324323581902835E+17</c:v>
                </c:pt>
                <c:pt idx="12939">
                  <c:v>8.0327915273187251E+17</c:v>
                </c:pt>
                <c:pt idx="12940">
                  <c:v>8.032986468471319E+17</c:v>
                </c:pt>
                <c:pt idx="12941">
                  <c:v>8.0331184869040819E+17</c:v>
                </c:pt>
                <c:pt idx="12942">
                  <c:v>8.0332311733263667E+17</c:v>
                </c:pt>
                <c:pt idx="12943">
                  <c:v>8.0334833139604774E+17</c:v>
                </c:pt>
                <c:pt idx="12944">
                  <c:v>8.0343939765110451E+17</c:v>
                </c:pt>
                <c:pt idx="12945">
                  <c:v>8.0345997726122304E+17</c:v>
                </c:pt>
                <c:pt idx="12946">
                  <c:v>8.0360906059506867E+17</c:v>
                </c:pt>
                <c:pt idx="12947">
                  <c:v>8.0380412566862426E+17</c:v>
                </c:pt>
                <c:pt idx="12948">
                  <c:v>8.0389117809184947E+17</c:v>
                </c:pt>
                <c:pt idx="12949">
                  <c:v>8.0390965245753536E+17</c:v>
                </c:pt>
                <c:pt idx="12950">
                  <c:v>8.0396589335138906E+17</c:v>
                </c:pt>
                <c:pt idx="12951">
                  <c:v>8.0401516939307738E+17</c:v>
                </c:pt>
                <c:pt idx="12952">
                  <c:v>8.0403967253796992E+17</c:v>
                </c:pt>
                <c:pt idx="12953">
                  <c:v>8.0408459180002432E+17</c:v>
                </c:pt>
                <c:pt idx="12954">
                  <c:v>8.0408915924051187E+17</c:v>
                </c:pt>
                <c:pt idx="12955">
                  <c:v>8.0414665139000576E+17</c:v>
                </c:pt>
                <c:pt idx="12956">
                  <c:v>8.0418203985037965E+17</c:v>
                </c:pt>
                <c:pt idx="12957">
                  <c:v>8.042254232788375E+17</c:v>
                </c:pt>
                <c:pt idx="12958">
                  <c:v>8.0456493646557875E+17</c:v>
                </c:pt>
                <c:pt idx="12959">
                  <c:v>8.0456808057877632E+17</c:v>
                </c:pt>
                <c:pt idx="12960">
                  <c:v>8.0472611633642906E+17</c:v>
                </c:pt>
                <c:pt idx="12961">
                  <c:v>8.0477686531963827E+17</c:v>
                </c:pt>
                <c:pt idx="12962">
                  <c:v>8.0478562363025613E+17</c:v>
                </c:pt>
                <c:pt idx="12963">
                  <c:v>8.0481642999380096E+17</c:v>
                </c:pt>
                <c:pt idx="12964">
                  <c:v>8.0483935733636224E+17</c:v>
                </c:pt>
                <c:pt idx="12965">
                  <c:v>8.048426337675456E+17</c:v>
                </c:pt>
                <c:pt idx="12966">
                  <c:v>8.0487155356324096E+17</c:v>
                </c:pt>
                <c:pt idx="12967">
                  <c:v>8.0541946461761715E+17</c:v>
                </c:pt>
                <c:pt idx="12968">
                  <c:v>8.0547321677574925E+17</c:v>
                </c:pt>
                <c:pt idx="12969">
                  <c:v>8.055337893941239E+17</c:v>
                </c:pt>
                <c:pt idx="12970">
                  <c:v>8.0562372770434739E+17</c:v>
                </c:pt>
                <c:pt idx="12971">
                  <c:v>8.0564042155528499E+17</c:v>
                </c:pt>
                <c:pt idx="12972">
                  <c:v>8.0564094755103718E+17</c:v>
                </c:pt>
                <c:pt idx="12973">
                  <c:v>8.0564615844318246E+17</c:v>
                </c:pt>
                <c:pt idx="12974">
                  <c:v>8.0566492183606669E+17</c:v>
                </c:pt>
                <c:pt idx="12975">
                  <c:v>8.05676466086032E+17</c:v>
                </c:pt>
                <c:pt idx="12976">
                  <c:v>8.0570672311445875E+17</c:v>
                </c:pt>
                <c:pt idx="12977">
                  <c:v>8.0570954326525235E+17</c:v>
                </c:pt>
                <c:pt idx="12978">
                  <c:v>8.0573112348877466E+17</c:v>
                </c:pt>
                <c:pt idx="12979">
                  <c:v>8.0575567291741632E+17</c:v>
                </c:pt>
                <c:pt idx="12980">
                  <c:v>8.0576934504592294E+17</c:v>
                </c:pt>
                <c:pt idx="12981">
                  <c:v>8.0577842836276122E+17</c:v>
                </c:pt>
                <c:pt idx="12982">
                  <c:v>8.057965490359287E+17</c:v>
                </c:pt>
                <c:pt idx="12983">
                  <c:v>8.0606604418441062E+17</c:v>
                </c:pt>
                <c:pt idx="12984">
                  <c:v>8.0609472212639757E+17</c:v>
                </c:pt>
                <c:pt idx="12985">
                  <c:v>8.0610010817882112E+17</c:v>
                </c:pt>
                <c:pt idx="12986">
                  <c:v>8.0610136739392832E+17</c:v>
                </c:pt>
                <c:pt idx="12987">
                  <c:v>8.0610341671779507E+17</c:v>
                </c:pt>
                <c:pt idx="12988">
                  <c:v>8.0611902020695987E+17</c:v>
                </c:pt>
                <c:pt idx="12989">
                  <c:v>8.0616964814059443E+17</c:v>
                </c:pt>
                <c:pt idx="12990">
                  <c:v>8.0622150813868723E+17</c:v>
                </c:pt>
                <c:pt idx="12991">
                  <c:v>8.0622255221297421E+17</c:v>
                </c:pt>
                <c:pt idx="12992">
                  <c:v>8.0626321221512563E+17</c:v>
                </c:pt>
                <c:pt idx="12993">
                  <c:v>8.0627602239103642E+17</c:v>
                </c:pt>
                <c:pt idx="12994">
                  <c:v>8.0627884226933824E+17</c:v>
                </c:pt>
                <c:pt idx="12995">
                  <c:v>8.0628192178464538E+17</c:v>
                </c:pt>
                <c:pt idx="12996">
                  <c:v>8.0628719200575629E+17</c:v>
                </c:pt>
                <c:pt idx="12997">
                  <c:v>8.0629273162111974E+17</c:v>
                </c:pt>
                <c:pt idx="12998">
                  <c:v>8.063305876818848E+17</c:v>
                </c:pt>
                <c:pt idx="12999">
                  <c:v>8.0634972837522394E+17</c:v>
                </c:pt>
                <c:pt idx="13000">
                  <c:v>8.0642472454627072E+17</c:v>
                </c:pt>
                <c:pt idx="13001">
                  <c:v>8.0643849436373658E+17</c:v>
                </c:pt>
                <c:pt idx="13002">
                  <c:v>8.0650080575906944E+17</c:v>
                </c:pt>
                <c:pt idx="13003">
                  <c:v>8.0651662786712346E+17</c:v>
                </c:pt>
                <c:pt idx="13004">
                  <c:v>8.066585642161344E+17</c:v>
                </c:pt>
                <c:pt idx="13005">
                  <c:v>8.0687235704540032E+17</c:v>
                </c:pt>
                <c:pt idx="13006">
                  <c:v>8.0687976292274765E+17</c:v>
                </c:pt>
                <c:pt idx="13007">
                  <c:v>8.0697834624667469E+17</c:v>
                </c:pt>
                <c:pt idx="13008">
                  <c:v>8.0701966846813837E+17</c:v>
                </c:pt>
                <c:pt idx="13009">
                  <c:v>8.0702755300124262E+17</c:v>
                </c:pt>
                <c:pt idx="13010">
                  <c:v>8.0713065555939776E+17</c:v>
                </c:pt>
                <c:pt idx="13011">
                  <c:v>8.0713439745494067E+17</c:v>
                </c:pt>
                <c:pt idx="13012">
                  <c:v>8.0748925902178342E+17</c:v>
                </c:pt>
                <c:pt idx="13013">
                  <c:v>8.0755926607757056E+17</c:v>
                </c:pt>
                <c:pt idx="13014">
                  <c:v>8.0755928212489088E+17</c:v>
                </c:pt>
                <c:pt idx="13015">
                  <c:v>8.0758944953372147E+17</c:v>
                </c:pt>
                <c:pt idx="13016">
                  <c:v>8.0760898169512397E+17</c:v>
                </c:pt>
                <c:pt idx="13017">
                  <c:v>8.0763727713757094E+17</c:v>
                </c:pt>
                <c:pt idx="13018">
                  <c:v>8.0785710174439706E+17</c:v>
                </c:pt>
                <c:pt idx="13019">
                  <c:v>8.0786321556418995E+17</c:v>
                </c:pt>
                <c:pt idx="13020">
                  <c:v>8.0786633023910451E+17</c:v>
                </c:pt>
                <c:pt idx="13021">
                  <c:v>8.0786904873097818E+17</c:v>
                </c:pt>
                <c:pt idx="13022">
                  <c:v>8.079045576148064E+17</c:v>
                </c:pt>
                <c:pt idx="13023">
                  <c:v>8.0794023362730061E+17</c:v>
                </c:pt>
                <c:pt idx="13024">
                  <c:v>8.0819652835048038E+17</c:v>
                </c:pt>
                <c:pt idx="13025">
                  <c:v>8.0821355789517773E+17</c:v>
                </c:pt>
                <c:pt idx="13026">
                  <c:v>8.0837531161747328E+17</c:v>
                </c:pt>
                <c:pt idx="13027">
                  <c:v>8.0837923795077299E+17</c:v>
                </c:pt>
                <c:pt idx="13028">
                  <c:v>8.084043052649344E+17</c:v>
                </c:pt>
                <c:pt idx="13029">
                  <c:v>8.0842281623800384E+17</c:v>
                </c:pt>
                <c:pt idx="13030">
                  <c:v>8.0845975849009946E+17</c:v>
                </c:pt>
                <c:pt idx="13031">
                  <c:v>8.0861691543925914E+17</c:v>
                </c:pt>
                <c:pt idx="13032">
                  <c:v>8.0896808668805504E+17</c:v>
                </c:pt>
                <c:pt idx="13033">
                  <c:v>8.0905573293670285E+17</c:v>
                </c:pt>
                <c:pt idx="13034">
                  <c:v>8.0910745041768102E+17</c:v>
                </c:pt>
                <c:pt idx="13035">
                  <c:v>8.0914604872537882E+17</c:v>
                </c:pt>
                <c:pt idx="13036">
                  <c:v>8.0917309762119181E+17</c:v>
                </c:pt>
                <c:pt idx="13037">
                  <c:v>8.0933657968611955E+17</c:v>
                </c:pt>
                <c:pt idx="13038">
                  <c:v>8.0934966382284147E+17</c:v>
                </c:pt>
                <c:pt idx="13039">
                  <c:v>8.0960790455950899E+17</c:v>
                </c:pt>
                <c:pt idx="13040">
                  <c:v>8.0972698526864947E+17</c:v>
                </c:pt>
                <c:pt idx="13041">
                  <c:v>8.0982441736069018E+17</c:v>
                </c:pt>
                <c:pt idx="13042">
                  <c:v>8.098342658728041E+17</c:v>
                </c:pt>
                <c:pt idx="13043">
                  <c:v>8.0984958112112397E+17</c:v>
                </c:pt>
                <c:pt idx="13044">
                  <c:v>8.0985605233093939E+17</c:v>
                </c:pt>
                <c:pt idx="13045">
                  <c:v>8.0992061885134989E+17</c:v>
                </c:pt>
                <c:pt idx="13046">
                  <c:v>8.0993629114240166E+17</c:v>
                </c:pt>
                <c:pt idx="13047">
                  <c:v>8.0996562169808499E+17</c:v>
                </c:pt>
                <c:pt idx="13048">
                  <c:v>8.0998340115043251E+17</c:v>
                </c:pt>
                <c:pt idx="13049">
                  <c:v>8.1000503448353882E+17</c:v>
                </c:pt>
                <c:pt idx="13050">
                  <c:v>8.1001419901092429E+17</c:v>
                </c:pt>
                <c:pt idx="13051">
                  <c:v>8.1036312202411853E+17</c:v>
                </c:pt>
                <c:pt idx="13052">
                  <c:v>8.1038185776482368E+17</c:v>
                </c:pt>
                <c:pt idx="13053">
                  <c:v>8.104199581785449E+17</c:v>
                </c:pt>
                <c:pt idx="13054">
                  <c:v>8.1043528882458752E+17</c:v>
                </c:pt>
                <c:pt idx="13055">
                  <c:v>8.1052169307725376E+17</c:v>
                </c:pt>
                <c:pt idx="13056">
                  <c:v>8.1054667525987725E+17</c:v>
                </c:pt>
                <c:pt idx="13057">
                  <c:v>8.10549594775712E+17</c:v>
                </c:pt>
                <c:pt idx="13058">
                  <c:v>8.1058108411875917E+17</c:v>
                </c:pt>
                <c:pt idx="13059">
                  <c:v>8.1058388119134643E+17</c:v>
                </c:pt>
                <c:pt idx="13060">
                  <c:v>8.1060949868518221E+17</c:v>
                </c:pt>
                <c:pt idx="13061">
                  <c:v>8.1061413760351309E+17</c:v>
                </c:pt>
                <c:pt idx="13062">
                  <c:v>8.106192267548407E+17</c:v>
                </c:pt>
                <c:pt idx="13063">
                  <c:v>8.106236964390999E+17</c:v>
                </c:pt>
                <c:pt idx="13064">
                  <c:v>8.1062974262299238E+17</c:v>
                </c:pt>
                <c:pt idx="13065">
                  <c:v>8.107220548295543E+17</c:v>
                </c:pt>
                <c:pt idx="13066">
                  <c:v>8.1073099959015322E+17</c:v>
                </c:pt>
                <c:pt idx="13067">
                  <c:v>8.1074397617059994E+17</c:v>
                </c:pt>
                <c:pt idx="13068">
                  <c:v>8.1077099060027213E+17</c:v>
                </c:pt>
                <c:pt idx="13069">
                  <c:v>8.1108915521220621E+17</c:v>
                </c:pt>
                <c:pt idx="13070">
                  <c:v>8.1117367864658918E+17</c:v>
                </c:pt>
                <c:pt idx="13071">
                  <c:v>8.1118430587139584E+17</c:v>
                </c:pt>
                <c:pt idx="13072">
                  <c:v>8.1121045570741632E+17</c:v>
                </c:pt>
                <c:pt idx="13073">
                  <c:v>8.1122712029999258E+17</c:v>
                </c:pt>
                <c:pt idx="13074">
                  <c:v>8.112527815277847E+17</c:v>
                </c:pt>
                <c:pt idx="13075">
                  <c:v>8.1126825968042496E+17</c:v>
                </c:pt>
                <c:pt idx="13076">
                  <c:v>8.1127057020935616E+17</c:v>
                </c:pt>
                <c:pt idx="13077">
                  <c:v>8.1127641410802534E+17</c:v>
                </c:pt>
                <c:pt idx="13078">
                  <c:v>8.11279302440976E+17</c:v>
                </c:pt>
                <c:pt idx="13079">
                  <c:v>8.1132703909221786E+17</c:v>
                </c:pt>
                <c:pt idx="13080">
                  <c:v>8.113506641165879E+17</c:v>
                </c:pt>
                <c:pt idx="13081">
                  <c:v>8.1136054124433523E+17</c:v>
                </c:pt>
                <c:pt idx="13082">
                  <c:v>8.1138484144909734E+17</c:v>
                </c:pt>
                <c:pt idx="13083">
                  <c:v>8.11406696612688E+17</c:v>
                </c:pt>
                <c:pt idx="13084">
                  <c:v>8.1141150124847232E+17</c:v>
                </c:pt>
                <c:pt idx="13085">
                  <c:v>8.1141172096996058E+17</c:v>
                </c:pt>
                <c:pt idx="13086">
                  <c:v>8.1141742583385306E+17</c:v>
                </c:pt>
                <c:pt idx="13087">
                  <c:v>8.1141924946151475E+17</c:v>
                </c:pt>
                <c:pt idx="13088">
                  <c:v>8.114694507344279E+17</c:v>
                </c:pt>
                <c:pt idx="13089">
                  <c:v>8.1151014625784461E+17</c:v>
                </c:pt>
                <c:pt idx="13090">
                  <c:v>8.1155265848427725E+17</c:v>
                </c:pt>
                <c:pt idx="13091">
                  <c:v>8.1156218260547456E+17</c:v>
                </c:pt>
                <c:pt idx="13092">
                  <c:v>8.115693227530391E+17</c:v>
                </c:pt>
                <c:pt idx="13093">
                  <c:v>8.1157892035221555E+17</c:v>
                </c:pt>
                <c:pt idx="13094">
                  <c:v>8.1158531441437389E+17</c:v>
                </c:pt>
                <c:pt idx="13095">
                  <c:v>8.1165261032564134E+17</c:v>
                </c:pt>
                <c:pt idx="13096">
                  <c:v>8.1173171091308826E+17</c:v>
                </c:pt>
                <c:pt idx="13097">
                  <c:v>8.1193062375987123E+17</c:v>
                </c:pt>
                <c:pt idx="13098">
                  <c:v>8.1196436771652032E+17</c:v>
                </c:pt>
                <c:pt idx="13099">
                  <c:v>8.1197169191645133E+17</c:v>
                </c:pt>
                <c:pt idx="13100">
                  <c:v>8.1205245975120947E+17</c:v>
                </c:pt>
                <c:pt idx="13101">
                  <c:v>8.1206269369981184E+17</c:v>
                </c:pt>
                <c:pt idx="13102">
                  <c:v>8.1207050826667738E+17</c:v>
                </c:pt>
                <c:pt idx="13103">
                  <c:v>8.1208282797419878E+17</c:v>
                </c:pt>
                <c:pt idx="13104">
                  <c:v>8.1214683578726246E+17</c:v>
                </c:pt>
                <c:pt idx="13105">
                  <c:v>8.1216544108578483E+17</c:v>
                </c:pt>
                <c:pt idx="13106">
                  <c:v>8.1219870599660518E+17</c:v>
                </c:pt>
                <c:pt idx="13107">
                  <c:v>8.122029736079273E+17</c:v>
                </c:pt>
                <c:pt idx="13108">
                  <c:v>8.1220941622254323E+17</c:v>
                </c:pt>
                <c:pt idx="13109">
                  <c:v>8.1225264861813107E+17</c:v>
                </c:pt>
                <c:pt idx="13110">
                  <c:v>8.1227327975175168E+17</c:v>
                </c:pt>
                <c:pt idx="13111">
                  <c:v>8.1228402109625754E+17</c:v>
                </c:pt>
                <c:pt idx="13112">
                  <c:v>8.1253560107599206E+17</c:v>
                </c:pt>
                <c:pt idx="13113">
                  <c:v>8.125796175465495E+17</c:v>
                </c:pt>
                <c:pt idx="13114">
                  <c:v>8.1268914983944307E+17</c:v>
                </c:pt>
                <c:pt idx="13115">
                  <c:v>8.1270666489966528E+17</c:v>
                </c:pt>
                <c:pt idx="13116">
                  <c:v>8.1271560479303654E+17</c:v>
                </c:pt>
                <c:pt idx="13117">
                  <c:v>8.1274377383464E+17</c:v>
                </c:pt>
                <c:pt idx="13118">
                  <c:v>8.1275456917787008E+17</c:v>
                </c:pt>
                <c:pt idx="13119">
                  <c:v>8.1282405103278707E+17</c:v>
                </c:pt>
                <c:pt idx="13120">
                  <c:v>8.1283302758831718E+17</c:v>
                </c:pt>
                <c:pt idx="13121">
                  <c:v>8.1283321245252749E+17</c:v>
                </c:pt>
                <c:pt idx="13122">
                  <c:v>8.1283939761363571E+17</c:v>
                </c:pt>
                <c:pt idx="13123">
                  <c:v>8.1287855762695603E+17</c:v>
                </c:pt>
                <c:pt idx="13124">
                  <c:v>8.1293002952072704E+17</c:v>
                </c:pt>
                <c:pt idx="13125">
                  <c:v>8.13170901419216E+17</c:v>
                </c:pt>
                <c:pt idx="13126">
                  <c:v>8.1323063077222464E+17</c:v>
                </c:pt>
                <c:pt idx="13127">
                  <c:v>8.1329839630107789E+17</c:v>
                </c:pt>
                <c:pt idx="13128">
                  <c:v>8.1336244975011814E+17</c:v>
                </c:pt>
                <c:pt idx="13129">
                  <c:v>8.1337369562168218E+17</c:v>
                </c:pt>
                <c:pt idx="13130">
                  <c:v>8.1339090457110963E+17</c:v>
                </c:pt>
                <c:pt idx="13131">
                  <c:v>8.1339534784098906E+17</c:v>
                </c:pt>
                <c:pt idx="13132">
                  <c:v>8.1345082568561741E+17</c:v>
                </c:pt>
                <c:pt idx="13133">
                  <c:v>8.1356562357690688E+17</c:v>
                </c:pt>
                <c:pt idx="13134">
                  <c:v>8.1357789770116736E+17</c:v>
                </c:pt>
                <c:pt idx="13135">
                  <c:v>8.1359498894726221E+17</c:v>
                </c:pt>
                <c:pt idx="13136">
                  <c:v>8.1363843501514918E+17</c:v>
                </c:pt>
                <c:pt idx="13137">
                  <c:v>8.1364551039140186E+17</c:v>
                </c:pt>
                <c:pt idx="13138">
                  <c:v>8.136543260170208E+17</c:v>
                </c:pt>
                <c:pt idx="13139">
                  <c:v>8.1366253967972378E+17</c:v>
                </c:pt>
                <c:pt idx="13140">
                  <c:v>8.1372112668353882E+17</c:v>
                </c:pt>
                <c:pt idx="13141">
                  <c:v>8.1402480097122957E+17</c:v>
                </c:pt>
                <c:pt idx="13142">
                  <c:v>8.1408290310557005E+17</c:v>
                </c:pt>
                <c:pt idx="13143">
                  <c:v>8.1421154107176666E+17</c:v>
                </c:pt>
                <c:pt idx="13144">
                  <c:v>8.1424765498491238E+17</c:v>
                </c:pt>
                <c:pt idx="13145">
                  <c:v>8.1425435966828749E+17</c:v>
                </c:pt>
                <c:pt idx="13146">
                  <c:v>8.1435226555662669E+17</c:v>
                </c:pt>
                <c:pt idx="13147">
                  <c:v>8.1440067855071283E+17</c:v>
                </c:pt>
                <c:pt idx="13148">
                  <c:v>8.1445720622931763E+17</c:v>
                </c:pt>
                <c:pt idx="13149">
                  <c:v>8.1475212326921869E+17</c:v>
                </c:pt>
                <c:pt idx="13150">
                  <c:v>8.1476272936866611E+17</c:v>
                </c:pt>
                <c:pt idx="13151">
                  <c:v>8.1478780998516518E+17</c:v>
                </c:pt>
                <c:pt idx="13152">
                  <c:v>8.148295086865303E+17</c:v>
                </c:pt>
                <c:pt idx="13153">
                  <c:v>8.1485052519935437E+17</c:v>
                </c:pt>
                <c:pt idx="13154">
                  <c:v>8.1504839032217152E+17</c:v>
                </c:pt>
                <c:pt idx="13155">
                  <c:v>8.1505868331885542E+17</c:v>
                </c:pt>
                <c:pt idx="13156">
                  <c:v>8.151706250994071E+17</c:v>
                </c:pt>
                <c:pt idx="13157">
                  <c:v>8.1536615491264128E+17</c:v>
                </c:pt>
                <c:pt idx="13158">
                  <c:v>8.1547886094487616E+17</c:v>
                </c:pt>
                <c:pt idx="13159">
                  <c:v>8.1548494110199629E+17</c:v>
                </c:pt>
                <c:pt idx="13160">
                  <c:v>8.1548874779247782E+17</c:v>
                </c:pt>
                <c:pt idx="13161">
                  <c:v>8.1562601274828237E+17</c:v>
                </c:pt>
                <c:pt idx="13162">
                  <c:v>8.1566415193097843E+17</c:v>
                </c:pt>
                <c:pt idx="13163">
                  <c:v>8.1568031950436352E+17</c:v>
                </c:pt>
                <c:pt idx="13164">
                  <c:v>8.1569902760490573E+17</c:v>
                </c:pt>
                <c:pt idx="13165">
                  <c:v>8.1573125559108454E+17</c:v>
                </c:pt>
                <c:pt idx="13166">
                  <c:v>8.1574583605782054E+17</c:v>
                </c:pt>
                <c:pt idx="13167">
                  <c:v>8.1581987568472166E+17</c:v>
                </c:pt>
                <c:pt idx="13168">
                  <c:v>8.1584160693190208E+17</c:v>
                </c:pt>
                <c:pt idx="13169">
                  <c:v>8.1619057176435456E+17</c:v>
                </c:pt>
                <c:pt idx="13170">
                  <c:v>8.16212279575776E+17</c:v>
                </c:pt>
                <c:pt idx="13171">
                  <c:v>8.162186386244713E+17</c:v>
                </c:pt>
                <c:pt idx="13172">
                  <c:v>8.1626786747106906E+17</c:v>
                </c:pt>
                <c:pt idx="13173">
                  <c:v>8.1631283988846029E+17</c:v>
                </c:pt>
                <c:pt idx="13174">
                  <c:v>8.1632537867015526E+17</c:v>
                </c:pt>
                <c:pt idx="13175">
                  <c:v>8.1632794693974899E+17</c:v>
                </c:pt>
                <c:pt idx="13176">
                  <c:v>8.1633125987363955E+17</c:v>
                </c:pt>
                <c:pt idx="13177">
                  <c:v>8.1633882556686733E+17</c:v>
                </c:pt>
                <c:pt idx="13178">
                  <c:v>8.1646239280793869E+17</c:v>
                </c:pt>
                <c:pt idx="13179">
                  <c:v>8.1646951260001766E+17</c:v>
                </c:pt>
                <c:pt idx="13180">
                  <c:v>8.1647272252664474E+17</c:v>
                </c:pt>
                <c:pt idx="13181">
                  <c:v>8.1648031092482701E+17</c:v>
                </c:pt>
                <c:pt idx="13182">
                  <c:v>8.1648706523688026E+17</c:v>
                </c:pt>
                <c:pt idx="13183">
                  <c:v>8.1653219143321766E+17</c:v>
                </c:pt>
                <c:pt idx="13184">
                  <c:v>8.1656036355037171E+17</c:v>
                </c:pt>
                <c:pt idx="13185">
                  <c:v>8.1656137275540288E+17</c:v>
                </c:pt>
                <c:pt idx="13186">
                  <c:v>8.1657550838603046E+17</c:v>
                </c:pt>
                <c:pt idx="13187">
                  <c:v>8.1658556105775936E+17</c:v>
                </c:pt>
                <c:pt idx="13188">
                  <c:v>8.1690255460002138E+17</c:v>
                </c:pt>
                <c:pt idx="13189">
                  <c:v>8.1695855630441357E+17</c:v>
                </c:pt>
                <c:pt idx="13190">
                  <c:v>8.1698442332324442E+17</c:v>
                </c:pt>
                <c:pt idx="13191">
                  <c:v>8.1704085015601792E+17</c:v>
                </c:pt>
                <c:pt idx="13192">
                  <c:v>8.1705920339163456E+17</c:v>
                </c:pt>
                <c:pt idx="13193">
                  <c:v>8.1709645663190067E+17</c:v>
                </c:pt>
                <c:pt idx="13194">
                  <c:v>8.1710379122665958E+17</c:v>
                </c:pt>
                <c:pt idx="13195">
                  <c:v>8.1713286737036493E+17</c:v>
                </c:pt>
                <c:pt idx="13196">
                  <c:v>8.1713766505474944E+17</c:v>
                </c:pt>
                <c:pt idx="13197">
                  <c:v>8.1726166016864269E+17</c:v>
                </c:pt>
                <c:pt idx="13198">
                  <c:v>8.1731842504368346E+17</c:v>
                </c:pt>
                <c:pt idx="13199">
                  <c:v>8.1762839809833818E+17</c:v>
                </c:pt>
                <c:pt idx="13200">
                  <c:v>8.1767327730125184E+17</c:v>
                </c:pt>
                <c:pt idx="13201">
                  <c:v>8.177181785525417E+17</c:v>
                </c:pt>
                <c:pt idx="13202">
                  <c:v>8.1776518019137984E+17</c:v>
                </c:pt>
                <c:pt idx="13203">
                  <c:v>8.177748847723241E+17</c:v>
                </c:pt>
                <c:pt idx="13204">
                  <c:v>8.1786057388966336E+17</c:v>
                </c:pt>
                <c:pt idx="13205">
                  <c:v>8.1787254833092698E+17</c:v>
                </c:pt>
                <c:pt idx="13206">
                  <c:v>8.1789053789136986E+17</c:v>
                </c:pt>
                <c:pt idx="13207">
                  <c:v>8.1790410773561318E+17</c:v>
                </c:pt>
                <c:pt idx="13208">
                  <c:v>8.1794345221485453E+17</c:v>
                </c:pt>
                <c:pt idx="13209">
                  <c:v>8.1796991990127219E+17</c:v>
                </c:pt>
                <c:pt idx="13210">
                  <c:v>8.1801037846827469E+17</c:v>
                </c:pt>
                <c:pt idx="13211">
                  <c:v>8.1801056672953664E+17</c:v>
                </c:pt>
                <c:pt idx="13212">
                  <c:v>8.1826383297064013E+17</c:v>
                </c:pt>
                <c:pt idx="13213">
                  <c:v>8.1834021562709555E+17</c:v>
                </c:pt>
                <c:pt idx="13214">
                  <c:v>8.1836153884190528E+17</c:v>
                </c:pt>
                <c:pt idx="13215">
                  <c:v>8.1839098752676646E+17</c:v>
                </c:pt>
                <c:pt idx="13216">
                  <c:v>8.1841516471965146E+17</c:v>
                </c:pt>
                <c:pt idx="13217">
                  <c:v>8.1848179087154278E+17</c:v>
                </c:pt>
                <c:pt idx="13218">
                  <c:v>8.1848912428150413E+17</c:v>
                </c:pt>
                <c:pt idx="13219">
                  <c:v>8.1850372701498125E+17</c:v>
                </c:pt>
                <c:pt idx="13220">
                  <c:v>8.1859156847112678E+17</c:v>
                </c:pt>
                <c:pt idx="13221">
                  <c:v>8.187187539203447E+17</c:v>
                </c:pt>
                <c:pt idx="13222">
                  <c:v>8.1871992055998144E+17</c:v>
                </c:pt>
                <c:pt idx="13223">
                  <c:v>8.1897875102167629E+17</c:v>
                </c:pt>
                <c:pt idx="13224">
                  <c:v>8.1904079145434125E+17</c:v>
                </c:pt>
                <c:pt idx="13225">
                  <c:v>8.1906057254239322E+17</c:v>
                </c:pt>
                <c:pt idx="13226">
                  <c:v>8.1907472029576883E+17</c:v>
                </c:pt>
                <c:pt idx="13227">
                  <c:v>8.190987833599817E+17</c:v>
                </c:pt>
                <c:pt idx="13228">
                  <c:v>8.1912917738629568E+17</c:v>
                </c:pt>
                <c:pt idx="13229">
                  <c:v>8.191933520618359E+17</c:v>
                </c:pt>
                <c:pt idx="13230">
                  <c:v>8.1922132947553856E+17</c:v>
                </c:pt>
                <c:pt idx="13231">
                  <c:v>8.1922279998356672E+17</c:v>
                </c:pt>
                <c:pt idx="13232">
                  <c:v>8.1922930783604314E+17</c:v>
                </c:pt>
                <c:pt idx="13233">
                  <c:v>8.1927026403227866E+17</c:v>
                </c:pt>
                <c:pt idx="13234">
                  <c:v>8.1928376093819763E+17</c:v>
                </c:pt>
                <c:pt idx="13235">
                  <c:v>8.1931324100453082E+17</c:v>
                </c:pt>
                <c:pt idx="13236">
                  <c:v>8.1934879161047898E+17</c:v>
                </c:pt>
                <c:pt idx="13237">
                  <c:v>8.1935069798378765E+17</c:v>
                </c:pt>
                <c:pt idx="13238">
                  <c:v>8.1937476641237901E+17</c:v>
                </c:pt>
                <c:pt idx="13239">
                  <c:v>8.1940974647293107E+17</c:v>
                </c:pt>
                <c:pt idx="13240">
                  <c:v>8.1955201010030938E+17</c:v>
                </c:pt>
                <c:pt idx="13241">
                  <c:v>8.1955358459132314E+17</c:v>
                </c:pt>
                <c:pt idx="13242">
                  <c:v>8.1983866535612442E+17</c:v>
                </c:pt>
                <c:pt idx="13243">
                  <c:v>8.1985947745343501E+17</c:v>
                </c:pt>
                <c:pt idx="13244">
                  <c:v>8.1990039973520333E+17</c:v>
                </c:pt>
                <c:pt idx="13245">
                  <c:v>8.19962239913552E+17</c:v>
                </c:pt>
                <c:pt idx="13246">
                  <c:v>8.2003958259722726E+17</c:v>
                </c:pt>
                <c:pt idx="13247">
                  <c:v>8.2006085755115008E+17</c:v>
                </c:pt>
                <c:pt idx="13248">
                  <c:v>8.2007835070873446E+17</c:v>
                </c:pt>
                <c:pt idx="13249">
                  <c:v>8.2011882476489856E+17</c:v>
                </c:pt>
                <c:pt idx="13250">
                  <c:v>8.201193674078153E+17</c:v>
                </c:pt>
                <c:pt idx="13251">
                  <c:v>8.2017332025073574E+17</c:v>
                </c:pt>
                <c:pt idx="13252">
                  <c:v>8.2018056352713126E+17</c:v>
                </c:pt>
                <c:pt idx="13253">
                  <c:v>8.2020531466330227E+17</c:v>
                </c:pt>
                <c:pt idx="13254">
                  <c:v>8.2027836493613798E+17</c:v>
                </c:pt>
                <c:pt idx="13255">
                  <c:v>8.2035984861713728E+17</c:v>
                </c:pt>
                <c:pt idx="13256">
                  <c:v>8.204862301336736E+17</c:v>
                </c:pt>
                <c:pt idx="13257">
                  <c:v>8.2052033359504333E+17</c:v>
                </c:pt>
                <c:pt idx="13258">
                  <c:v>8.2057615563897037E+17</c:v>
                </c:pt>
                <c:pt idx="13259">
                  <c:v>8.2058298125019712E+17</c:v>
                </c:pt>
                <c:pt idx="13260">
                  <c:v>8.2064533720070246E+17</c:v>
                </c:pt>
                <c:pt idx="13261">
                  <c:v>8.2066697689886093E+17</c:v>
                </c:pt>
                <c:pt idx="13262">
                  <c:v>8.2067441137034701E+17</c:v>
                </c:pt>
                <c:pt idx="13263">
                  <c:v>8.2068605346293274E+17</c:v>
                </c:pt>
                <c:pt idx="13264">
                  <c:v>8.2069473381481728E+17</c:v>
                </c:pt>
                <c:pt idx="13265">
                  <c:v>8.20697425495664E+17</c:v>
                </c:pt>
                <c:pt idx="13266">
                  <c:v>8.2070149499245862E+17</c:v>
                </c:pt>
                <c:pt idx="13267">
                  <c:v>8.207174954712887E+17</c:v>
                </c:pt>
                <c:pt idx="13268">
                  <c:v>8.2073883418619635E+17</c:v>
                </c:pt>
                <c:pt idx="13269">
                  <c:v>8.2084886809021581E+17</c:v>
                </c:pt>
                <c:pt idx="13270">
                  <c:v>8.2085037673149862E+17</c:v>
                </c:pt>
                <c:pt idx="13271">
                  <c:v>8.2085552706956672E+17</c:v>
                </c:pt>
                <c:pt idx="13272">
                  <c:v>8.208829451936489E+17</c:v>
                </c:pt>
                <c:pt idx="13273">
                  <c:v>8.2089677850389786E+17</c:v>
                </c:pt>
                <c:pt idx="13274">
                  <c:v>8.2096037413176525E+17</c:v>
                </c:pt>
                <c:pt idx="13275">
                  <c:v>8.2100526022867853E+17</c:v>
                </c:pt>
                <c:pt idx="13276">
                  <c:v>8.2125084067774285E+17</c:v>
                </c:pt>
                <c:pt idx="13277">
                  <c:v>8.213021473452832E+17</c:v>
                </c:pt>
                <c:pt idx="13278">
                  <c:v>8.2132105189447475E+17</c:v>
                </c:pt>
                <c:pt idx="13279">
                  <c:v>8.2139261148636698E+17</c:v>
                </c:pt>
                <c:pt idx="13280">
                  <c:v>8.2139660687619136E+17</c:v>
                </c:pt>
                <c:pt idx="13281">
                  <c:v>8.2144954096897587E+17</c:v>
                </c:pt>
                <c:pt idx="13282">
                  <c:v>8.2151374400185549E+17</c:v>
                </c:pt>
                <c:pt idx="13283">
                  <c:v>8.2161644689955494E+17</c:v>
                </c:pt>
                <c:pt idx="13284">
                  <c:v>8.2189820240839744E+17</c:v>
                </c:pt>
                <c:pt idx="13285">
                  <c:v>8.2195603828614528E+17</c:v>
                </c:pt>
                <c:pt idx="13286">
                  <c:v>8.220084441269975E+17</c:v>
                </c:pt>
                <c:pt idx="13287">
                  <c:v>8.2204469456618317E+17</c:v>
                </c:pt>
                <c:pt idx="13288">
                  <c:v>8.2208288909579814E+17</c:v>
                </c:pt>
                <c:pt idx="13289">
                  <c:v>8.2215021528741056E+17</c:v>
                </c:pt>
                <c:pt idx="13290">
                  <c:v>8.2218692868142592E+17</c:v>
                </c:pt>
                <c:pt idx="13291">
                  <c:v>8.221982918222327E+17</c:v>
                </c:pt>
                <c:pt idx="13292">
                  <c:v>8.2220345643210432E+17</c:v>
                </c:pt>
                <c:pt idx="13293">
                  <c:v>8.2220446754447578E+17</c:v>
                </c:pt>
                <c:pt idx="13294">
                  <c:v>8.2220533142791219E+17</c:v>
                </c:pt>
                <c:pt idx="13295">
                  <c:v>8.2220764371535565E+17</c:v>
                </c:pt>
                <c:pt idx="13296">
                  <c:v>8.2220843580069376E+17</c:v>
                </c:pt>
                <c:pt idx="13297">
                  <c:v>8.2220923322797747E+17</c:v>
                </c:pt>
                <c:pt idx="13298">
                  <c:v>8.222100738185705E+17</c:v>
                </c:pt>
                <c:pt idx="13299">
                  <c:v>8.2221082586713293E+17</c:v>
                </c:pt>
                <c:pt idx="13300">
                  <c:v>8.2221155583627648E+17</c:v>
                </c:pt>
                <c:pt idx="13301">
                  <c:v>8.2221234695440333E+17</c:v>
                </c:pt>
                <c:pt idx="13302">
                  <c:v>8.2224107411272474E+17</c:v>
                </c:pt>
                <c:pt idx="13303">
                  <c:v>8.222788953292E+17</c:v>
                </c:pt>
                <c:pt idx="13304">
                  <c:v>8.22344635732784E+17</c:v>
                </c:pt>
                <c:pt idx="13305">
                  <c:v>8.2237177807080589E+17</c:v>
                </c:pt>
                <c:pt idx="13306">
                  <c:v>8.223941049616041E+17</c:v>
                </c:pt>
                <c:pt idx="13307">
                  <c:v>8.2240671797757798E+17</c:v>
                </c:pt>
                <c:pt idx="13308">
                  <c:v>8.2243317006066637E+17</c:v>
                </c:pt>
                <c:pt idx="13309">
                  <c:v>8.2271860652424998E+17</c:v>
                </c:pt>
                <c:pt idx="13310">
                  <c:v>8.2276643217210355E+17</c:v>
                </c:pt>
                <c:pt idx="13311">
                  <c:v>8.2276660417579942E+17</c:v>
                </c:pt>
                <c:pt idx="13312">
                  <c:v>8.2282714838306432E+17</c:v>
                </c:pt>
                <c:pt idx="13313">
                  <c:v>8.2283776568893248E+17</c:v>
                </c:pt>
                <c:pt idx="13314">
                  <c:v>8.228842112570496E+17</c:v>
                </c:pt>
                <c:pt idx="13315">
                  <c:v>8.2289308132558464E+17</c:v>
                </c:pt>
                <c:pt idx="13316">
                  <c:v>8.2290271632682368E+17</c:v>
                </c:pt>
                <c:pt idx="13317">
                  <c:v>8.229092985481801E+17</c:v>
                </c:pt>
                <c:pt idx="13318">
                  <c:v>8.2291150929854938E+17</c:v>
                </c:pt>
                <c:pt idx="13319">
                  <c:v>8.2293024769592243E+17</c:v>
                </c:pt>
                <c:pt idx="13320">
                  <c:v>8.2296223121936461E+17</c:v>
                </c:pt>
                <c:pt idx="13321">
                  <c:v>8.2301272973059878E+17</c:v>
                </c:pt>
                <c:pt idx="13322">
                  <c:v>8.2301447819361101E+17</c:v>
                </c:pt>
                <c:pt idx="13323">
                  <c:v>8.2303535819712256E+17</c:v>
                </c:pt>
                <c:pt idx="13324">
                  <c:v>8.230527747748151E+17</c:v>
                </c:pt>
                <c:pt idx="13325">
                  <c:v>8.230932743749111E+17</c:v>
                </c:pt>
                <c:pt idx="13326">
                  <c:v>8.2322784595113754E+17</c:v>
                </c:pt>
                <c:pt idx="13327">
                  <c:v>8.232568229419927E+17</c:v>
                </c:pt>
                <c:pt idx="13328">
                  <c:v>8.234984252070112E+17</c:v>
                </c:pt>
                <c:pt idx="13329">
                  <c:v>8.2350614371808563E+17</c:v>
                </c:pt>
                <c:pt idx="13330">
                  <c:v>8.235201162111657E+17</c:v>
                </c:pt>
                <c:pt idx="13331">
                  <c:v>8.235545391325943E+17</c:v>
                </c:pt>
                <c:pt idx="13332">
                  <c:v>8.2355750567141862E+17</c:v>
                </c:pt>
                <c:pt idx="13333">
                  <c:v>8.2361465144792832E+17</c:v>
                </c:pt>
                <c:pt idx="13334">
                  <c:v>8.236315252441623E+17</c:v>
                </c:pt>
                <c:pt idx="13335">
                  <c:v>8.2363503703211238E+17</c:v>
                </c:pt>
                <c:pt idx="13336">
                  <c:v>8.2365717939613478E+17</c:v>
                </c:pt>
                <c:pt idx="13337">
                  <c:v>8.2366461667406221E+17</c:v>
                </c:pt>
                <c:pt idx="13338">
                  <c:v>8.2375410185829107E+17</c:v>
                </c:pt>
                <c:pt idx="13339">
                  <c:v>8.2378852950110451E+17</c:v>
                </c:pt>
                <c:pt idx="13340">
                  <c:v>8.2378981334334298E+17</c:v>
                </c:pt>
                <c:pt idx="13341">
                  <c:v>8.2382327352864128E+17</c:v>
                </c:pt>
                <c:pt idx="13342">
                  <c:v>8.2385281793802586E+17</c:v>
                </c:pt>
                <c:pt idx="13343">
                  <c:v>8.2409381179271462E+17</c:v>
                </c:pt>
                <c:pt idx="13344">
                  <c:v>8.2416298387574694E+17</c:v>
                </c:pt>
                <c:pt idx="13345">
                  <c:v>8.2419599728483738E+17</c:v>
                </c:pt>
                <c:pt idx="13346">
                  <c:v>8.2424921689519053E+17</c:v>
                </c:pt>
                <c:pt idx="13347">
                  <c:v>8.2434903272790989E+17</c:v>
                </c:pt>
                <c:pt idx="13348">
                  <c:v>8.2437544044699162E+17</c:v>
                </c:pt>
                <c:pt idx="13349">
                  <c:v>8.244394633860361E+17</c:v>
                </c:pt>
                <c:pt idx="13350">
                  <c:v>8.2450021456073779E+17</c:v>
                </c:pt>
                <c:pt idx="13351">
                  <c:v>8.2478037012393997E+17</c:v>
                </c:pt>
                <c:pt idx="13352">
                  <c:v>8.2494055541287578E+17</c:v>
                </c:pt>
                <c:pt idx="13353">
                  <c:v>8.2497735579320179E+17</c:v>
                </c:pt>
                <c:pt idx="13354">
                  <c:v>8.2500505836054925E+17</c:v>
                </c:pt>
                <c:pt idx="13355">
                  <c:v>8.2501278064596902E+17</c:v>
                </c:pt>
                <c:pt idx="13356">
                  <c:v>8.2501397215808832E+17</c:v>
                </c:pt>
                <c:pt idx="13357">
                  <c:v>8.2509363527155546E+17</c:v>
                </c:pt>
                <c:pt idx="13358">
                  <c:v>8.251488387187456E+17</c:v>
                </c:pt>
                <c:pt idx="13359">
                  <c:v>8.2523664698909619E+17</c:v>
                </c:pt>
                <c:pt idx="13360">
                  <c:v>8.2524975542772838E+17</c:v>
                </c:pt>
                <c:pt idx="13361">
                  <c:v>8.2528676074116045E+17</c:v>
                </c:pt>
                <c:pt idx="13362">
                  <c:v>8.2558521596550349E+17</c:v>
                </c:pt>
                <c:pt idx="13363">
                  <c:v>8.2569945797916506E+17</c:v>
                </c:pt>
                <c:pt idx="13364">
                  <c:v>8.2574561276676237E+17</c:v>
                </c:pt>
                <c:pt idx="13365">
                  <c:v>8.2574576917993882E+17</c:v>
                </c:pt>
                <c:pt idx="13366">
                  <c:v>8.2574578988549261E+17</c:v>
                </c:pt>
                <c:pt idx="13367">
                  <c:v>8.2578774229070054E+17</c:v>
                </c:pt>
                <c:pt idx="13368">
                  <c:v>8.259001156096064E+17</c:v>
                </c:pt>
                <c:pt idx="13369">
                  <c:v>8.2623748925215706E+17</c:v>
                </c:pt>
                <c:pt idx="13370">
                  <c:v>8.263454658140288E+17</c:v>
                </c:pt>
                <c:pt idx="13371">
                  <c:v>8.2634765576701594E+17</c:v>
                </c:pt>
                <c:pt idx="13372">
                  <c:v>8.2643925458564915E+17</c:v>
                </c:pt>
                <c:pt idx="13373">
                  <c:v>8.2646519822769421E+17</c:v>
                </c:pt>
                <c:pt idx="13374">
                  <c:v>8.2648128483436915E+17</c:v>
                </c:pt>
                <c:pt idx="13375">
                  <c:v>8.2649208016883008E+17</c:v>
                </c:pt>
                <c:pt idx="13376">
                  <c:v>8.2650885246264538E+17</c:v>
                </c:pt>
                <c:pt idx="13377">
                  <c:v>8.2654789510487027E+17</c:v>
                </c:pt>
                <c:pt idx="13378">
                  <c:v>8.2659656445124365E+17</c:v>
                </c:pt>
                <c:pt idx="13379">
                  <c:v>8.266599845616704E+17</c:v>
                </c:pt>
                <c:pt idx="13380">
                  <c:v>8.2668724776403366E+17</c:v>
                </c:pt>
                <c:pt idx="13381">
                  <c:v>8.267153594685705E+17</c:v>
                </c:pt>
                <c:pt idx="13382">
                  <c:v>8.2674627377526259E+17</c:v>
                </c:pt>
                <c:pt idx="13383">
                  <c:v>8.267532530056201E+17</c:v>
                </c:pt>
                <c:pt idx="13384">
                  <c:v>8.2675690119939085E+17</c:v>
                </c:pt>
                <c:pt idx="13385">
                  <c:v>8.2675716532920794E+17</c:v>
                </c:pt>
                <c:pt idx="13386">
                  <c:v>8.2679158650414067E+17</c:v>
                </c:pt>
                <c:pt idx="13387">
                  <c:v>8.2687395299737485E+17</c:v>
                </c:pt>
                <c:pt idx="13388">
                  <c:v>8.2709227899561715E+17</c:v>
                </c:pt>
                <c:pt idx="13389">
                  <c:v>8.2709437245629914E+17</c:v>
                </c:pt>
                <c:pt idx="13390">
                  <c:v>8.2723157201780173E+17</c:v>
                </c:pt>
                <c:pt idx="13391">
                  <c:v>8.2723877195932672E+17</c:v>
                </c:pt>
                <c:pt idx="13392">
                  <c:v>8.2724406802381389E+17</c:v>
                </c:pt>
                <c:pt idx="13393">
                  <c:v>8.272486345165312E+17</c:v>
                </c:pt>
                <c:pt idx="13394">
                  <c:v>8.2728168539231002E+17</c:v>
                </c:pt>
                <c:pt idx="13395">
                  <c:v>8.2745379772475366E+17</c:v>
                </c:pt>
                <c:pt idx="13396">
                  <c:v>8.2746504766559398E+17</c:v>
                </c:pt>
                <c:pt idx="13397">
                  <c:v>8.277869965119273E+17</c:v>
                </c:pt>
                <c:pt idx="13398">
                  <c:v>8.2780804063150989E+17</c:v>
                </c:pt>
                <c:pt idx="13399">
                  <c:v>8.2781188627423014E+17</c:v>
                </c:pt>
                <c:pt idx="13400">
                  <c:v>8.2781278182809075E+17</c:v>
                </c:pt>
                <c:pt idx="13401">
                  <c:v>8.2787987543291533E+17</c:v>
                </c:pt>
                <c:pt idx="13402">
                  <c:v>8.2788023613987264E+17</c:v>
                </c:pt>
                <c:pt idx="13403">
                  <c:v>8.2789398360542374E+17</c:v>
                </c:pt>
                <c:pt idx="13404">
                  <c:v>8.2789968873443482E+17</c:v>
                </c:pt>
                <c:pt idx="13405">
                  <c:v>8.2791327686039104E+17</c:v>
                </c:pt>
                <c:pt idx="13406">
                  <c:v>8.2794072174019251E+17</c:v>
                </c:pt>
                <c:pt idx="13407">
                  <c:v>8.2794558517649421E+17</c:v>
                </c:pt>
                <c:pt idx="13408">
                  <c:v>8.2795433274852749E+17</c:v>
                </c:pt>
                <c:pt idx="13409">
                  <c:v>8.2796602730117491E+17</c:v>
                </c:pt>
                <c:pt idx="13410">
                  <c:v>8.2797305977842278E+17</c:v>
                </c:pt>
                <c:pt idx="13411">
                  <c:v>8.2798050115201114E+17</c:v>
                </c:pt>
                <c:pt idx="13412">
                  <c:v>8.2799408019132774E+17</c:v>
                </c:pt>
                <c:pt idx="13413">
                  <c:v>8.280237321226263E+17</c:v>
                </c:pt>
                <c:pt idx="13414">
                  <c:v>8.2802381598792973E+17</c:v>
                </c:pt>
                <c:pt idx="13415">
                  <c:v>8.281234288841751E+17</c:v>
                </c:pt>
                <c:pt idx="13416">
                  <c:v>8.2812343664990592E+17</c:v>
                </c:pt>
                <c:pt idx="13417">
                  <c:v>8.2848638575587354E+17</c:v>
                </c:pt>
                <c:pt idx="13418">
                  <c:v>8.2849789720587315E+17</c:v>
                </c:pt>
                <c:pt idx="13419">
                  <c:v>8.2851458210939904E+17</c:v>
                </c:pt>
                <c:pt idx="13420">
                  <c:v>8.2865025964290739E+17</c:v>
                </c:pt>
                <c:pt idx="13421">
                  <c:v>8.2865892276041818E+17</c:v>
                </c:pt>
                <c:pt idx="13422">
                  <c:v>8.2867266504630349E+17</c:v>
                </c:pt>
                <c:pt idx="13423">
                  <c:v>8.2869815910154496E+17</c:v>
                </c:pt>
                <c:pt idx="13424">
                  <c:v>8.286982783765664E+17</c:v>
                </c:pt>
                <c:pt idx="13425">
                  <c:v>8.2874859660464051E+17</c:v>
                </c:pt>
                <c:pt idx="13426">
                  <c:v>8.2920553371788928E+17</c:v>
                </c:pt>
                <c:pt idx="13427">
                  <c:v>8.2928613311273638E+17</c:v>
                </c:pt>
                <c:pt idx="13428">
                  <c:v>8.2933497396971942E+17</c:v>
                </c:pt>
                <c:pt idx="13429">
                  <c:v>8.2935836226166554E+17</c:v>
                </c:pt>
                <c:pt idx="13430">
                  <c:v>8.2936879899996365E+17</c:v>
                </c:pt>
                <c:pt idx="13431">
                  <c:v>8.2941622115535654E+17</c:v>
                </c:pt>
                <c:pt idx="13432">
                  <c:v>8.294786584965143E+17</c:v>
                </c:pt>
                <c:pt idx="13433">
                  <c:v>8.2952427935694426E+17</c:v>
                </c:pt>
                <c:pt idx="13434">
                  <c:v>8.2956085590195085E+17</c:v>
                </c:pt>
                <c:pt idx="13435">
                  <c:v>8.2959386914563776E+17</c:v>
                </c:pt>
                <c:pt idx="13436">
                  <c:v>8.29597489649696E+17</c:v>
                </c:pt>
                <c:pt idx="13437">
                  <c:v>8.2960348828087987E+17</c:v>
                </c:pt>
                <c:pt idx="13438">
                  <c:v>8.296259062079136E+17</c:v>
                </c:pt>
                <c:pt idx="13439">
                  <c:v>8.2965311260039962E+17</c:v>
                </c:pt>
                <c:pt idx="13440">
                  <c:v>8.2987073195611712E+17</c:v>
                </c:pt>
                <c:pt idx="13441">
                  <c:v>8.3000302045645171E+17</c:v>
                </c:pt>
                <c:pt idx="13442">
                  <c:v>8.300163931281952E+17</c:v>
                </c:pt>
                <c:pt idx="13443">
                  <c:v>8.3013952649605082E+17</c:v>
                </c:pt>
                <c:pt idx="13444">
                  <c:v>8.3015004457336243E+17</c:v>
                </c:pt>
                <c:pt idx="13445">
                  <c:v>8.301619587013792E+17</c:v>
                </c:pt>
                <c:pt idx="13446">
                  <c:v>8.3020486954582784E+17</c:v>
                </c:pt>
                <c:pt idx="13447">
                  <c:v>8.3032346044624845E+17</c:v>
                </c:pt>
                <c:pt idx="13448">
                  <c:v>8.3032935818904371E+17</c:v>
                </c:pt>
                <c:pt idx="13449">
                  <c:v>8.3034662649773427E+17</c:v>
                </c:pt>
                <c:pt idx="13450">
                  <c:v>8.3035074468897613E+17</c:v>
                </c:pt>
                <c:pt idx="13451">
                  <c:v>8.3072101209568755E+17</c:v>
                </c:pt>
                <c:pt idx="13452">
                  <c:v>8.3072466172283507E+17</c:v>
                </c:pt>
                <c:pt idx="13453">
                  <c:v>8.3076286628249344E+17</c:v>
                </c:pt>
                <c:pt idx="13454">
                  <c:v>8.3087036494542579E+17</c:v>
                </c:pt>
                <c:pt idx="13455">
                  <c:v>8.3091559388582221E+17</c:v>
                </c:pt>
                <c:pt idx="13456">
                  <c:v>8.3093889121875085E+17</c:v>
                </c:pt>
                <c:pt idx="13457">
                  <c:v>8.3098068884418906E+17</c:v>
                </c:pt>
                <c:pt idx="13458">
                  <c:v>8.3104726276270618E+17</c:v>
                </c:pt>
                <c:pt idx="13459">
                  <c:v>8.310821315448905E+17</c:v>
                </c:pt>
                <c:pt idx="13460">
                  <c:v>8.3110213232497651E+17</c:v>
                </c:pt>
                <c:pt idx="13461">
                  <c:v>8.3110801541614016E+17</c:v>
                </c:pt>
                <c:pt idx="13462">
                  <c:v>8.3110807148721062E+17</c:v>
                </c:pt>
                <c:pt idx="13463">
                  <c:v>8.3113899637152768E+17</c:v>
                </c:pt>
                <c:pt idx="13464">
                  <c:v>8.311701515540544E+17</c:v>
                </c:pt>
                <c:pt idx="13465">
                  <c:v>8.3118335721338266E+17</c:v>
                </c:pt>
                <c:pt idx="13466">
                  <c:v>8.3122060521865267E+17</c:v>
                </c:pt>
                <c:pt idx="13467">
                  <c:v>8.3127281468403405E+17</c:v>
                </c:pt>
                <c:pt idx="13468">
                  <c:v>8.3140002459202662E+17</c:v>
                </c:pt>
                <c:pt idx="13469">
                  <c:v>8.3140008706560512E+17</c:v>
                </c:pt>
                <c:pt idx="13470">
                  <c:v>8.3150963693881395E+17</c:v>
                </c:pt>
                <c:pt idx="13471">
                  <c:v>8.3154423688317171E+17</c:v>
                </c:pt>
                <c:pt idx="13472">
                  <c:v>8.315607420316233E+17</c:v>
                </c:pt>
                <c:pt idx="13473">
                  <c:v>8.3161514845542502E+17</c:v>
                </c:pt>
                <c:pt idx="13474">
                  <c:v>8.3163078388817805E+17</c:v>
                </c:pt>
                <c:pt idx="13475">
                  <c:v>8.3167676367768896E+17</c:v>
                </c:pt>
                <c:pt idx="13476">
                  <c:v>8.3170950293797158E+17</c:v>
                </c:pt>
                <c:pt idx="13477">
                  <c:v>8.3171267716900045E+17</c:v>
                </c:pt>
                <c:pt idx="13478">
                  <c:v>8.3172155551455962E+17</c:v>
                </c:pt>
                <c:pt idx="13479">
                  <c:v>8.317866034383977E+17</c:v>
                </c:pt>
                <c:pt idx="13480">
                  <c:v>8.3179003131554227E+17</c:v>
                </c:pt>
                <c:pt idx="13481">
                  <c:v>8.3180668902609062E+17</c:v>
                </c:pt>
                <c:pt idx="13482">
                  <c:v>8.3181557874508659E+17</c:v>
                </c:pt>
                <c:pt idx="13483">
                  <c:v>8.3182034431352896E+17</c:v>
                </c:pt>
                <c:pt idx="13484">
                  <c:v>8.3183802762432781E+17</c:v>
                </c:pt>
                <c:pt idx="13485">
                  <c:v>8.3185061810220762E+17</c:v>
                </c:pt>
                <c:pt idx="13486">
                  <c:v>8.3203502869310746E+17</c:v>
                </c:pt>
                <c:pt idx="13487">
                  <c:v>8.3203749902079386E+17</c:v>
                </c:pt>
                <c:pt idx="13488">
                  <c:v>8.3214879981212557E+17</c:v>
                </c:pt>
                <c:pt idx="13489">
                  <c:v>8.3218038409759078E+17</c:v>
                </c:pt>
                <c:pt idx="13490">
                  <c:v>8.3218925242816218E+17</c:v>
                </c:pt>
                <c:pt idx="13491">
                  <c:v>8.3219591795832346E+17</c:v>
                </c:pt>
                <c:pt idx="13492">
                  <c:v>8.3220352041163021E+17</c:v>
                </c:pt>
                <c:pt idx="13493">
                  <c:v>8.322140945519232E+17</c:v>
                </c:pt>
                <c:pt idx="13494">
                  <c:v>8.3222096729651085E+17</c:v>
                </c:pt>
                <c:pt idx="13495">
                  <c:v>8.3223258389561523E+17</c:v>
                </c:pt>
                <c:pt idx="13496">
                  <c:v>8.3223632533515149E+17</c:v>
                </c:pt>
                <c:pt idx="13497">
                  <c:v>8.3226109939684672E+17</c:v>
                </c:pt>
                <c:pt idx="13498">
                  <c:v>8.3228862036925414E+17</c:v>
                </c:pt>
                <c:pt idx="13499">
                  <c:v>8.3237426314680794E+17</c:v>
                </c:pt>
                <c:pt idx="13500">
                  <c:v>8.3237477527809677E+17</c:v>
                </c:pt>
                <c:pt idx="13501">
                  <c:v>8.323882472061097E+17</c:v>
                </c:pt>
                <c:pt idx="13502">
                  <c:v>8.3240067397724838E+17</c:v>
                </c:pt>
                <c:pt idx="13503">
                  <c:v>8.3240899379331968E+17</c:v>
                </c:pt>
                <c:pt idx="13504">
                  <c:v>8.3246790430365862E+17</c:v>
                </c:pt>
                <c:pt idx="13505">
                  <c:v>8.324717420163049E+17</c:v>
                </c:pt>
                <c:pt idx="13506">
                  <c:v>8.3247865228092454E+17</c:v>
                </c:pt>
                <c:pt idx="13507">
                  <c:v>8.3253307432868736E+17</c:v>
                </c:pt>
                <c:pt idx="13508">
                  <c:v>8.3277599128338368E+17</c:v>
                </c:pt>
                <c:pt idx="13509">
                  <c:v>8.3285688287722458E+17</c:v>
                </c:pt>
                <c:pt idx="13510">
                  <c:v>8.3285970903678758E+17</c:v>
                </c:pt>
                <c:pt idx="13511">
                  <c:v>8.3298995650336576E+17</c:v>
                </c:pt>
                <c:pt idx="13512">
                  <c:v>8.3299351930723814E+17</c:v>
                </c:pt>
                <c:pt idx="13513">
                  <c:v>8.3300834782532493E+17</c:v>
                </c:pt>
                <c:pt idx="13514">
                  <c:v>8.3303076161973581E+17</c:v>
                </c:pt>
                <c:pt idx="13515">
                  <c:v>8.3306443380407923E+17</c:v>
                </c:pt>
                <c:pt idx="13516">
                  <c:v>8.3307478630520781E+17</c:v>
                </c:pt>
                <c:pt idx="13517">
                  <c:v>8.3307986462723763E+17</c:v>
                </c:pt>
                <c:pt idx="13518">
                  <c:v>8.3317011925133197E+17</c:v>
                </c:pt>
                <c:pt idx="13519">
                  <c:v>8.3320641521849523E+17</c:v>
                </c:pt>
                <c:pt idx="13520">
                  <c:v>8.3326262033529203E+17</c:v>
                </c:pt>
                <c:pt idx="13521">
                  <c:v>8.3327474881909043E+17</c:v>
                </c:pt>
                <c:pt idx="13522">
                  <c:v>8.3333935067109389E+17</c:v>
                </c:pt>
                <c:pt idx="13523">
                  <c:v>8.3357604853201894E+17</c:v>
                </c:pt>
                <c:pt idx="13524">
                  <c:v>8.3362057103026355E+17</c:v>
                </c:pt>
                <c:pt idx="13525">
                  <c:v>8.3362192909096166E+17</c:v>
                </c:pt>
                <c:pt idx="13526">
                  <c:v>8.3378228894153242E+17</c:v>
                </c:pt>
                <c:pt idx="13527">
                  <c:v>8.3380418508766144E+17</c:v>
                </c:pt>
                <c:pt idx="13528">
                  <c:v>8.3382375205721843E+17</c:v>
                </c:pt>
                <c:pt idx="13529">
                  <c:v>8.3382932100990797E+17</c:v>
                </c:pt>
                <c:pt idx="13530">
                  <c:v>8.3385844934791398E+17</c:v>
                </c:pt>
                <c:pt idx="13531">
                  <c:v>8.3386563097775821E+17</c:v>
                </c:pt>
                <c:pt idx="13532">
                  <c:v>8.3387170668868365E+17</c:v>
                </c:pt>
                <c:pt idx="13533">
                  <c:v>8.3396809886160627E+17</c:v>
                </c:pt>
                <c:pt idx="13534">
                  <c:v>8.3396823279756147E+17</c:v>
                </c:pt>
                <c:pt idx="13535">
                  <c:v>8.3398308516867866E+17</c:v>
                </c:pt>
                <c:pt idx="13536">
                  <c:v>8.3401854950524032E+17</c:v>
                </c:pt>
                <c:pt idx="13537">
                  <c:v>8.3438914112796787E+17</c:v>
                </c:pt>
                <c:pt idx="13538">
                  <c:v>8.3439854946732774E+17</c:v>
                </c:pt>
                <c:pt idx="13539">
                  <c:v>8.3443110151484672E+17</c:v>
                </c:pt>
                <c:pt idx="13540">
                  <c:v>8.3455154937095693E+17</c:v>
                </c:pt>
                <c:pt idx="13541">
                  <c:v>8.3455254132948058E+17</c:v>
                </c:pt>
                <c:pt idx="13542">
                  <c:v>8.3458856255834931E+17</c:v>
                </c:pt>
                <c:pt idx="13543">
                  <c:v>8.3460289420392755E+17</c:v>
                </c:pt>
                <c:pt idx="13544">
                  <c:v>8.3473828263279462E+17</c:v>
                </c:pt>
                <c:pt idx="13545">
                  <c:v>8.3503935748123597E+17</c:v>
                </c:pt>
                <c:pt idx="13546">
                  <c:v>8.3505984885335744E+17</c:v>
                </c:pt>
                <c:pt idx="13547">
                  <c:v>8.3507245018382528E+17</c:v>
                </c:pt>
                <c:pt idx="13548">
                  <c:v>8.3509186458172467E+17</c:v>
                </c:pt>
                <c:pt idx="13549">
                  <c:v>8.35139933737264E+17</c:v>
                </c:pt>
                <c:pt idx="13550">
                  <c:v>8.352060108514112E+17</c:v>
                </c:pt>
                <c:pt idx="13551">
                  <c:v>8.3520628816046438E+17</c:v>
                </c:pt>
                <c:pt idx="13552">
                  <c:v>8.3521335725413978E+17</c:v>
                </c:pt>
                <c:pt idx="13553">
                  <c:v>8.3521366907000819E+17</c:v>
                </c:pt>
                <c:pt idx="13554">
                  <c:v>8.352179517331049E+17</c:v>
                </c:pt>
                <c:pt idx="13555">
                  <c:v>8.352341962594281E+17</c:v>
                </c:pt>
                <c:pt idx="13556">
                  <c:v>8.3537739038805504E+17</c:v>
                </c:pt>
                <c:pt idx="13557">
                  <c:v>8.353800826624704E+17</c:v>
                </c:pt>
                <c:pt idx="13558">
                  <c:v>8.3544496801718298E+17</c:v>
                </c:pt>
                <c:pt idx="13559">
                  <c:v>8.3547637955321421E+17</c:v>
                </c:pt>
                <c:pt idx="13560">
                  <c:v>8.3548989530671757E+17</c:v>
                </c:pt>
                <c:pt idx="13561">
                  <c:v>8.3580877748435098E+17</c:v>
                </c:pt>
                <c:pt idx="13562">
                  <c:v>8.3582275695884672E+17</c:v>
                </c:pt>
                <c:pt idx="13563">
                  <c:v>8.3590382351706906E+17</c:v>
                </c:pt>
                <c:pt idx="13564">
                  <c:v>8.3590516612006771E+17</c:v>
                </c:pt>
                <c:pt idx="13565">
                  <c:v>8.3590843350619162E+17</c:v>
                </c:pt>
                <c:pt idx="13566">
                  <c:v>8.3591176608771853E+17</c:v>
                </c:pt>
                <c:pt idx="13567">
                  <c:v>8.3591800537702426E+17</c:v>
                </c:pt>
                <c:pt idx="13568">
                  <c:v>8.3591897525485325E+17</c:v>
                </c:pt>
                <c:pt idx="13569">
                  <c:v>8.3592218208038016E+17</c:v>
                </c:pt>
                <c:pt idx="13570">
                  <c:v>8.3592408048230298E+17</c:v>
                </c:pt>
                <c:pt idx="13571">
                  <c:v>8.3592729948193472E+17</c:v>
                </c:pt>
                <c:pt idx="13572">
                  <c:v>8.3593123211598221E+17</c:v>
                </c:pt>
                <c:pt idx="13573">
                  <c:v>8.3593743759891558E+17</c:v>
                </c:pt>
                <c:pt idx="13574">
                  <c:v>8.359880885629495E+17</c:v>
                </c:pt>
                <c:pt idx="13575">
                  <c:v>8.3599148044908493E+17</c:v>
                </c:pt>
                <c:pt idx="13576">
                  <c:v>8.359985515141897E+17</c:v>
                </c:pt>
                <c:pt idx="13577">
                  <c:v>8.3600019083127731E+17</c:v>
                </c:pt>
                <c:pt idx="13578">
                  <c:v>8.3600167304414016E+17</c:v>
                </c:pt>
                <c:pt idx="13579">
                  <c:v>8.3600660170446963E+17</c:v>
                </c:pt>
                <c:pt idx="13580">
                  <c:v>8.360220140566359E+17</c:v>
                </c:pt>
                <c:pt idx="13581">
                  <c:v>8.3604181213761254E+17</c:v>
                </c:pt>
                <c:pt idx="13582">
                  <c:v>8.3609451540984166E+17</c:v>
                </c:pt>
                <c:pt idx="13583">
                  <c:v>8.3613892487449498E+17</c:v>
                </c:pt>
                <c:pt idx="13584">
                  <c:v>8.3615895460173312E+17</c:v>
                </c:pt>
                <c:pt idx="13585">
                  <c:v>8.3645190202612032E+17</c:v>
                </c:pt>
                <c:pt idx="13586">
                  <c:v>8.3646315983882982E+17</c:v>
                </c:pt>
                <c:pt idx="13587">
                  <c:v>8.3656574815184717E+17</c:v>
                </c:pt>
                <c:pt idx="13588">
                  <c:v>8.3660042509957786E+17</c:v>
                </c:pt>
                <c:pt idx="13589">
                  <c:v>8.3666629779061184E+17</c:v>
                </c:pt>
                <c:pt idx="13590">
                  <c:v>8.3671515009300454E+17</c:v>
                </c:pt>
                <c:pt idx="13591">
                  <c:v>8.3671807682428646E+17</c:v>
                </c:pt>
                <c:pt idx="13592">
                  <c:v>8.3674667022926733E+17</c:v>
                </c:pt>
                <c:pt idx="13593">
                  <c:v>8.3681123366444634E+17</c:v>
                </c:pt>
                <c:pt idx="13594">
                  <c:v>8.3682165185760512E+17</c:v>
                </c:pt>
                <c:pt idx="13595">
                  <c:v>8.3684060463455808E+17</c:v>
                </c:pt>
                <c:pt idx="13596">
                  <c:v>8.3684220362184102E+17</c:v>
                </c:pt>
                <c:pt idx="13597">
                  <c:v>8.3711412327215616E+17</c:v>
                </c:pt>
                <c:pt idx="13598">
                  <c:v>8.3724850221794291E+17</c:v>
                </c:pt>
                <c:pt idx="13599">
                  <c:v>8.3730125043719898E+17</c:v>
                </c:pt>
                <c:pt idx="13600">
                  <c:v>8.3730223350199475E+17</c:v>
                </c:pt>
                <c:pt idx="13601">
                  <c:v>8.3730434601566515E+17</c:v>
                </c:pt>
                <c:pt idx="13602">
                  <c:v>8.3731692146304448E+17</c:v>
                </c:pt>
                <c:pt idx="13603">
                  <c:v>8.3745935566982746E+17</c:v>
                </c:pt>
                <c:pt idx="13604">
                  <c:v>8.3746589095298573E+17</c:v>
                </c:pt>
                <c:pt idx="13605">
                  <c:v>8.3748922278828838E+17</c:v>
                </c:pt>
                <c:pt idx="13606">
                  <c:v>8.3749772100670784E+17</c:v>
                </c:pt>
                <c:pt idx="13607">
                  <c:v>8.3755214999267648E+17</c:v>
                </c:pt>
                <c:pt idx="13608">
                  <c:v>8.3755246049719808E+17</c:v>
                </c:pt>
                <c:pt idx="13609">
                  <c:v>8.3789893090910144E+17</c:v>
                </c:pt>
                <c:pt idx="13610">
                  <c:v>8.3795707485846669E+17</c:v>
                </c:pt>
                <c:pt idx="13611">
                  <c:v>8.3801539535152269E+17</c:v>
                </c:pt>
                <c:pt idx="13612">
                  <c:v>8.3802089954890022E+17</c:v>
                </c:pt>
                <c:pt idx="13613">
                  <c:v>8.3809357488231475E+17</c:v>
                </c:pt>
                <c:pt idx="13614">
                  <c:v>8.3810550622897574E+17</c:v>
                </c:pt>
                <c:pt idx="13615">
                  <c:v>8.3811194930401203E+17</c:v>
                </c:pt>
                <c:pt idx="13616">
                  <c:v>8.3817172091360794E+17</c:v>
                </c:pt>
                <c:pt idx="13617">
                  <c:v>8.3818168735824717E+17</c:v>
                </c:pt>
                <c:pt idx="13618">
                  <c:v>8.3821777758614848E+17</c:v>
                </c:pt>
                <c:pt idx="13619">
                  <c:v>8.3822484988898022E+17</c:v>
                </c:pt>
                <c:pt idx="13620">
                  <c:v>8.3823206649244301E+17</c:v>
                </c:pt>
                <c:pt idx="13621">
                  <c:v>8.3826877108508762E+17</c:v>
                </c:pt>
                <c:pt idx="13622">
                  <c:v>8.3827266564671642E+17</c:v>
                </c:pt>
                <c:pt idx="13623">
                  <c:v>8.3827736270937754E+17</c:v>
                </c:pt>
                <c:pt idx="13624">
                  <c:v>8.3834369896784947E+17</c:v>
                </c:pt>
                <c:pt idx="13625">
                  <c:v>8.3842175094485389E+17</c:v>
                </c:pt>
                <c:pt idx="13626">
                  <c:v>8.3863760709149555E+17</c:v>
                </c:pt>
                <c:pt idx="13627">
                  <c:v>8.3864029750117568E+17</c:v>
                </c:pt>
                <c:pt idx="13628">
                  <c:v>8.386899426025303E+17</c:v>
                </c:pt>
                <c:pt idx="13629">
                  <c:v>8.3869055317295974E+17</c:v>
                </c:pt>
                <c:pt idx="13630">
                  <c:v>8.3875799931445325E+17</c:v>
                </c:pt>
                <c:pt idx="13631">
                  <c:v>8.3876852749415296E+17</c:v>
                </c:pt>
                <c:pt idx="13632">
                  <c:v>8.3877483361625446E+17</c:v>
                </c:pt>
                <c:pt idx="13633">
                  <c:v>8.3878094225209152E+17</c:v>
                </c:pt>
                <c:pt idx="13634">
                  <c:v>8.3879566527997645E+17</c:v>
                </c:pt>
                <c:pt idx="13635">
                  <c:v>8.3881751287949197E+17</c:v>
                </c:pt>
                <c:pt idx="13636">
                  <c:v>8.3884013727693466E+17</c:v>
                </c:pt>
                <c:pt idx="13637">
                  <c:v>8.3904341361716864E+17</c:v>
                </c:pt>
                <c:pt idx="13638">
                  <c:v>8.3905874506628941E+17</c:v>
                </c:pt>
                <c:pt idx="13639">
                  <c:v>8.3907237948326605E+17</c:v>
                </c:pt>
                <c:pt idx="13640">
                  <c:v>8.3908883408845581E+17</c:v>
                </c:pt>
                <c:pt idx="13641">
                  <c:v>8.3923861492792294E+17</c:v>
                </c:pt>
                <c:pt idx="13642">
                  <c:v>8.392425320843104E+17</c:v>
                </c:pt>
                <c:pt idx="13643">
                  <c:v>8.3932400666140326E+17</c:v>
                </c:pt>
                <c:pt idx="13644">
                  <c:v>8.3942716930543923E+17</c:v>
                </c:pt>
                <c:pt idx="13645">
                  <c:v>8.3942717126582976E+17</c:v>
                </c:pt>
                <c:pt idx="13646">
                  <c:v>8.394730300941312E+17</c:v>
                </c:pt>
                <c:pt idx="13647">
                  <c:v>8.3948608610418675E+17</c:v>
                </c:pt>
                <c:pt idx="13648">
                  <c:v>8.3949788113715622E+17</c:v>
                </c:pt>
                <c:pt idx="13649">
                  <c:v>8.3956356638301696E+17</c:v>
                </c:pt>
                <c:pt idx="13650">
                  <c:v>8.3970079526432576E+17</c:v>
                </c:pt>
                <c:pt idx="13651">
                  <c:v>8.3970526322495155E+17</c:v>
                </c:pt>
                <c:pt idx="13652">
                  <c:v>8.3971656296548544E+17</c:v>
                </c:pt>
                <c:pt idx="13653">
                  <c:v>8.3975918057972058E+17</c:v>
                </c:pt>
                <c:pt idx="13654">
                  <c:v>8.4004898150063706E+17</c:v>
                </c:pt>
                <c:pt idx="13655">
                  <c:v>8.4009216329124109E+17</c:v>
                </c:pt>
                <c:pt idx="13656">
                  <c:v>8.4010604471171725E+17</c:v>
                </c:pt>
                <c:pt idx="13657">
                  <c:v>8.4012987654568346E+17</c:v>
                </c:pt>
                <c:pt idx="13658">
                  <c:v>8.4014770601132454E+17</c:v>
                </c:pt>
                <c:pt idx="13659">
                  <c:v>8.4014795528095168E+17</c:v>
                </c:pt>
                <c:pt idx="13660">
                  <c:v>8.4018911665665779E+17</c:v>
                </c:pt>
                <c:pt idx="13661">
                  <c:v>8.4018934316527373E+17</c:v>
                </c:pt>
                <c:pt idx="13662">
                  <c:v>8.4019554276645056E+17</c:v>
                </c:pt>
                <c:pt idx="13663">
                  <c:v>8.4020594358312256E+17</c:v>
                </c:pt>
                <c:pt idx="13664">
                  <c:v>8.402116770340585E+17</c:v>
                </c:pt>
                <c:pt idx="13665">
                  <c:v>8.4025459021060442E+17</c:v>
                </c:pt>
                <c:pt idx="13666">
                  <c:v>8.4029581872339443E+17</c:v>
                </c:pt>
                <c:pt idx="13667">
                  <c:v>8.4031009553585088E+17</c:v>
                </c:pt>
                <c:pt idx="13668">
                  <c:v>8.4039560831070413E+17</c:v>
                </c:pt>
                <c:pt idx="13669">
                  <c:v>8.404448703811145E+17</c:v>
                </c:pt>
                <c:pt idx="13670">
                  <c:v>8.4046839547813133E+17</c:v>
                </c:pt>
                <c:pt idx="13671">
                  <c:v>8.4081278214946586E+17</c:v>
                </c:pt>
                <c:pt idx="13672">
                  <c:v>8.4091345292353485E+17</c:v>
                </c:pt>
                <c:pt idx="13673">
                  <c:v>8.4100352935482918E+17</c:v>
                </c:pt>
                <c:pt idx="13674">
                  <c:v>8.4101784315304435E+17</c:v>
                </c:pt>
                <c:pt idx="13675">
                  <c:v>8.4102431761837555E+17</c:v>
                </c:pt>
                <c:pt idx="13676">
                  <c:v>8.4107947907970598E+17</c:v>
                </c:pt>
                <c:pt idx="13677">
                  <c:v>8.4119839894043648E+17</c:v>
                </c:pt>
                <c:pt idx="13678">
                  <c:v>8.4121322113428198E+17</c:v>
                </c:pt>
                <c:pt idx="13679">
                  <c:v>8.4123424119632781E+17</c:v>
                </c:pt>
                <c:pt idx="13680">
                  <c:v>8.4127214832735859E+17</c:v>
                </c:pt>
                <c:pt idx="13681">
                  <c:v>8.4128810158305651E+17</c:v>
                </c:pt>
                <c:pt idx="13682">
                  <c:v>8.4142628427464026E+17</c:v>
                </c:pt>
                <c:pt idx="13683">
                  <c:v>8.4143847255249741E+17</c:v>
                </c:pt>
                <c:pt idx="13684">
                  <c:v>8.4156460481357619E+17</c:v>
                </c:pt>
                <c:pt idx="13685">
                  <c:v>8.4157373247874202E+17</c:v>
                </c:pt>
                <c:pt idx="13686">
                  <c:v>8.4159097547871667E+17</c:v>
                </c:pt>
                <c:pt idx="13687">
                  <c:v>8.4163284915680499E+17</c:v>
                </c:pt>
                <c:pt idx="13688">
                  <c:v>8.416453532372407E+17</c:v>
                </c:pt>
                <c:pt idx="13689">
                  <c:v>8.4167181554932864E+17</c:v>
                </c:pt>
                <c:pt idx="13690">
                  <c:v>8.4167667211915955E+17</c:v>
                </c:pt>
                <c:pt idx="13691">
                  <c:v>8.4168293093416154E+17</c:v>
                </c:pt>
                <c:pt idx="13692">
                  <c:v>8.4170028748615642E+17</c:v>
                </c:pt>
                <c:pt idx="13693">
                  <c:v>8.4170979647225587E+17</c:v>
                </c:pt>
                <c:pt idx="13694">
                  <c:v>8.4171039703374067E+17</c:v>
                </c:pt>
                <c:pt idx="13695">
                  <c:v>8.4172125236751091E+17</c:v>
                </c:pt>
                <c:pt idx="13696">
                  <c:v>8.4172600947966579E+17</c:v>
                </c:pt>
                <c:pt idx="13697">
                  <c:v>8.4173469954215155E+17</c:v>
                </c:pt>
                <c:pt idx="13698">
                  <c:v>8.4174298558086477E+17</c:v>
                </c:pt>
                <c:pt idx="13699">
                  <c:v>8.4175849277495194E+17</c:v>
                </c:pt>
                <c:pt idx="13700">
                  <c:v>8.4176817933465357E+17</c:v>
                </c:pt>
                <c:pt idx="13701">
                  <c:v>8.4185986037686144E+17</c:v>
                </c:pt>
                <c:pt idx="13702">
                  <c:v>8.4185997877604237E+17</c:v>
                </c:pt>
                <c:pt idx="13703">
                  <c:v>8.4188265492706893E+17</c:v>
                </c:pt>
                <c:pt idx="13704">
                  <c:v>8.4188556629752115E+17</c:v>
                </c:pt>
                <c:pt idx="13705">
                  <c:v>8.4197310333916237E+17</c:v>
                </c:pt>
                <c:pt idx="13706">
                  <c:v>8.4234776748822797E+17</c:v>
                </c:pt>
                <c:pt idx="13707">
                  <c:v>8.4235323280789466E+17</c:v>
                </c:pt>
                <c:pt idx="13708">
                  <c:v>8.4235476058312666E+17</c:v>
                </c:pt>
                <c:pt idx="13709">
                  <c:v>8.4239741636151885E+17</c:v>
                </c:pt>
                <c:pt idx="13710">
                  <c:v>8.4242121043537037E+17</c:v>
                </c:pt>
                <c:pt idx="13711">
                  <c:v>8.4242506340794176E+17</c:v>
                </c:pt>
                <c:pt idx="13712">
                  <c:v>8.4244959074112768E+17</c:v>
                </c:pt>
                <c:pt idx="13713">
                  <c:v>8.4245318062374234E+17</c:v>
                </c:pt>
                <c:pt idx="13714">
                  <c:v>8.424578997810103E+17</c:v>
                </c:pt>
                <c:pt idx="13715">
                  <c:v>8.4255891117486464E+17</c:v>
                </c:pt>
                <c:pt idx="13716">
                  <c:v>8.4262958010959808E+17</c:v>
                </c:pt>
                <c:pt idx="13717">
                  <c:v>8.426430713232951E+17</c:v>
                </c:pt>
                <c:pt idx="13718">
                  <c:v>8.4273364412020851E+17</c:v>
                </c:pt>
                <c:pt idx="13719">
                  <c:v>8.4276566664796915E+17</c:v>
                </c:pt>
                <c:pt idx="13720">
                  <c:v>8.4298112557518938E+17</c:v>
                </c:pt>
                <c:pt idx="13721">
                  <c:v>8.4302863554182298E+17</c:v>
                </c:pt>
                <c:pt idx="13722">
                  <c:v>8.4307051164531968E+17</c:v>
                </c:pt>
                <c:pt idx="13723">
                  <c:v>8.4309741720116954E+17</c:v>
                </c:pt>
                <c:pt idx="13724">
                  <c:v>8.4311632007419917E+17</c:v>
                </c:pt>
                <c:pt idx="13725">
                  <c:v>8.4311644536717376E+17</c:v>
                </c:pt>
                <c:pt idx="13726">
                  <c:v>8.4313576822162176E+17</c:v>
                </c:pt>
                <c:pt idx="13727">
                  <c:v>8.4314878719782131E+17</c:v>
                </c:pt>
                <c:pt idx="13728">
                  <c:v>8.43170585779136E+17</c:v>
                </c:pt>
                <c:pt idx="13729">
                  <c:v>8.4317744753436621E+17</c:v>
                </c:pt>
                <c:pt idx="13730">
                  <c:v>8.4322200008527168E+17</c:v>
                </c:pt>
                <c:pt idx="13731">
                  <c:v>8.432643751011872E+17</c:v>
                </c:pt>
                <c:pt idx="13732">
                  <c:v>8.4329473820653133E+17</c:v>
                </c:pt>
                <c:pt idx="13733">
                  <c:v>8.4329777950650547E+17</c:v>
                </c:pt>
                <c:pt idx="13734">
                  <c:v>8.4330504232265933E+17</c:v>
                </c:pt>
                <c:pt idx="13735">
                  <c:v>8.4330866609105062E+17</c:v>
                </c:pt>
                <c:pt idx="13736">
                  <c:v>8.4331593994034304E+17</c:v>
                </c:pt>
                <c:pt idx="13737">
                  <c:v>8.4335475424699059E+17</c:v>
                </c:pt>
                <c:pt idx="13738">
                  <c:v>8.4337000094320166E+17</c:v>
                </c:pt>
                <c:pt idx="13739">
                  <c:v>8.4339903157336934E+17</c:v>
                </c:pt>
                <c:pt idx="13740">
                  <c:v>8.4355403144800832E+17</c:v>
                </c:pt>
                <c:pt idx="13741">
                  <c:v>8.437365224903529E+17</c:v>
                </c:pt>
                <c:pt idx="13742">
                  <c:v>8.4374640241882995E+17</c:v>
                </c:pt>
                <c:pt idx="13743">
                  <c:v>8.4377061806273446E+17</c:v>
                </c:pt>
                <c:pt idx="13744">
                  <c:v>8.4384617014259251E+17</c:v>
                </c:pt>
                <c:pt idx="13745">
                  <c:v>8.4389360930579443E+17</c:v>
                </c:pt>
                <c:pt idx="13746">
                  <c:v>8.4391371188469747E+17</c:v>
                </c:pt>
                <c:pt idx="13747">
                  <c:v>8.4392760601721216E+17</c:v>
                </c:pt>
                <c:pt idx="13748">
                  <c:v>8.439558362828087E+17</c:v>
                </c:pt>
                <c:pt idx="13749">
                  <c:v>8.4395970324104026E+17</c:v>
                </c:pt>
                <c:pt idx="13750">
                  <c:v>8.439966828624384E+17</c:v>
                </c:pt>
                <c:pt idx="13751">
                  <c:v>8.4400893150731251E+17</c:v>
                </c:pt>
                <c:pt idx="13752">
                  <c:v>8.4404681472944627E+17</c:v>
                </c:pt>
                <c:pt idx="13753">
                  <c:v>8.4406025477343565E+17</c:v>
                </c:pt>
                <c:pt idx="13754">
                  <c:v>8.4407277654429171E+17</c:v>
                </c:pt>
                <c:pt idx="13755">
                  <c:v>8.4407777425454976E+17</c:v>
                </c:pt>
                <c:pt idx="13756">
                  <c:v>8.4408478137280794E+17</c:v>
                </c:pt>
                <c:pt idx="13757">
                  <c:v>8.4408648232474381E+17</c:v>
                </c:pt>
                <c:pt idx="13758">
                  <c:v>8.441277928325833E+17</c:v>
                </c:pt>
                <c:pt idx="13759">
                  <c:v>8.4414323362475827E+17</c:v>
                </c:pt>
                <c:pt idx="13760">
                  <c:v>8.441466481738679E+17</c:v>
                </c:pt>
                <c:pt idx="13761">
                  <c:v>8.441572288478304E+17</c:v>
                </c:pt>
                <c:pt idx="13762">
                  <c:v>8.4417152860887194E+17</c:v>
                </c:pt>
                <c:pt idx="13763">
                  <c:v>8.4419771384163008E+17</c:v>
                </c:pt>
                <c:pt idx="13764">
                  <c:v>8.4431819767177037E+17</c:v>
                </c:pt>
                <c:pt idx="13765">
                  <c:v>8.443730956989312E+17</c:v>
                </c:pt>
                <c:pt idx="13766">
                  <c:v>8.4444192210826099E+17</c:v>
                </c:pt>
                <c:pt idx="13767">
                  <c:v>8.4453901221825869E+17</c:v>
                </c:pt>
                <c:pt idx="13768">
                  <c:v>8.4464646522706419E+17</c:v>
                </c:pt>
                <c:pt idx="13769">
                  <c:v>8.4474618664003379E+17</c:v>
                </c:pt>
                <c:pt idx="13770">
                  <c:v>8.4475392965219955E+17</c:v>
                </c:pt>
                <c:pt idx="13771">
                  <c:v>8.4475820519856269E+17</c:v>
                </c:pt>
                <c:pt idx="13772">
                  <c:v>8.4476684903614938E+17</c:v>
                </c:pt>
                <c:pt idx="13773">
                  <c:v>8.4476960419992141E+17</c:v>
                </c:pt>
                <c:pt idx="13774">
                  <c:v>8.4481710867172173E+17</c:v>
                </c:pt>
                <c:pt idx="13775">
                  <c:v>8.4482016567970739E+17</c:v>
                </c:pt>
                <c:pt idx="13776">
                  <c:v>8.448202280792055E+17</c:v>
                </c:pt>
                <c:pt idx="13777">
                  <c:v>8.4517773700871808E+17</c:v>
                </c:pt>
                <c:pt idx="13778">
                  <c:v>8.4522268204688742E+17</c:v>
                </c:pt>
                <c:pt idx="13779">
                  <c:v>8.4537231244122918E+17</c:v>
                </c:pt>
                <c:pt idx="13780">
                  <c:v>8.4538112651523635E+17</c:v>
                </c:pt>
                <c:pt idx="13781">
                  <c:v>8.453824221525655E+17</c:v>
                </c:pt>
                <c:pt idx="13782">
                  <c:v>8.4539027217773658E+17</c:v>
                </c:pt>
                <c:pt idx="13783">
                  <c:v>8.4540115348879821E+17</c:v>
                </c:pt>
                <c:pt idx="13784">
                  <c:v>8.4542036939803674E+17</c:v>
                </c:pt>
                <c:pt idx="13785">
                  <c:v>8.4560981919488307E+17</c:v>
                </c:pt>
                <c:pt idx="13786">
                  <c:v>8.4561510562085018E+17</c:v>
                </c:pt>
                <c:pt idx="13787">
                  <c:v>8.4561925471659699E+17</c:v>
                </c:pt>
                <c:pt idx="13788">
                  <c:v>8.456911909247799E+17</c:v>
                </c:pt>
                <c:pt idx="13789">
                  <c:v>8.4580911029642611E+17</c:v>
                </c:pt>
                <c:pt idx="13790">
                  <c:v>8.4584767130780454E+17</c:v>
                </c:pt>
                <c:pt idx="13791">
                  <c:v>8.4592840235112717E+17</c:v>
                </c:pt>
                <c:pt idx="13792">
                  <c:v>8.4593175705912986E+17</c:v>
                </c:pt>
                <c:pt idx="13793">
                  <c:v>8.459447327692809E+17</c:v>
                </c:pt>
                <c:pt idx="13794">
                  <c:v>8.4595656013564173E+17</c:v>
                </c:pt>
                <c:pt idx="13795">
                  <c:v>8.4599690025598323E+17</c:v>
                </c:pt>
                <c:pt idx="13796">
                  <c:v>8.460012230326839E+17</c:v>
                </c:pt>
                <c:pt idx="13797">
                  <c:v>8.4602154499093581E+17</c:v>
                </c:pt>
                <c:pt idx="13798">
                  <c:v>8.4603439586237389E+17</c:v>
                </c:pt>
                <c:pt idx="13799">
                  <c:v>8.4609591464237709E+17</c:v>
                </c:pt>
                <c:pt idx="13800">
                  <c:v>8.4610684669799987E+17</c:v>
                </c:pt>
                <c:pt idx="13801">
                  <c:v>8.4611066151055936E+17</c:v>
                </c:pt>
                <c:pt idx="13802">
                  <c:v>8.4615674609431027E+17</c:v>
                </c:pt>
                <c:pt idx="13803">
                  <c:v>8.4616135488322701E+17</c:v>
                </c:pt>
                <c:pt idx="13804">
                  <c:v>8.4616715691432102E+17</c:v>
                </c:pt>
                <c:pt idx="13805">
                  <c:v>8.4621685700967808E+17</c:v>
                </c:pt>
                <c:pt idx="13806">
                  <c:v>8.4627154169367117E+17</c:v>
                </c:pt>
                <c:pt idx="13807">
                  <c:v>8.4628248324079936E+17</c:v>
                </c:pt>
                <c:pt idx="13808">
                  <c:v>8.4631145519328973E+17</c:v>
                </c:pt>
                <c:pt idx="13809">
                  <c:v>8.4631636938016154E+17</c:v>
                </c:pt>
                <c:pt idx="13810">
                  <c:v>8.4638088961673062E+17</c:v>
                </c:pt>
                <c:pt idx="13811">
                  <c:v>8.465728967859625E+17</c:v>
                </c:pt>
                <c:pt idx="13812">
                  <c:v>8.4661319886619981E+17</c:v>
                </c:pt>
                <c:pt idx="13813">
                  <c:v>8.4663078988467955E+17</c:v>
                </c:pt>
                <c:pt idx="13814">
                  <c:v>8.4664209389548685E+17</c:v>
                </c:pt>
                <c:pt idx="13815">
                  <c:v>8.4664662578238131E+17</c:v>
                </c:pt>
                <c:pt idx="13816">
                  <c:v>8.4666544478039514E+17</c:v>
                </c:pt>
                <c:pt idx="13817">
                  <c:v>8.4671308567017664E+17</c:v>
                </c:pt>
                <c:pt idx="13818">
                  <c:v>8.4671486275116774E+17</c:v>
                </c:pt>
                <c:pt idx="13819">
                  <c:v>8.4673603152832742E+17</c:v>
                </c:pt>
                <c:pt idx="13820">
                  <c:v>8.4677221776193702E+17</c:v>
                </c:pt>
                <c:pt idx="13821">
                  <c:v>8.4677667393459546E+17</c:v>
                </c:pt>
                <c:pt idx="13822">
                  <c:v>8.4678855349656E+17</c:v>
                </c:pt>
                <c:pt idx="13823">
                  <c:v>8.468053513871936E+17</c:v>
                </c:pt>
                <c:pt idx="13824">
                  <c:v>8.4682070185247898E+17</c:v>
                </c:pt>
                <c:pt idx="13825">
                  <c:v>8.4682531937319104E+17</c:v>
                </c:pt>
                <c:pt idx="13826">
                  <c:v>8.4688442812588365E+17</c:v>
                </c:pt>
                <c:pt idx="13827">
                  <c:v>8.4697578750560589E+17</c:v>
                </c:pt>
                <c:pt idx="13828">
                  <c:v>8.469796545497047E+17</c:v>
                </c:pt>
                <c:pt idx="13829">
                  <c:v>8.4698465556786202E+17</c:v>
                </c:pt>
                <c:pt idx="13830">
                  <c:v>8.4703813282112589E+17</c:v>
                </c:pt>
                <c:pt idx="13831">
                  <c:v>8.4705800385143437E+17</c:v>
                </c:pt>
                <c:pt idx="13832">
                  <c:v>8.4739458277073498E+17</c:v>
                </c:pt>
                <c:pt idx="13833">
                  <c:v>8.4742124185959936E+17</c:v>
                </c:pt>
                <c:pt idx="13834">
                  <c:v>8.4746321385711475E+17</c:v>
                </c:pt>
                <c:pt idx="13835">
                  <c:v>8.4746894162344909E+17</c:v>
                </c:pt>
                <c:pt idx="13836">
                  <c:v>8.4748689931766515E+17</c:v>
                </c:pt>
                <c:pt idx="13837">
                  <c:v>8.4749342142679744E+17</c:v>
                </c:pt>
                <c:pt idx="13838">
                  <c:v>8.4750768918879667E+17</c:v>
                </c:pt>
                <c:pt idx="13839">
                  <c:v>8.4755451633561523E+17</c:v>
                </c:pt>
                <c:pt idx="13840">
                  <c:v>8.4755513810976448E+17</c:v>
                </c:pt>
                <c:pt idx="13841">
                  <c:v>8.4755684153397926E+17</c:v>
                </c:pt>
                <c:pt idx="13842">
                  <c:v>8.4762196223479219E+17</c:v>
                </c:pt>
                <c:pt idx="13843">
                  <c:v>8.4763078554518118E+17</c:v>
                </c:pt>
                <c:pt idx="13844">
                  <c:v>8.4774149550061632E+17</c:v>
                </c:pt>
                <c:pt idx="13845">
                  <c:v>8.4776184696828378E+17</c:v>
                </c:pt>
                <c:pt idx="13846">
                  <c:v>8.4786917974400102E+17</c:v>
                </c:pt>
                <c:pt idx="13847">
                  <c:v>8.4808122063616973E+17</c:v>
                </c:pt>
                <c:pt idx="13848">
                  <c:v>8.480979873294816E+17</c:v>
                </c:pt>
                <c:pt idx="13849">
                  <c:v>8.4815006377337344E+17</c:v>
                </c:pt>
                <c:pt idx="13850">
                  <c:v>8.4820736510543232E+17</c:v>
                </c:pt>
                <c:pt idx="13851">
                  <c:v>8.4821162326148813E+17</c:v>
                </c:pt>
                <c:pt idx="13852">
                  <c:v>8.4821255214038003E+17</c:v>
                </c:pt>
                <c:pt idx="13853">
                  <c:v>8.4822448915574899E+17</c:v>
                </c:pt>
                <c:pt idx="13854">
                  <c:v>8.4842949912080563E+17</c:v>
                </c:pt>
                <c:pt idx="13855">
                  <c:v>8.4850184582162086E+17</c:v>
                </c:pt>
                <c:pt idx="13856">
                  <c:v>8.4878938071824768E+17</c:v>
                </c:pt>
                <c:pt idx="13857">
                  <c:v>8.4881098935385126E+17</c:v>
                </c:pt>
                <c:pt idx="13858">
                  <c:v>8.4881597863857792E+17</c:v>
                </c:pt>
                <c:pt idx="13859">
                  <c:v>8.4891402617820045E+17</c:v>
                </c:pt>
                <c:pt idx="13860">
                  <c:v>8.4897339701082509E+17</c:v>
                </c:pt>
                <c:pt idx="13861">
                  <c:v>8.4898485578870771E+17</c:v>
                </c:pt>
                <c:pt idx="13862">
                  <c:v>8.4899627353962291E+17</c:v>
                </c:pt>
                <c:pt idx="13863">
                  <c:v>8.4900409497554253E+17</c:v>
                </c:pt>
                <c:pt idx="13864">
                  <c:v>8.4900602860999757E+17</c:v>
                </c:pt>
                <c:pt idx="13865">
                  <c:v>8.4900737708703411E+17</c:v>
                </c:pt>
                <c:pt idx="13866">
                  <c:v>8.4900862088673779E+17</c:v>
                </c:pt>
                <c:pt idx="13867">
                  <c:v>8.490665760255479E+17</c:v>
                </c:pt>
                <c:pt idx="13868">
                  <c:v>8.4912647227114688E+17</c:v>
                </c:pt>
                <c:pt idx="13869">
                  <c:v>8.4914600719704026E+17</c:v>
                </c:pt>
                <c:pt idx="13870">
                  <c:v>8.4921251162603725E+17</c:v>
                </c:pt>
                <c:pt idx="13871">
                  <c:v>8.4927353081929638E+17</c:v>
                </c:pt>
                <c:pt idx="13872">
                  <c:v>8.4937356315952397E+17</c:v>
                </c:pt>
                <c:pt idx="13873">
                  <c:v>8.4948382559172122E+17</c:v>
                </c:pt>
                <c:pt idx="13874">
                  <c:v>8.496014119694537E+17</c:v>
                </c:pt>
                <c:pt idx="13875">
                  <c:v>8.4965528656037555E+17</c:v>
                </c:pt>
                <c:pt idx="13876">
                  <c:v>8.4971482948139123E+17</c:v>
                </c:pt>
                <c:pt idx="13877">
                  <c:v>8.497235412264055E+17</c:v>
                </c:pt>
                <c:pt idx="13878">
                  <c:v>8.4989125192097638E+17</c:v>
                </c:pt>
                <c:pt idx="13879">
                  <c:v>8.4989298245090918E+17</c:v>
                </c:pt>
                <c:pt idx="13880">
                  <c:v>8.4990923011673357E+17</c:v>
                </c:pt>
                <c:pt idx="13881">
                  <c:v>8.5009141989573018E+17</c:v>
                </c:pt>
                <c:pt idx="13882">
                  <c:v>8.5026198650882445E+17</c:v>
                </c:pt>
                <c:pt idx="13883">
                  <c:v>8.5030914091708275E+17</c:v>
                </c:pt>
                <c:pt idx="13884">
                  <c:v>8.5033368141927475E+17</c:v>
                </c:pt>
                <c:pt idx="13885">
                  <c:v>8.5034375457291802E+17</c:v>
                </c:pt>
                <c:pt idx="13886">
                  <c:v>8.5034694283948352E+17</c:v>
                </c:pt>
                <c:pt idx="13887">
                  <c:v>8.503476452144439E+17</c:v>
                </c:pt>
                <c:pt idx="13888">
                  <c:v>8.5038896873283264E+17</c:v>
                </c:pt>
                <c:pt idx="13889">
                  <c:v>8.5039818358435366E+17</c:v>
                </c:pt>
                <c:pt idx="13890">
                  <c:v>8.5060027501800192E+17</c:v>
                </c:pt>
                <c:pt idx="13891">
                  <c:v>8.5060526864278656E+17</c:v>
                </c:pt>
                <c:pt idx="13892">
                  <c:v>8.5063513611292454E+17</c:v>
                </c:pt>
                <c:pt idx="13893">
                  <c:v>8.5076153566608102E+17</c:v>
                </c:pt>
                <c:pt idx="13894">
                  <c:v>8.5092262568779302E+17</c:v>
                </c:pt>
                <c:pt idx="13895">
                  <c:v>8.5101802673853914E+17</c:v>
                </c:pt>
                <c:pt idx="13896">
                  <c:v>8.5102380283042598E+17</c:v>
                </c:pt>
                <c:pt idx="13897">
                  <c:v>8.5104710064208269E+17</c:v>
                </c:pt>
                <c:pt idx="13898">
                  <c:v>8.5110068586517696E+17</c:v>
                </c:pt>
                <c:pt idx="13899">
                  <c:v>8.5110123965922304E+17</c:v>
                </c:pt>
                <c:pt idx="13900">
                  <c:v>8.5113133351837504E+17</c:v>
                </c:pt>
                <c:pt idx="13901">
                  <c:v>8.5115073740822464E+17</c:v>
                </c:pt>
                <c:pt idx="13902">
                  <c:v>8.5115424620202445E+17</c:v>
                </c:pt>
                <c:pt idx="13903">
                  <c:v>8.5115432541463245E+17</c:v>
                </c:pt>
                <c:pt idx="13904">
                  <c:v>8.5118574493462387E+17</c:v>
                </c:pt>
                <c:pt idx="13905">
                  <c:v>8.5126801546714342E+17</c:v>
                </c:pt>
                <c:pt idx="13906">
                  <c:v>8.513169445581952E+17</c:v>
                </c:pt>
                <c:pt idx="13907">
                  <c:v>8.5134337114182643E+17</c:v>
                </c:pt>
                <c:pt idx="13908">
                  <c:v>8.5141554958147494E+17</c:v>
                </c:pt>
                <c:pt idx="13909">
                  <c:v>8.5161744336990784E+17</c:v>
                </c:pt>
                <c:pt idx="13910">
                  <c:v>8.5168971647533837E+17</c:v>
                </c:pt>
                <c:pt idx="13911">
                  <c:v>8.5168972257151744E+17</c:v>
                </c:pt>
                <c:pt idx="13912">
                  <c:v>8.5168972719275264E+17</c:v>
                </c:pt>
                <c:pt idx="13913">
                  <c:v>8.517205230288695E+17</c:v>
                </c:pt>
                <c:pt idx="13914">
                  <c:v>8.5177192516030554E+17</c:v>
                </c:pt>
                <c:pt idx="13915">
                  <c:v>8.5178634624521306E+17</c:v>
                </c:pt>
                <c:pt idx="13916">
                  <c:v>8.5179590423949018E+17</c:v>
                </c:pt>
                <c:pt idx="13917">
                  <c:v>8.5180420694213158E+17</c:v>
                </c:pt>
                <c:pt idx="13918">
                  <c:v>8.5184163933241434E+17</c:v>
                </c:pt>
                <c:pt idx="13919">
                  <c:v>8.5185370209529126E+17</c:v>
                </c:pt>
                <c:pt idx="13920">
                  <c:v>8.5186248029606605E+17</c:v>
                </c:pt>
                <c:pt idx="13921">
                  <c:v>8.5186632694816998E+17</c:v>
                </c:pt>
                <c:pt idx="13922">
                  <c:v>8.5189264831313446E+17</c:v>
                </c:pt>
                <c:pt idx="13923">
                  <c:v>8.5189265944891123E+17</c:v>
                </c:pt>
                <c:pt idx="13924">
                  <c:v>8.5191341602623462E+17</c:v>
                </c:pt>
                <c:pt idx="13925">
                  <c:v>8.5192220430883341E+17</c:v>
                </c:pt>
                <c:pt idx="13926">
                  <c:v>8.5192712890804966E+17</c:v>
                </c:pt>
                <c:pt idx="13927">
                  <c:v>8.5200637658914829E+17</c:v>
                </c:pt>
                <c:pt idx="13928">
                  <c:v>8.5201378741482406E+17</c:v>
                </c:pt>
                <c:pt idx="13929">
                  <c:v>8.5204122266687245E+17</c:v>
                </c:pt>
                <c:pt idx="13930">
                  <c:v>8.5205565484571648E+17</c:v>
                </c:pt>
                <c:pt idx="13931">
                  <c:v>8.5206968246724762E+17</c:v>
                </c:pt>
                <c:pt idx="13932">
                  <c:v>8.5207110596804019E+17</c:v>
                </c:pt>
                <c:pt idx="13933">
                  <c:v>8.5207204387666803E+17</c:v>
                </c:pt>
                <c:pt idx="13934">
                  <c:v>8.5207834951011366E+17</c:v>
                </c:pt>
                <c:pt idx="13935">
                  <c:v>8.5207836315609229E+17</c:v>
                </c:pt>
                <c:pt idx="13936">
                  <c:v>8.5209614486769856E+17</c:v>
                </c:pt>
                <c:pt idx="13937">
                  <c:v>8.5223312565008256E+17</c:v>
                </c:pt>
                <c:pt idx="13938">
                  <c:v>8.5223666329490176E+17</c:v>
                </c:pt>
                <c:pt idx="13939">
                  <c:v>8.522517918690208E+17</c:v>
                </c:pt>
                <c:pt idx="13940">
                  <c:v>8.523663447661952E+17</c:v>
                </c:pt>
                <c:pt idx="13941">
                  <c:v>8.5236646386662963E+17</c:v>
                </c:pt>
                <c:pt idx="13942">
                  <c:v>8.523754996659401E+17</c:v>
                </c:pt>
                <c:pt idx="13943">
                  <c:v>8.5241606873658227E+17</c:v>
                </c:pt>
                <c:pt idx="13944">
                  <c:v>8.5241887143199667E+17</c:v>
                </c:pt>
                <c:pt idx="13945">
                  <c:v>8.5241969563144064E+17</c:v>
                </c:pt>
                <c:pt idx="13946">
                  <c:v>8.5243157237399846E+17</c:v>
                </c:pt>
                <c:pt idx="13947">
                  <c:v>8.5244516625820262E+17</c:v>
                </c:pt>
                <c:pt idx="13948">
                  <c:v>8.5248465104316262E+17</c:v>
                </c:pt>
                <c:pt idx="13949">
                  <c:v>8.5254491178730112E+17</c:v>
                </c:pt>
                <c:pt idx="13950">
                  <c:v>8.5264064407340032E+17</c:v>
                </c:pt>
                <c:pt idx="13951">
                  <c:v>8.5269943927351923E+17</c:v>
                </c:pt>
                <c:pt idx="13952">
                  <c:v>8.5279394657886797E+17</c:v>
                </c:pt>
                <c:pt idx="13953">
                  <c:v>8.5283896424953267E+17</c:v>
                </c:pt>
                <c:pt idx="13954">
                  <c:v>8.5284736660118643E+17</c:v>
                </c:pt>
                <c:pt idx="13955">
                  <c:v>8.5285699701321165E+17</c:v>
                </c:pt>
                <c:pt idx="13956">
                  <c:v>8.5288523410110029E+17</c:v>
                </c:pt>
                <c:pt idx="13957">
                  <c:v>8.5290924743177203E+17</c:v>
                </c:pt>
                <c:pt idx="13958">
                  <c:v>8.5291422424648538E+17</c:v>
                </c:pt>
                <c:pt idx="13959">
                  <c:v>8.529195268734665E+17</c:v>
                </c:pt>
                <c:pt idx="13960">
                  <c:v>8.5314939606148787E+17</c:v>
                </c:pt>
                <c:pt idx="13961">
                  <c:v>8.5334775240492864E+17</c:v>
                </c:pt>
                <c:pt idx="13962">
                  <c:v>8.5335307229059674E+17</c:v>
                </c:pt>
                <c:pt idx="13963">
                  <c:v>8.5337069273098816E+17</c:v>
                </c:pt>
                <c:pt idx="13964">
                  <c:v>8.5342939201298355E+17</c:v>
                </c:pt>
                <c:pt idx="13965">
                  <c:v>8.5349691054600819E+17</c:v>
                </c:pt>
                <c:pt idx="13966">
                  <c:v>8.5353898272531789E+17</c:v>
                </c:pt>
                <c:pt idx="13967">
                  <c:v>8.5375249123312307E+17</c:v>
                </c:pt>
                <c:pt idx="13968">
                  <c:v>8.5376824368051738E+17</c:v>
                </c:pt>
                <c:pt idx="13969">
                  <c:v>8.5385298358696038E+17</c:v>
                </c:pt>
                <c:pt idx="13970">
                  <c:v>8.5388963944093146E+17</c:v>
                </c:pt>
                <c:pt idx="13971">
                  <c:v>8.5395157175864986E+17</c:v>
                </c:pt>
                <c:pt idx="13972">
                  <c:v>8.5396868359545242E+17</c:v>
                </c:pt>
                <c:pt idx="13973">
                  <c:v>8.5397167537303757E+17</c:v>
                </c:pt>
                <c:pt idx="13974">
                  <c:v>8.540704715596448E+17</c:v>
                </c:pt>
                <c:pt idx="13975">
                  <c:v>8.5409563603317389E+17</c:v>
                </c:pt>
                <c:pt idx="13976">
                  <c:v>8.5413957897964557E+17</c:v>
                </c:pt>
                <c:pt idx="13977">
                  <c:v>8.5416095795539994E+17</c:v>
                </c:pt>
                <c:pt idx="13978">
                  <c:v>8.5419142943789056E+17</c:v>
                </c:pt>
                <c:pt idx="13979">
                  <c:v>8.5419576624858163E+17</c:v>
                </c:pt>
                <c:pt idx="13980">
                  <c:v>8.5422357738342784E+17</c:v>
                </c:pt>
                <c:pt idx="13981">
                  <c:v>8.5426114277961626E+17</c:v>
                </c:pt>
                <c:pt idx="13982">
                  <c:v>8.5426603575050419E+17</c:v>
                </c:pt>
                <c:pt idx="13983">
                  <c:v>8.5427564307809587E+17</c:v>
                </c:pt>
                <c:pt idx="13984">
                  <c:v>8.5428724920420019E+17</c:v>
                </c:pt>
                <c:pt idx="13985">
                  <c:v>8.5461582460753126E+17</c:v>
                </c:pt>
                <c:pt idx="13986">
                  <c:v>8.5461814535892224E+17</c:v>
                </c:pt>
                <c:pt idx="13987">
                  <c:v>8.5464275626210944E+17</c:v>
                </c:pt>
                <c:pt idx="13988">
                  <c:v>8.5474180834931763E+17</c:v>
                </c:pt>
                <c:pt idx="13989">
                  <c:v>8.5474873704506227E+17</c:v>
                </c:pt>
                <c:pt idx="13990">
                  <c:v>8.5474968169243315E+17</c:v>
                </c:pt>
                <c:pt idx="13991">
                  <c:v>8.5474998578531238E+17</c:v>
                </c:pt>
                <c:pt idx="13992">
                  <c:v>8.5479920341418778E+17</c:v>
                </c:pt>
                <c:pt idx="13993">
                  <c:v>8.5484838491153869E+17</c:v>
                </c:pt>
                <c:pt idx="13994">
                  <c:v>8.5492499447752858E+17</c:v>
                </c:pt>
                <c:pt idx="13995">
                  <c:v>8.5495805686927974E+17</c:v>
                </c:pt>
                <c:pt idx="13996">
                  <c:v>8.5504010149824922E+17</c:v>
                </c:pt>
                <c:pt idx="13997">
                  <c:v>8.5508224682187635E+17</c:v>
                </c:pt>
                <c:pt idx="13998">
                  <c:v>8.5520762109652787E+17</c:v>
                </c:pt>
                <c:pt idx="13999">
                  <c:v>8.5526897668814106E+17</c:v>
                </c:pt>
                <c:pt idx="14000">
                  <c:v>8.5535254122943859E+17</c:v>
                </c:pt>
                <c:pt idx="14001">
                  <c:v>8.5540151724897152E+17</c:v>
                </c:pt>
                <c:pt idx="14002">
                  <c:v>8.5540988691932595E+17</c:v>
                </c:pt>
                <c:pt idx="14003">
                  <c:v>8.554919166824361E+17</c:v>
                </c:pt>
                <c:pt idx="14004">
                  <c:v>8.5549238621839066E+17</c:v>
                </c:pt>
                <c:pt idx="14005">
                  <c:v>8.555043863147817E+17</c:v>
                </c:pt>
                <c:pt idx="14006">
                  <c:v>8.5553195302341568E+17</c:v>
                </c:pt>
                <c:pt idx="14007">
                  <c:v>8.5556576446456E+17</c:v>
                </c:pt>
                <c:pt idx="14008">
                  <c:v>8.555820815348983E+17</c:v>
                </c:pt>
                <c:pt idx="14009">
                  <c:v>8.556275182867849E+17</c:v>
                </c:pt>
                <c:pt idx="14010">
                  <c:v>8.5568369026438771E+17</c:v>
                </c:pt>
                <c:pt idx="14011">
                  <c:v>8.5570349263411213E+17</c:v>
                </c:pt>
                <c:pt idx="14012">
                  <c:v>8.5616125236822746E+17</c:v>
                </c:pt>
                <c:pt idx="14013">
                  <c:v>8.5616811523788915E+17</c:v>
                </c:pt>
                <c:pt idx="14014">
                  <c:v>8.5617305021021542E+17</c:v>
                </c:pt>
                <c:pt idx="14015">
                  <c:v>8.562205978590999E+17</c:v>
                </c:pt>
                <c:pt idx="14016">
                  <c:v>8.5624025706193088E+17</c:v>
                </c:pt>
                <c:pt idx="14017">
                  <c:v>8.5624136645988096E+17</c:v>
                </c:pt>
                <c:pt idx="14018">
                  <c:v>8.5626008633089766E+17</c:v>
                </c:pt>
                <c:pt idx="14019">
                  <c:v>8.5626950631417024E+17</c:v>
                </c:pt>
                <c:pt idx="14020">
                  <c:v>8.5627025372946688E+17</c:v>
                </c:pt>
                <c:pt idx="14021">
                  <c:v>8.5628927732255578E+17</c:v>
                </c:pt>
                <c:pt idx="14022">
                  <c:v>8.562933371621888E+17</c:v>
                </c:pt>
                <c:pt idx="14023">
                  <c:v>8.5630120030521126E+17</c:v>
                </c:pt>
                <c:pt idx="14024">
                  <c:v>8.5633282482440307E+17</c:v>
                </c:pt>
                <c:pt idx="14025">
                  <c:v>8.5635708367019853E+17</c:v>
                </c:pt>
                <c:pt idx="14026">
                  <c:v>8.564072911100896E+17</c:v>
                </c:pt>
                <c:pt idx="14027">
                  <c:v>8.5645529756246093E+17</c:v>
                </c:pt>
                <c:pt idx="14028">
                  <c:v>8.5646089832427085E+17</c:v>
                </c:pt>
                <c:pt idx="14029">
                  <c:v>8.5674132863899802E+17</c:v>
                </c:pt>
                <c:pt idx="14030">
                  <c:v>8.5676620896927014E+17</c:v>
                </c:pt>
                <c:pt idx="14031">
                  <c:v>8.5677964269916006E+17</c:v>
                </c:pt>
                <c:pt idx="14032">
                  <c:v>8.5682275991958874E+17</c:v>
                </c:pt>
                <c:pt idx="14033">
                  <c:v>8.5682814189401766E+17</c:v>
                </c:pt>
                <c:pt idx="14034">
                  <c:v>8.5688123659641459E+17</c:v>
                </c:pt>
                <c:pt idx="14035">
                  <c:v>8.5690348606572992E+17</c:v>
                </c:pt>
                <c:pt idx="14036">
                  <c:v>8.5693996089755315E+17</c:v>
                </c:pt>
                <c:pt idx="14037">
                  <c:v>8.569842923590985E+17</c:v>
                </c:pt>
                <c:pt idx="14038">
                  <c:v>8.5699931520921549E+17</c:v>
                </c:pt>
                <c:pt idx="14039">
                  <c:v>8.5711145281459098E+17</c:v>
                </c:pt>
                <c:pt idx="14040">
                  <c:v>8.571306127573961E+17</c:v>
                </c:pt>
                <c:pt idx="14041">
                  <c:v>8.5720817404674675E+17</c:v>
                </c:pt>
                <c:pt idx="14042">
                  <c:v>8.5723945313043162E+17</c:v>
                </c:pt>
                <c:pt idx="14043">
                  <c:v>8.5745702110119654E+17</c:v>
                </c:pt>
                <c:pt idx="14044">
                  <c:v>8.5746472039460941E+17</c:v>
                </c:pt>
                <c:pt idx="14045">
                  <c:v>8.5746717938353293E+17</c:v>
                </c:pt>
                <c:pt idx="14046">
                  <c:v>8.5747502376903309E+17</c:v>
                </c:pt>
                <c:pt idx="14047">
                  <c:v>8.5747725401321715E+17</c:v>
                </c:pt>
                <c:pt idx="14048">
                  <c:v>8.5748448748603302E+17</c:v>
                </c:pt>
                <c:pt idx="14049">
                  <c:v>8.5748785301103654E+17</c:v>
                </c:pt>
                <c:pt idx="14050">
                  <c:v>8.576180082598839E+17</c:v>
                </c:pt>
                <c:pt idx="14051">
                  <c:v>8.5762050649385562E+17</c:v>
                </c:pt>
                <c:pt idx="14052">
                  <c:v>8.5763960127534413E+17</c:v>
                </c:pt>
                <c:pt idx="14053">
                  <c:v>8.5764331667186112E+17</c:v>
                </c:pt>
                <c:pt idx="14054">
                  <c:v>8.576482862933975E+17</c:v>
                </c:pt>
                <c:pt idx="14055">
                  <c:v>8.5766833679962176E+17</c:v>
                </c:pt>
                <c:pt idx="14056">
                  <c:v>8.5768094729382797E+17</c:v>
                </c:pt>
                <c:pt idx="14057">
                  <c:v>8.5769894684115123E+17</c:v>
                </c:pt>
                <c:pt idx="14058">
                  <c:v>8.5774398278954893E+17</c:v>
                </c:pt>
                <c:pt idx="14059">
                  <c:v>8.5779621888333555E+17</c:v>
                </c:pt>
                <c:pt idx="14060">
                  <c:v>8.5784806115036621E+17</c:v>
                </c:pt>
                <c:pt idx="14061">
                  <c:v>8.5786116057709965E+17</c:v>
                </c:pt>
                <c:pt idx="14062">
                  <c:v>8.5790716303903027E+17</c:v>
                </c:pt>
                <c:pt idx="14063">
                  <c:v>8.579188779164768E+17</c:v>
                </c:pt>
                <c:pt idx="14064">
                  <c:v>8.5795413940597632E+17</c:v>
                </c:pt>
                <c:pt idx="14065">
                  <c:v>8.5821018176178112E+17</c:v>
                </c:pt>
                <c:pt idx="14066">
                  <c:v>8.5825343476795712E+17</c:v>
                </c:pt>
                <c:pt idx="14067">
                  <c:v>8.5829807565041715E+17</c:v>
                </c:pt>
                <c:pt idx="14068">
                  <c:v>8.5831101705133952E+17</c:v>
                </c:pt>
                <c:pt idx="14069">
                  <c:v>8.583191750115689E+17</c:v>
                </c:pt>
                <c:pt idx="14070">
                  <c:v>8.5833634078656525E+17</c:v>
                </c:pt>
                <c:pt idx="14071">
                  <c:v>8.5836123255471398E+17</c:v>
                </c:pt>
                <c:pt idx="14072">
                  <c:v>8.5836858544200358E+17</c:v>
                </c:pt>
                <c:pt idx="14073">
                  <c:v>8.5848207423995968E+17</c:v>
                </c:pt>
                <c:pt idx="14074">
                  <c:v>8.5851756603240282E+17</c:v>
                </c:pt>
                <c:pt idx="14075">
                  <c:v>8.585290727483255E+17</c:v>
                </c:pt>
                <c:pt idx="14076">
                  <c:v>8.5852961677366733E+17</c:v>
                </c:pt>
                <c:pt idx="14077">
                  <c:v>8.5853937931233818E+17</c:v>
                </c:pt>
                <c:pt idx="14078">
                  <c:v>8.5858057191932275E+17</c:v>
                </c:pt>
                <c:pt idx="14079">
                  <c:v>8.5860711837725939E+17</c:v>
                </c:pt>
                <c:pt idx="14080">
                  <c:v>8.5861778442057178E+17</c:v>
                </c:pt>
                <c:pt idx="14081">
                  <c:v>8.5863879012796941E+17</c:v>
                </c:pt>
                <c:pt idx="14082">
                  <c:v>8.5871821024769421E+17</c:v>
                </c:pt>
                <c:pt idx="14083">
                  <c:v>8.5876207893470349E+17</c:v>
                </c:pt>
                <c:pt idx="14084">
                  <c:v>8.5891094780822592E+17</c:v>
                </c:pt>
                <c:pt idx="14085">
                  <c:v>8.5893421706125133E+17</c:v>
                </c:pt>
                <c:pt idx="14086">
                  <c:v>8.5893447252058637E+17</c:v>
                </c:pt>
                <c:pt idx="14087">
                  <c:v>8.5894097753450022E+17</c:v>
                </c:pt>
                <c:pt idx="14088">
                  <c:v>8.5894098688672499E+17</c:v>
                </c:pt>
                <c:pt idx="14089">
                  <c:v>8.5900925725224538E+17</c:v>
                </c:pt>
                <c:pt idx="14090">
                  <c:v>8.5901396175262387E+17</c:v>
                </c:pt>
                <c:pt idx="14091">
                  <c:v>8.5904776188572864E+17</c:v>
                </c:pt>
                <c:pt idx="14092">
                  <c:v>8.5908549890499904E+17</c:v>
                </c:pt>
                <c:pt idx="14093">
                  <c:v>8.59111301502512E+17</c:v>
                </c:pt>
                <c:pt idx="14094">
                  <c:v>8.5911900056726285E+17</c:v>
                </c:pt>
                <c:pt idx="14095">
                  <c:v>8.5914406714039974E+17</c:v>
                </c:pt>
                <c:pt idx="14096">
                  <c:v>8.5914649631158042E+17</c:v>
                </c:pt>
                <c:pt idx="14097">
                  <c:v>8.5914917540873318E+17</c:v>
                </c:pt>
                <c:pt idx="14098">
                  <c:v>8.5915379357054067E+17</c:v>
                </c:pt>
                <c:pt idx="14099">
                  <c:v>8.5915897859968986E+17</c:v>
                </c:pt>
                <c:pt idx="14100">
                  <c:v>8.591698855105097E+17</c:v>
                </c:pt>
                <c:pt idx="14101">
                  <c:v>8.5917339993478131E+17</c:v>
                </c:pt>
                <c:pt idx="14102">
                  <c:v>8.5920303066213325E+17</c:v>
                </c:pt>
                <c:pt idx="14103">
                  <c:v>8.5920540701691264E+17</c:v>
                </c:pt>
                <c:pt idx="14104">
                  <c:v>8.5921419759317299E+17</c:v>
                </c:pt>
                <c:pt idx="14105">
                  <c:v>8.5922466895628314E+17</c:v>
                </c:pt>
                <c:pt idx="14106">
                  <c:v>8.5926820672539008E+17</c:v>
                </c:pt>
                <c:pt idx="14107">
                  <c:v>8.5927087638363699E+17</c:v>
                </c:pt>
                <c:pt idx="14108">
                  <c:v>8.5932563521481805E+17</c:v>
                </c:pt>
                <c:pt idx="14109">
                  <c:v>8.5964090430697216E+17</c:v>
                </c:pt>
                <c:pt idx="14110">
                  <c:v>8.596844981767552E+17</c:v>
                </c:pt>
                <c:pt idx="14111">
                  <c:v>8.5969071757815821E+17</c:v>
                </c:pt>
                <c:pt idx="14112">
                  <c:v>8.5978994515951642E+17</c:v>
                </c:pt>
                <c:pt idx="14113">
                  <c:v>8.599129699876695E+17</c:v>
                </c:pt>
                <c:pt idx="14114">
                  <c:v>8.5993854251061184E+17</c:v>
                </c:pt>
                <c:pt idx="14115">
                  <c:v>8.6002505634377741E+17</c:v>
                </c:pt>
                <c:pt idx="14116">
                  <c:v>8.600427428911753E+17</c:v>
                </c:pt>
                <c:pt idx="14117">
                  <c:v>8.6006639057367936E+17</c:v>
                </c:pt>
                <c:pt idx="14118">
                  <c:v>8.6008808549709798E+17</c:v>
                </c:pt>
                <c:pt idx="14119">
                  <c:v>8.6040032935635891E+17</c:v>
                </c:pt>
                <c:pt idx="14120">
                  <c:v>8.6051967886581747E+17</c:v>
                </c:pt>
                <c:pt idx="14121">
                  <c:v>8.60548611718224E+17</c:v>
                </c:pt>
                <c:pt idx="14122">
                  <c:v>8.6065377419370944E+17</c:v>
                </c:pt>
                <c:pt idx="14123">
                  <c:v>8.606824054795264E+17</c:v>
                </c:pt>
                <c:pt idx="14124">
                  <c:v>8.6074457952958003E+17</c:v>
                </c:pt>
                <c:pt idx="14125">
                  <c:v>8.6074747694309504E+17</c:v>
                </c:pt>
                <c:pt idx="14126">
                  <c:v>8.6077288165021299E+17</c:v>
                </c:pt>
                <c:pt idx="14127">
                  <c:v>8.6078894104784602E+17</c:v>
                </c:pt>
                <c:pt idx="14128">
                  <c:v>8.6093460351152013E+17</c:v>
                </c:pt>
                <c:pt idx="14129">
                  <c:v>8.6095135896236378E+17</c:v>
                </c:pt>
                <c:pt idx="14130">
                  <c:v>8.6097424666593229E+17</c:v>
                </c:pt>
                <c:pt idx="14131">
                  <c:v>8.611139142684727E+17</c:v>
                </c:pt>
                <c:pt idx="14132">
                  <c:v>8.6112124523042816E+17</c:v>
                </c:pt>
                <c:pt idx="14133">
                  <c:v>8.6114006132886528E+17</c:v>
                </c:pt>
                <c:pt idx="14134">
                  <c:v>8.6115176103969242E+17</c:v>
                </c:pt>
                <c:pt idx="14135">
                  <c:v>8.6116630273872448E+17</c:v>
                </c:pt>
                <c:pt idx="14136">
                  <c:v>8.6116670827420877E+17</c:v>
                </c:pt>
                <c:pt idx="14137">
                  <c:v>8.6117509328402867E+17</c:v>
                </c:pt>
                <c:pt idx="14138">
                  <c:v>8.611755890288023E+17</c:v>
                </c:pt>
                <c:pt idx="14139">
                  <c:v>8.6120338248831206E+17</c:v>
                </c:pt>
                <c:pt idx="14140">
                  <c:v>8.6120646386261158E+17</c:v>
                </c:pt>
                <c:pt idx="14141">
                  <c:v>8.6120941080473165E+17</c:v>
                </c:pt>
                <c:pt idx="14142">
                  <c:v>8.6121114906703194E+17</c:v>
                </c:pt>
                <c:pt idx="14143">
                  <c:v>8.612131129116439E+17</c:v>
                </c:pt>
                <c:pt idx="14144">
                  <c:v>8.6121479044191795E+17</c:v>
                </c:pt>
                <c:pt idx="14145">
                  <c:v>8.6121601035859866E+17</c:v>
                </c:pt>
                <c:pt idx="14146">
                  <c:v>8.612361169510313E+17</c:v>
                </c:pt>
                <c:pt idx="14147">
                  <c:v>8.6126684205549517E+17</c:v>
                </c:pt>
                <c:pt idx="14148">
                  <c:v>8.6127329337380864E+17</c:v>
                </c:pt>
                <c:pt idx="14149">
                  <c:v>8.612752467645088E+17</c:v>
                </c:pt>
                <c:pt idx="14150">
                  <c:v>8.612768053659913E+17</c:v>
                </c:pt>
                <c:pt idx="14151">
                  <c:v>8.6127760038315315E+17</c:v>
                </c:pt>
                <c:pt idx="14152">
                  <c:v>8.6131331194788928E+17</c:v>
                </c:pt>
                <c:pt idx="14153">
                  <c:v>8.6132062275113344E+17</c:v>
                </c:pt>
                <c:pt idx="14154">
                  <c:v>8.6132170389091315E+17</c:v>
                </c:pt>
                <c:pt idx="14155">
                  <c:v>8.6132336690443418E+17</c:v>
                </c:pt>
                <c:pt idx="14156">
                  <c:v>8.613828635205161E+17</c:v>
                </c:pt>
                <c:pt idx="14157">
                  <c:v>8.6141444349774387E+17</c:v>
                </c:pt>
                <c:pt idx="14158">
                  <c:v>8.6145431954671309E+17</c:v>
                </c:pt>
                <c:pt idx="14159">
                  <c:v>8.6146965660064998E+17</c:v>
                </c:pt>
                <c:pt idx="14160">
                  <c:v>8.6149998648836531E+17</c:v>
                </c:pt>
                <c:pt idx="14161">
                  <c:v>8.615000016751287E+17</c:v>
                </c:pt>
                <c:pt idx="14162">
                  <c:v>8.6150195638351834E+17</c:v>
                </c:pt>
                <c:pt idx="14163">
                  <c:v>8.6157634526410394E+17</c:v>
                </c:pt>
                <c:pt idx="14164">
                  <c:v>8.6158182103089984E+17</c:v>
                </c:pt>
                <c:pt idx="14165">
                  <c:v>8.6181306437591142E+17</c:v>
                </c:pt>
                <c:pt idx="14166">
                  <c:v>8.6186250127932467E+17</c:v>
                </c:pt>
                <c:pt idx="14167">
                  <c:v>8.6186714070029811E+17</c:v>
                </c:pt>
                <c:pt idx="14168">
                  <c:v>8.6188172891036954E+17</c:v>
                </c:pt>
                <c:pt idx="14169">
                  <c:v>8.6193831892565402E+17</c:v>
                </c:pt>
                <c:pt idx="14170">
                  <c:v>8.6196357981641242E+17</c:v>
                </c:pt>
                <c:pt idx="14171">
                  <c:v>8.6198726479039334E+17</c:v>
                </c:pt>
                <c:pt idx="14172">
                  <c:v>8.6199049515347162E+17</c:v>
                </c:pt>
                <c:pt idx="14173">
                  <c:v>8.6199061440919373E+17</c:v>
                </c:pt>
                <c:pt idx="14174">
                  <c:v>8.6206047128620173E+17</c:v>
                </c:pt>
                <c:pt idx="14175">
                  <c:v>8.6206678085585382E+17</c:v>
                </c:pt>
                <c:pt idx="14176">
                  <c:v>8.6206923143198694E+17</c:v>
                </c:pt>
                <c:pt idx="14177">
                  <c:v>8.6210065133597939E+17</c:v>
                </c:pt>
                <c:pt idx="14178">
                  <c:v>8.6212991864916685E+17</c:v>
                </c:pt>
                <c:pt idx="14179">
                  <c:v>8.6215165992403098E+17</c:v>
                </c:pt>
                <c:pt idx="14180">
                  <c:v>8.6251622222977792E+17</c:v>
                </c:pt>
                <c:pt idx="14181">
                  <c:v>8.6252270822839974E+17</c:v>
                </c:pt>
                <c:pt idx="14182">
                  <c:v>8.6252293425783206E+17</c:v>
                </c:pt>
                <c:pt idx="14183">
                  <c:v>8.625365383122528E+17</c:v>
                </c:pt>
                <c:pt idx="14184">
                  <c:v>8.6254415207671501E+17</c:v>
                </c:pt>
                <c:pt idx="14185">
                  <c:v>8.6254644674925594E+17</c:v>
                </c:pt>
                <c:pt idx="14186">
                  <c:v>8.6264737458526259E+17</c:v>
                </c:pt>
                <c:pt idx="14187">
                  <c:v>8.6269045516756826E+17</c:v>
                </c:pt>
                <c:pt idx="14188">
                  <c:v>8.6269765239858931E+17</c:v>
                </c:pt>
                <c:pt idx="14189">
                  <c:v>8.6272714978099341E+17</c:v>
                </c:pt>
                <c:pt idx="14190">
                  <c:v>8.6273018531901235E+17</c:v>
                </c:pt>
                <c:pt idx="14191">
                  <c:v>8.6273876835808397E+17</c:v>
                </c:pt>
                <c:pt idx="14192">
                  <c:v>8.6276564901381312E+17</c:v>
                </c:pt>
                <c:pt idx="14193">
                  <c:v>8.6276891775079142E+17</c:v>
                </c:pt>
                <c:pt idx="14194">
                  <c:v>8.6279335779731571E+17</c:v>
                </c:pt>
                <c:pt idx="14195">
                  <c:v>8.6280511582351411E+17</c:v>
                </c:pt>
                <c:pt idx="14196">
                  <c:v>8.6280565599066061E+17</c:v>
                </c:pt>
                <c:pt idx="14197">
                  <c:v>8.6282400022560294E+17</c:v>
                </c:pt>
                <c:pt idx="14198">
                  <c:v>8.6283338951300787E+17</c:v>
                </c:pt>
                <c:pt idx="14199">
                  <c:v>8.6288124811858982E+17</c:v>
                </c:pt>
                <c:pt idx="14200">
                  <c:v>8.6289974569772608E+17</c:v>
                </c:pt>
                <c:pt idx="14201">
                  <c:v>8.6290452065708493E+17</c:v>
                </c:pt>
                <c:pt idx="14202">
                  <c:v>8.6291304835036698E+17</c:v>
                </c:pt>
                <c:pt idx="14203">
                  <c:v>8.6291620007191014E+17</c:v>
                </c:pt>
                <c:pt idx="14204">
                  <c:v>8.6297509952728256E+17</c:v>
                </c:pt>
                <c:pt idx="14205">
                  <c:v>8.6298012073060531E+17</c:v>
                </c:pt>
                <c:pt idx="14206">
                  <c:v>8.6299887607735296E+17</c:v>
                </c:pt>
                <c:pt idx="14207">
                  <c:v>8.6300922445728218E+17</c:v>
                </c:pt>
                <c:pt idx="14208">
                  <c:v>8.6323408256008768E+17</c:v>
                </c:pt>
                <c:pt idx="14209">
                  <c:v>8.6334807869067277E+17</c:v>
                </c:pt>
                <c:pt idx="14210">
                  <c:v>8.6336367470372877E+17</c:v>
                </c:pt>
                <c:pt idx="14211">
                  <c:v>8.634070687237079E+17</c:v>
                </c:pt>
                <c:pt idx="14212">
                  <c:v>8.6341099130125965E+17</c:v>
                </c:pt>
                <c:pt idx="14213">
                  <c:v>8.6342403706564326E+17</c:v>
                </c:pt>
                <c:pt idx="14214">
                  <c:v>8.6346572871796506E+17</c:v>
                </c:pt>
                <c:pt idx="14215">
                  <c:v>8.6350151273950234E+17</c:v>
                </c:pt>
                <c:pt idx="14216">
                  <c:v>8.6350563483233664E+17</c:v>
                </c:pt>
                <c:pt idx="14217">
                  <c:v>8.6360046333785741E+17</c:v>
                </c:pt>
                <c:pt idx="14218">
                  <c:v>8.6362114602163277E+17</c:v>
                </c:pt>
                <c:pt idx="14219">
                  <c:v>8.6371630481912282E+17</c:v>
                </c:pt>
                <c:pt idx="14220">
                  <c:v>8.6379520342993536E+17</c:v>
                </c:pt>
                <c:pt idx="14221">
                  <c:v>8.638044034677888E+17</c:v>
                </c:pt>
                <c:pt idx="14222">
                  <c:v>8.6383142078830874E+17</c:v>
                </c:pt>
                <c:pt idx="14223">
                  <c:v>8.6405553945476979E+17</c:v>
                </c:pt>
                <c:pt idx="14224">
                  <c:v>8.6407698301485491E+17</c:v>
                </c:pt>
                <c:pt idx="14225">
                  <c:v>8.6412153294325837E+17</c:v>
                </c:pt>
                <c:pt idx="14226">
                  <c:v>8.6412197134666547E+17</c:v>
                </c:pt>
                <c:pt idx="14227">
                  <c:v>8.6412754596372902E+17</c:v>
                </c:pt>
                <c:pt idx="14228">
                  <c:v>8.6413573709976307E+17</c:v>
                </c:pt>
                <c:pt idx="14229">
                  <c:v>8.6415247927861965E+17</c:v>
                </c:pt>
                <c:pt idx="14230">
                  <c:v>8.6422204084966131E+17</c:v>
                </c:pt>
                <c:pt idx="14231">
                  <c:v>8.6424222886418573E+17</c:v>
                </c:pt>
                <c:pt idx="14232">
                  <c:v>8.6424602843406016E+17</c:v>
                </c:pt>
                <c:pt idx="14233">
                  <c:v>8.642505939625824E+17</c:v>
                </c:pt>
                <c:pt idx="14234">
                  <c:v>8.6432089914116838E+17</c:v>
                </c:pt>
                <c:pt idx="14235">
                  <c:v>8.643828608820745E+17</c:v>
                </c:pt>
                <c:pt idx="14236">
                  <c:v>8.6447529107390874E+17</c:v>
                </c:pt>
                <c:pt idx="14237">
                  <c:v>8.6448291888709235E+17</c:v>
                </c:pt>
                <c:pt idx="14238">
                  <c:v>8.6451994680568243E+17</c:v>
                </c:pt>
                <c:pt idx="14239">
                  <c:v>8.6486937031338778E+17</c:v>
                </c:pt>
                <c:pt idx="14240">
                  <c:v>8.6487309993744154E+17</c:v>
                </c:pt>
                <c:pt idx="14241">
                  <c:v>8.6488333368311731E+17</c:v>
                </c:pt>
                <c:pt idx="14242">
                  <c:v>8.6490077149219878E+17</c:v>
                </c:pt>
                <c:pt idx="14243">
                  <c:v>8.6490428429031757E+17</c:v>
                </c:pt>
                <c:pt idx="14244">
                  <c:v>8.6490655888449792E+17</c:v>
                </c:pt>
                <c:pt idx="14245">
                  <c:v>8.6490768864931853E+17</c:v>
                </c:pt>
                <c:pt idx="14246">
                  <c:v>8.6492691765430054E+17</c:v>
                </c:pt>
                <c:pt idx="14247">
                  <c:v>8.6495770434698624E+17</c:v>
                </c:pt>
                <c:pt idx="14248">
                  <c:v>8.6498836717662323E+17</c:v>
                </c:pt>
                <c:pt idx="14249">
                  <c:v>8.6498997037447386E+17</c:v>
                </c:pt>
                <c:pt idx="14250">
                  <c:v>8.6502131143557939E+17</c:v>
                </c:pt>
                <c:pt idx="14251">
                  <c:v>8.6503919191623475E+17</c:v>
                </c:pt>
                <c:pt idx="14252">
                  <c:v>8.6504070829947085E+17</c:v>
                </c:pt>
                <c:pt idx="14253">
                  <c:v>8.6509383593331917E+17</c:v>
                </c:pt>
                <c:pt idx="14254">
                  <c:v>8.6511399360333222E+17</c:v>
                </c:pt>
                <c:pt idx="14255">
                  <c:v>8.6511550192342822E+17</c:v>
                </c:pt>
                <c:pt idx="14256">
                  <c:v>8.652631777010679E+17</c:v>
                </c:pt>
                <c:pt idx="14257">
                  <c:v>8.6546153300492685E+17</c:v>
                </c:pt>
                <c:pt idx="14258">
                  <c:v>8.6559138740488474E+17</c:v>
                </c:pt>
                <c:pt idx="14259">
                  <c:v>8.6563440237541069E+17</c:v>
                </c:pt>
                <c:pt idx="14260">
                  <c:v>8.6564409900767245E+17</c:v>
                </c:pt>
                <c:pt idx="14261">
                  <c:v>8.656624558669792E+17</c:v>
                </c:pt>
                <c:pt idx="14262">
                  <c:v>8.6567777109190285E+17</c:v>
                </c:pt>
                <c:pt idx="14263">
                  <c:v>8.6569013794400064E+17</c:v>
                </c:pt>
                <c:pt idx="14264">
                  <c:v>8.6576224322047296E+17</c:v>
                </c:pt>
                <c:pt idx="14265">
                  <c:v>8.6610249643668992E+17</c:v>
                </c:pt>
                <c:pt idx="14266">
                  <c:v>8.6615139778633933E+17</c:v>
                </c:pt>
                <c:pt idx="14267">
                  <c:v>8.6615140459186829E+17</c:v>
                </c:pt>
                <c:pt idx="14268">
                  <c:v>8.6615141281334707E+17</c:v>
                </c:pt>
                <c:pt idx="14269">
                  <c:v>8.6622301472309184E+17</c:v>
                </c:pt>
                <c:pt idx="14270">
                  <c:v>8.6626808121959181E+17</c:v>
                </c:pt>
                <c:pt idx="14271">
                  <c:v>8.6630073696718157E+17</c:v>
                </c:pt>
                <c:pt idx="14272">
                  <c:v>8.6633938949651482E+17</c:v>
                </c:pt>
                <c:pt idx="14273">
                  <c:v>8.6635960870051392E+17</c:v>
                </c:pt>
                <c:pt idx="14274">
                  <c:v>8.6638522841227981E+17</c:v>
                </c:pt>
                <c:pt idx="14275">
                  <c:v>8.6640351090287142E+17</c:v>
                </c:pt>
                <c:pt idx="14276">
                  <c:v>8.6640449031828454E+17</c:v>
                </c:pt>
                <c:pt idx="14277">
                  <c:v>8.6641067523306995E+17</c:v>
                </c:pt>
                <c:pt idx="14278">
                  <c:v>8.6641733239933581E+17</c:v>
                </c:pt>
                <c:pt idx="14279">
                  <c:v>8.664199297267241E+17</c:v>
                </c:pt>
                <c:pt idx="14280">
                  <c:v>8.6642183926943872E+17</c:v>
                </c:pt>
                <c:pt idx="14281">
                  <c:v>8.664426606345239E+17</c:v>
                </c:pt>
                <c:pt idx="14282">
                  <c:v>8.6644266958666918E+17</c:v>
                </c:pt>
                <c:pt idx="14283">
                  <c:v>8.6651999581579738E+17</c:v>
                </c:pt>
                <c:pt idx="14284">
                  <c:v>8.6656484931869504E+17</c:v>
                </c:pt>
                <c:pt idx="14285">
                  <c:v>8.6659046903377766E+17</c:v>
                </c:pt>
                <c:pt idx="14286">
                  <c:v>8.6660981228831578E+17</c:v>
                </c:pt>
                <c:pt idx="14287">
                  <c:v>8.6664493052983718E+17</c:v>
                </c:pt>
                <c:pt idx="14288">
                  <c:v>8.6686129814367053E+17</c:v>
                </c:pt>
                <c:pt idx="14289">
                  <c:v>8.6688268445541965E+17</c:v>
                </c:pt>
                <c:pt idx="14290">
                  <c:v>8.670260577702377E+17</c:v>
                </c:pt>
                <c:pt idx="14291">
                  <c:v>8.6706924646408896E+17</c:v>
                </c:pt>
                <c:pt idx="14292">
                  <c:v>8.6707469638757056E+17</c:v>
                </c:pt>
                <c:pt idx="14293">
                  <c:v>8.6710720192324582E+17</c:v>
                </c:pt>
                <c:pt idx="14294">
                  <c:v>8.6712926859359949E+17</c:v>
                </c:pt>
                <c:pt idx="14295">
                  <c:v>8.6715366091323123E+17</c:v>
                </c:pt>
                <c:pt idx="14296">
                  <c:v>8.6715593236247309E+17</c:v>
                </c:pt>
                <c:pt idx="14297">
                  <c:v>8.6716850775072397E+17</c:v>
                </c:pt>
                <c:pt idx="14298">
                  <c:v>8.6728377005260045E+17</c:v>
                </c:pt>
                <c:pt idx="14299">
                  <c:v>8.6729983604459187E+17</c:v>
                </c:pt>
                <c:pt idx="14300">
                  <c:v>8.6731298749374656E+17</c:v>
                </c:pt>
                <c:pt idx="14301">
                  <c:v>8.6743132195729766E+17</c:v>
                </c:pt>
                <c:pt idx="14302">
                  <c:v>8.6768937935060608E+17</c:v>
                </c:pt>
                <c:pt idx="14303">
                  <c:v>8.6772545710727014E+17</c:v>
                </c:pt>
                <c:pt idx="14304">
                  <c:v>8.6773250193331917E+17</c:v>
                </c:pt>
                <c:pt idx="14305">
                  <c:v>8.6777445261200102E+17</c:v>
                </c:pt>
                <c:pt idx="14306">
                  <c:v>8.677785066591017E+17</c:v>
                </c:pt>
                <c:pt idx="14307">
                  <c:v>8.6779853212815565E+17</c:v>
                </c:pt>
                <c:pt idx="14308">
                  <c:v>8.6783524255359066E+17</c:v>
                </c:pt>
                <c:pt idx="14309">
                  <c:v>8.678858660908809E+17</c:v>
                </c:pt>
                <c:pt idx="14310">
                  <c:v>8.6791465862860966E+17</c:v>
                </c:pt>
                <c:pt idx="14311">
                  <c:v>8.6795009043703974E+17</c:v>
                </c:pt>
                <c:pt idx="14312">
                  <c:v>8.6797011642983206E+17</c:v>
                </c:pt>
                <c:pt idx="14313">
                  <c:v>8.6800523907424678E+17</c:v>
                </c:pt>
                <c:pt idx="14314">
                  <c:v>8.680489534802432E+17</c:v>
                </c:pt>
                <c:pt idx="14315">
                  <c:v>8.6806958860897011E+17</c:v>
                </c:pt>
                <c:pt idx="14316">
                  <c:v>8.681152929590304E+17</c:v>
                </c:pt>
                <c:pt idx="14317">
                  <c:v>8.6833400966216653E+17</c:v>
                </c:pt>
                <c:pt idx="14318">
                  <c:v>8.6836685228025587E+17</c:v>
                </c:pt>
                <c:pt idx="14319">
                  <c:v>8.6840102159829184E+17</c:v>
                </c:pt>
                <c:pt idx="14320">
                  <c:v>8.6841220906363686E+17</c:v>
                </c:pt>
                <c:pt idx="14321">
                  <c:v>8.6841474215819597E+17</c:v>
                </c:pt>
                <c:pt idx="14322">
                  <c:v>8.6841770552931725E+17</c:v>
                </c:pt>
                <c:pt idx="14323">
                  <c:v>8.6845137909443814E+17</c:v>
                </c:pt>
                <c:pt idx="14324">
                  <c:v>8.6851088475305267E+17</c:v>
                </c:pt>
                <c:pt idx="14325">
                  <c:v>8.685176441569879E+17</c:v>
                </c:pt>
                <c:pt idx="14326">
                  <c:v>8.6852834413091878E+17</c:v>
                </c:pt>
                <c:pt idx="14327">
                  <c:v>8.6853595137851072E+17</c:v>
                </c:pt>
                <c:pt idx="14328">
                  <c:v>8.6860689329026406E+17</c:v>
                </c:pt>
                <c:pt idx="14329">
                  <c:v>8.6866930686168922E+17</c:v>
                </c:pt>
                <c:pt idx="14330">
                  <c:v>8.6874557342389939E+17</c:v>
                </c:pt>
                <c:pt idx="14331">
                  <c:v>8.6878949711202509E+17</c:v>
                </c:pt>
                <c:pt idx="14332">
                  <c:v>8.6913004785144896E+17</c:v>
                </c:pt>
                <c:pt idx="14333">
                  <c:v>8.6915404630888755E+17</c:v>
                </c:pt>
                <c:pt idx="14334">
                  <c:v>8.692310386343168E+17</c:v>
                </c:pt>
                <c:pt idx="14335">
                  <c:v>8.6925474399873907E+17</c:v>
                </c:pt>
                <c:pt idx="14336">
                  <c:v>8.6929259227516045E+17</c:v>
                </c:pt>
                <c:pt idx="14337">
                  <c:v>8.6938593091594854E+17</c:v>
                </c:pt>
                <c:pt idx="14338">
                  <c:v>8.6990364157883418E+17</c:v>
                </c:pt>
                <c:pt idx="14339">
                  <c:v>8.6990485623831744E+17</c:v>
                </c:pt>
                <c:pt idx="14340">
                  <c:v>8.6994630497621171E+17</c:v>
                </c:pt>
                <c:pt idx="14341">
                  <c:v>8.6997781558225971E+17</c:v>
                </c:pt>
                <c:pt idx="14342">
                  <c:v>8.700185979508672E+17</c:v>
                </c:pt>
                <c:pt idx="14343">
                  <c:v>8.7030674176401779E+17</c:v>
                </c:pt>
                <c:pt idx="14344">
                  <c:v>8.703142911287689E+17</c:v>
                </c:pt>
                <c:pt idx="14345">
                  <c:v>8.7031916316025715E+17</c:v>
                </c:pt>
                <c:pt idx="14346">
                  <c:v>8.7032972837563251E+17</c:v>
                </c:pt>
                <c:pt idx="14347">
                  <c:v>8.7035697361760909E+17</c:v>
                </c:pt>
                <c:pt idx="14348">
                  <c:v>8.7060656839411942E+17</c:v>
                </c:pt>
                <c:pt idx="14349">
                  <c:v>8.7070109095507866E+17</c:v>
                </c:pt>
                <c:pt idx="14350">
                  <c:v>8.7081929230244378E+17</c:v>
                </c:pt>
                <c:pt idx="14351">
                  <c:v>8.708447668417728E+17</c:v>
                </c:pt>
                <c:pt idx="14352">
                  <c:v>8.7085197521816192E+17</c:v>
                </c:pt>
                <c:pt idx="14353">
                  <c:v>8.7085545606759437E+17</c:v>
                </c:pt>
                <c:pt idx="14354">
                  <c:v>8.7089315607836454E+17</c:v>
                </c:pt>
                <c:pt idx="14355">
                  <c:v>8.7090232787482675E+17</c:v>
                </c:pt>
                <c:pt idx="14356">
                  <c:v>8.7135796264325286E+17</c:v>
                </c:pt>
                <c:pt idx="14357">
                  <c:v>8.7141753798539366E+17</c:v>
                </c:pt>
                <c:pt idx="14358">
                  <c:v>8.7145246931064806E+17</c:v>
                </c:pt>
                <c:pt idx="14359">
                  <c:v>8.7145636908460902E+17</c:v>
                </c:pt>
                <c:pt idx="14360">
                  <c:v>8.7147137938079539E+17</c:v>
                </c:pt>
                <c:pt idx="14361">
                  <c:v>8.7147922559094899E+17</c:v>
                </c:pt>
                <c:pt idx="14362">
                  <c:v>8.7151526912934963E+17</c:v>
                </c:pt>
                <c:pt idx="14363">
                  <c:v>8.7152265018788467E+17</c:v>
                </c:pt>
                <c:pt idx="14364">
                  <c:v>8.7153379506406157E+17</c:v>
                </c:pt>
                <c:pt idx="14365">
                  <c:v>8.715665198452713E+17</c:v>
                </c:pt>
                <c:pt idx="14366">
                  <c:v>8.716262200031095E+17</c:v>
                </c:pt>
                <c:pt idx="14367">
                  <c:v>8.7165431743639834E+17</c:v>
                </c:pt>
                <c:pt idx="14368">
                  <c:v>8.7167003001308301E+17</c:v>
                </c:pt>
                <c:pt idx="14369">
                  <c:v>8.716702005045047E+17</c:v>
                </c:pt>
                <c:pt idx="14370">
                  <c:v>8.7194433766802854E+17</c:v>
                </c:pt>
                <c:pt idx="14371">
                  <c:v>8.7194986724421235E+17</c:v>
                </c:pt>
                <c:pt idx="14372">
                  <c:v>8.7209395707621299E+17</c:v>
                </c:pt>
                <c:pt idx="14373">
                  <c:v>8.7210251002419738E+17</c:v>
                </c:pt>
                <c:pt idx="14374">
                  <c:v>8.721346539228617E+17</c:v>
                </c:pt>
                <c:pt idx="14375">
                  <c:v>8.7215980454634432E+17</c:v>
                </c:pt>
                <c:pt idx="14376">
                  <c:v>8.7216028272017715E+17</c:v>
                </c:pt>
                <c:pt idx="14377">
                  <c:v>8.7224503325617382E+17</c:v>
                </c:pt>
                <c:pt idx="14378">
                  <c:v>8.7225401693670106E+17</c:v>
                </c:pt>
                <c:pt idx="14379">
                  <c:v>8.7233732523220685E+17</c:v>
                </c:pt>
                <c:pt idx="14380">
                  <c:v>8.7236703342508262E+17</c:v>
                </c:pt>
                <c:pt idx="14381">
                  <c:v>8.7237295696643418E+17</c:v>
                </c:pt>
                <c:pt idx="14382">
                  <c:v>8.7237924924291149E+17</c:v>
                </c:pt>
                <c:pt idx="14383">
                  <c:v>8.7245805760595187E+17</c:v>
                </c:pt>
                <c:pt idx="14384">
                  <c:v>8.7273451401005402E+17</c:v>
                </c:pt>
                <c:pt idx="14385">
                  <c:v>8.7280463261301581E+17</c:v>
                </c:pt>
                <c:pt idx="14386">
                  <c:v>8.7290027486471616E+17</c:v>
                </c:pt>
                <c:pt idx="14387">
                  <c:v>8.7290212809126106E+17</c:v>
                </c:pt>
                <c:pt idx="14388">
                  <c:v>8.7290786337802598E+17</c:v>
                </c:pt>
                <c:pt idx="14389">
                  <c:v>8.7294618637912755E+17</c:v>
                </c:pt>
                <c:pt idx="14390">
                  <c:v>8.7303184960779059E+17</c:v>
                </c:pt>
                <c:pt idx="14391">
                  <c:v>8.7310708818469453E+17</c:v>
                </c:pt>
                <c:pt idx="14392">
                  <c:v>8.7318231760342861E+17</c:v>
                </c:pt>
                <c:pt idx="14393">
                  <c:v>8.7320005148411328E+17</c:v>
                </c:pt>
                <c:pt idx="14394">
                  <c:v>8.734469369975424E+17</c:v>
                </c:pt>
                <c:pt idx="14395">
                  <c:v>8.7347503416345178E+17</c:v>
                </c:pt>
                <c:pt idx="14396">
                  <c:v>8.7348272158258458E+17</c:v>
                </c:pt>
                <c:pt idx="14397">
                  <c:v>8.7351667857438515E+17</c:v>
                </c:pt>
                <c:pt idx="14398">
                  <c:v>8.7353108330861056E+17</c:v>
                </c:pt>
                <c:pt idx="14399">
                  <c:v>8.7360570154312141E+17</c:v>
                </c:pt>
                <c:pt idx="14400">
                  <c:v>8.7361584786946624E+17</c:v>
                </c:pt>
                <c:pt idx="14401">
                  <c:v>8.7361735813819789E+17</c:v>
                </c:pt>
                <c:pt idx="14402">
                  <c:v>8.7362567644375373E+17</c:v>
                </c:pt>
                <c:pt idx="14403">
                  <c:v>8.7363252995279501E+17</c:v>
                </c:pt>
                <c:pt idx="14404">
                  <c:v>8.7363310656678899E+17</c:v>
                </c:pt>
                <c:pt idx="14405">
                  <c:v>8.7363476029174669E+17</c:v>
                </c:pt>
                <c:pt idx="14406">
                  <c:v>8.7363760808177869E+17</c:v>
                </c:pt>
                <c:pt idx="14407">
                  <c:v>8.7364163615739981E+17</c:v>
                </c:pt>
                <c:pt idx="14408">
                  <c:v>8.7364361973701171E+17</c:v>
                </c:pt>
                <c:pt idx="14409">
                  <c:v>8.7365758658536653E+17</c:v>
                </c:pt>
                <c:pt idx="14410">
                  <c:v>8.7367709930812288E+17</c:v>
                </c:pt>
                <c:pt idx="14411">
                  <c:v>8.736792890461216E+17</c:v>
                </c:pt>
                <c:pt idx="14412">
                  <c:v>8.7369249235194522E+17</c:v>
                </c:pt>
                <c:pt idx="14413">
                  <c:v>8.7377849642953856E+17</c:v>
                </c:pt>
                <c:pt idx="14414">
                  <c:v>8.7377953867376307E+17</c:v>
                </c:pt>
                <c:pt idx="14415">
                  <c:v>8.7416152646168819E+17</c:v>
                </c:pt>
                <c:pt idx="14416">
                  <c:v>8.7419082497216192E+17</c:v>
                </c:pt>
                <c:pt idx="14417">
                  <c:v>8.7420837837977024E+17</c:v>
                </c:pt>
                <c:pt idx="14418">
                  <c:v>8.7425979877148429E+17</c:v>
                </c:pt>
                <c:pt idx="14419">
                  <c:v>8.7427549898884646E+17</c:v>
                </c:pt>
                <c:pt idx="14420">
                  <c:v>8.7429322103513434E+17</c:v>
                </c:pt>
                <c:pt idx="14421">
                  <c:v>8.7429484338748173E+17</c:v>
                </c:pt>
                <c:pt idx="14422">
                  <c:v>8.7431880198070861E+17</c:v>
                </c:pt>
                <c:pt idx="14423">
                  <c:v>8.7435684112126016E+17</c:v>
                </c:pt>
                <c:pt idx="14424">
                  <c:v>8.7437362033590438E+17</c:v>
                </c:pt>
                <c:pt idx="14425">
                  <c:v>8.7438201851753152E+17</c:v>
                </c:pt>
                <c:pt idx="14426">
                  <c:v>8.7438390777034458E+17</c:v>
                </c:pt>
                <c:pt idx="14427">
                  <c:v>8.7438879376452787E+17</c:v>
                </c:pt>
                <c:pt idx="14428">
                  <c:v>8.7439011818095782E+17</c:v>
                </c:pt>
                <c:pt idx="14429">
                  <c:v>8.744405191281257E+17</c:v>
                </c:pt>
                <c:pt idx="14430">
                  <c:v>8.7452404196807782E+17</c:v>
                </c:pt>
                <c:pt idx="14431">
                  <c:v>8.7454219493945165E+17</c:v>
                </c:pt>
                <c:pt idx="14432">
                  <c:v>8.7454836250578253E+17</c:v>
                </c:pt>
                <c:pt idx="14433">
                  <c:v>8.7455206063304858E+17</c:v>
                </c:pt>
                <c:pt idx="14434">
                  <c:v>8.7490602316234573E+17</c:v>
                </c:pt>
                <c:pt idx="14435">
                  <c:v>8.7501668654698598E+17</c:v>
                </c:pt>
                <c:pt idx="14436">
                  <c:v>8.750178692749527E+17</c:v>
                </c:pt>
                <c:pt idx="14437">
                  <c:v>8.7502770205059328E+17</c:v>
                </c:pt>
                <c:pt idx="14438">
                  <c:v>8.750451239496599E+17</c:v>
                </c:pt>
                <c:pt idx="14439">
                  <c:v>8.7508946229038374E+17</c:v>
                </c:pt>
                <c:pt idx="14440">
                  <c:v>8.7544807872875456E+17</c:v>
                </c:pt>
                <c:pt idx="14441">
                  <c:v>8.7544940086160896E+17</c:v>
                </c:pt>
                <c:pt idx="14442">
                  <c:v>8.7546206756093568E+17</c:v>
                </c:pt>
                <c:pt idx="14443">
                  <c:v>8.7547884433024845E+17</c:v>
                </c:pt>
                <c:pt idx="14444">
                  <c:v>8.7568328373612518E+17</c:v>
                </c:pt>
                <c:pt idx="14445">
                  <c:v>8.7573793229915251E+17</c:v>
                </c:pt>
                <c:pt idx="14446">
                  <c:v>8.7578245403953139E+17</c:v>
                </c:pt>
                <c:pt idx="14447">
                  <c:v>8.759700465914423E+17</c:v>
                </c:pt>
                <c:pt idx="14448">
                  <c:v>8.7604553225414566E+17</c:v>
                </c:pt>
                <c:pt idx="14449">
                  <c:v>8.7605834654724838E+17</c:v>
                </c:pt>
                <c:pt idx="14450">
                  <c:v>8.7630569481281984E+17</c:v>
                </c:pt>
                <c:pt idx="14451">
                  <c:v>8.763757818048343E+17</c:v>
                </c:pt>
                <c:pt idx="14452">
                  <c:v>8.764118665073111E+17</c:v>
                </c:pt>
                <c:pt idx="14453">
                  <c:v>8.7643019276438272E+17</c:v>
                </c:pt>
                <c:pt idx="14454">
                  <c:v>8.7645439072935475E+17</c:v>
                </c:pt>
                <c:pt idx="14455">
                  <c:v>8.7645760830327808E+17</c:v>
                </c:pt>
                <c:pt idx="14456">
                  <c:v>8.7646007966727309E+17</c:v>
                </c:pt>
                <c:pt idx="14457">
                  <c:v>8.7646161339595302E+17</c:v>
                </c:pt>
                <c:pt idx="14458">
                  <c:v>8.7646325906468186E+17</c:v>
                </c:pt>
                <c:pt idx="14459">
                  <c:v>8.7646460745715456E+17</c:v>
                </c:pt>
                <c:pt idx="14460">
                  <c:v>8.7647047730022758E+17</c:v>
                </c:pt>
                <c:pt idx="14461">
                  <c:v>8.7648218961915648E+17</c:v>
                </c:pt>
                <c:pt idx="14462">
                  <c:v>8.7650044028609894E+17</c:v>
                </c:pt>
                <c:pt idx="14463">
                  <c:v>8.7650304444540762E+17</c:v>
                </c:pt>
                <c:pt idx="14464">
                  <c:v>8.7650542117892045E+17</c:v>
                </c:pt>
                <c:pt idx="14465">
                  <c:v>8.7650558845756826E+17</c:v>
                </c:pt>
                <c:pt idx="14466">
                  <c:v>8.7650811108794048E+17</c:v>
                </c:pt>
                <c:pt idx="14467">
                  <c:v>8.7651003488133542E+17</c:v>
                </c:pt>
                <c:pt idx="14468">
                  <c:v>8.7651813907585395E+17</c:v>
                </c:pt>
                <c:pt idx="14469">
                  <c:v>8.7651959592157235E+17</c:v>
                </c:pt>
                <c:pt idx="14470">
                  <c:v>8.7654886396170739E+17</c:v>
                </c:pt>
                <c:pt idx="14471">
                  <c:v>8.7656447255220339E+17</c:v>
                </c:pt>
                <c:pt idx="14472">
                  <c:v>8.7657982749622848E+17</c:v>
                </c:pt>
                <c:pt idx="14473">
                  <c:v>8.7658384222691725E+17</c:v>
                </c:pt>
                <c:pt idx="14474">
                  <c:v>8.7669462975777958E+17</c:v>
                </c:pt>
                <c:pt idx="14475">
                  <c:v>8.767993076911104E+17</c:v>
                </c:pt>
                <c:pt idx="14476">
                  <c:v>8.7715898115510029E+17</c:v>
                </c:pt>
                <c:pt idx="14477">
                  <c:v>8.7717323757374733E+17</c:v>
                </c:pt>
                <c:pt idx="14478">
                  <c:v>8.7717674911439462E+17</c:v>
                </c:pt>
                <c:pt idx="14479">
                  <c:v>8.7718070138345574E+17</c:v>
                </c:pt>
                <c:pt idx="14480">
                  <c:v>8.7718611897835034E+17</c:v>
                </c:pt>
                <c:pt idx="14481">
                  <c:v>8.771900335517175E+17</c:v>
                </c:pt>
                <c:pt idx="14482">
                  <c:v>8.771966412656535E+17</c:v>
                </c:pt>
                <c:pt idx="14483">
                  <c:v>8.7719756251733363E+17</c:v>
                </c:pt>
                <c:pt idx="14484">
                  <c:v>8.771987759669024E+17</c:v>
                </c:pt>
                <c:pt idx="14485">
                  <c:v>8.7720013767567795E+17</c:v>
                </c:pt>
                <c:pt idx="14486">
                  <c:v>8.7720777180458662E+17</c:v>
                </c:pt>
                <c:pt idx="14487">
                  <c:v>8.7720777207137421E+17</c:v>
                </c:pt>
                <c:pt idx="14488">
                  <c:v>8.7728235884681651E+17</c:v>
                </c:pt>
                <c:pt idx="14489">
                  <c:v>8.7728318196723482E+17</c:v>
                </c:pt>
                <c:pt idx="14490">
                  <c:v>8.7735953419776282E+17</c:v>
                </c:pt>
                <c:pt idx="14491">
                  <c:v>8.7740218608209178E+17</c:v>
                </c:pt>
                <c:pt idx="14492">
                  <c:v>8.774142204496096E+17</c:v>
                </c:pt>
                <c:pt idx="14493">
                  <c:v>8.774525407350185E+17</c:v>
                </c:pt>
                <c:pt idx="14494">
                  <c:v>8.7746958225780467E+17</c:v>
                </c:pt>
                <c:pt idx="14495">
                  <c:v>8.7750681433349197E+17</c:v>
                </c:pt>
                <c:pt idx="14496">
                  <c:v>8.775126064268393E+17</c:v>
                </c:pt>
                <c:pt idx="14497">
                  <c:v>8.7778368904352512E+17</c:v>
                </c:pt>
                <c:pt idx="14498">
                  <c:v>8.777917041396759E+17</c:v>
                </c:pt>
                <c:pt idx="14499">
                  <c:v>8.7782773839316262E+17</c:v>
                </c:pt>
                <c:pt idx="14500">
                  <c:v>8.7784206586008819E+17</c:v>
                </c:pt>
                <c:pt idx="14501">
                  <c:v>8.7793696642306893E+17</c:v>
                </c:pt>
                <c:pt idx="14502">
                  <c:v>8.7803989269795712E+17</c:v>
                </c:pt>
                <c:pt idx="14503">
                  <c:v>8.7808503674309568E+17</c:v>
                </c:pt>
                <c:pt idx="14504">
                  <c:v>8.7810168647332838E+17</c:v>
                </c:pt>
                <c:pt idx="14505">
                  <c:v>8.7810786572754355E+17</c:v>
                </c:pt>
                <c:pt idx="14506">
                  <c:v>8.7815267951393395E+17</c:v>
                </c:pt>
                <c:pt idx="14507">
                  <c:v>8.781543155710313E+17</c:v>
                </c:pt>
                <c:pt idx="14508">
                  <c:v>8.7820003995054118E+17</c:v>
                </c:pt>
                <c:pt idx="14509">
                  <c:v>8.7821200331184666E+17</c:v>
                </c:pt>
                <c:pt idx="14510">
                  <c:v>8.7822489273907302E+17</c:v>
                </c:pt>
                <c:pt idx="14511">
                  <c:v>8.7823468071017318E+17</c:v>
                </c:pt>
                <c:pt idx="14512">
                  <c:v>8.7835704840681165E+17</c:v>
                </c:pt>
                <c:pt idx="14513">
                  <c:v>8.7850175678366246E+17</c:v>
                </c:pt>
                <c:pt idx="14514">
                  <c:v>8.7853707806776358E+17</c:v>
                </c:pt>
                <c:pt idx="14515">
                  <c:v>8.7864572815542554E+17</c:v>
                </c:pt>
                <c:pt idx="14516">
                  <c:v>8.7864924801966682E+17</c:v>
                </c:pt>
                <c:pt idx="14517">
                  <c:v>8.7874130015298522E+17</c:v>
                </c:pt>
                <c:pt idx="14518">
                  <c:v>8.7881955720845133E+17</c:v>
                </c:pt>
                <c:pt idx="14519">
                  <c:v>8.7888748801052224E+17</c:v>
                </c:pt>
                <c:pt idx="14520">
                  <c:v>8.7890000602710182E+17</c:v>
                </c:pt>
                <c:pt idx="14521">
                  <c:v>8.7890268756212659E+17</c:v>
                </c:pt>
                <c:pt idx="14522">
                  <c:v>8.7890451563516954E+17</c:v>
                </c:pt>
                <c:pt idx="14523">
                  <c:v>8.7891309700734656E+17</c:v>
                </c:pt>
                <c:pt idx="14524">
                  <c:v>8.789657600251351E+17</c:v>
                </c:pt>
                <c:pt idx="14525">
                  <c:v>8.7923171656126298E+17</c:v>
                </c:pt>
                <c:pt idx="14526">
                  <c:v>8.7933150712304538E+17</c:v>
                </c:pt>
                <c:pt idx="14527">
                  <c:v>8.7934159668846579E+17</c:v>
                </c:pt>
                <c:pt idx="14528">
                  <c:v>8.7936340583399526E+17</c:v>
                </c:pt>
                <c:pt idx="14529">
                  <c:v>8.7937563106058726E+17</c:v>
                </c:pt>
                <c:pt idx="14530">
                  <c:v>8.79376295973296E+17</c:v>
                </c:pt>
                <c:pt idx="14531">
                  <c:v>8.7940228800596851E+17</c:v>
                </c:pt>
                <c:pt idx="14532">
                  <c:v>8.7942364561305984E+17</c:v>
                </c:pt>
                <c:pt idx="14533">
                  <c:v>8.7943893065571277E+17</c:v>
                </c:pt>
                <c:pt idx="14534">
                  <c:v>8.794498096040201E+17</c:v>
                </c:pt>
                <c:pt idx="14535">
                  <c:v>8.7945424736117645E+17</c:v>
                </c:pt>
                <c:pt idx="14536">
                  <c:v>8.7952444270158246E+17</c:v>
                </c:pt>
                <c:pt idx="14537">
                  <c:v>8.7954894515675072E+17</c:v>
                </c:pt>
                <c:pt idx="14538">
                  <c:v>8.7972689188433536E+17</c:v>
                </c:pt>
                <c:pt idx="14539">
                  <c:v>8.7973383277400179E+17</c:v>
                </c:pt>
                <c:pt idx="14540">
                  <c:v>8.8006748477433024E+17</c:v>
                </c:pt>
                <c:pt idx="14541">
                  <c:v>8.8009947642156544E+17</c:v>
                </c:pt>
                <c:pt idx="14542">
                  <c:v>8.8011662473154906E+17</c:v>
                </c:pt>
                <c:pt idx="14543">
                  <c:v>8.8013111740469683E+17</c:v>
                </c:pt>
                <c:pt idx="14544">
                  <c:v>8.8013436807004134E+17</c:v>
                </c:pt>
                <c:pt idx="14545">
                  <c:v>8.8013864199608717E+17</c:v>
                </c:pt>
                <c:pt idx="14546">
                  <c:v>8.801392177124663E+17</c:v>
                </c:pt>
                <c:pt idx="14547">
                  <c:v>8.8013922580275994E+17</c:v>
                </c:pt>
                <c:pt idx="14548">
                  <c:v>8.8017247540119501E+17</c:v>
                </c:pt>
                <c:pt idx="14549">
                  <c:v>8.806828498922505E+17</c:v>
                </c:pt>
                <c:pt idx="14550">
                  <c:v>8.8068931442988915E+17</c:v>
                </c:pt>
                <c:pt idx="14551">
                  <c:v>8.807716990719241E+17</c:v>
                </c:pt>
                <c:pt idx="14552">
                  <c:v>8.8080004826415053E+17</c:v>
                </c:pt>
                <c:pt idx="14553">
                  <c:v>8.8087195277254477E+17</c:v>
                </c:pt>
                <c:pt idx="14554">
                  <c:v>8.8088113813003328E+17</c:v>
                </c:pt>
                <c:pt idx="14555">
                  <c:v>8.8099463330831859E+17</c:v>
                </c:pt>
                <c:pt idx="14556">
                  <c:v>8.8141630779991232E+17</c:v>
                </c:pt>
                <c:pt idx="14557">
                  <c:v>8.8142524600753075E+17</c:v>
                </c:pt>
                <c:pt idx="14558">
                  <c:v>8.8142586366366298E+17</c:v>
                </c:pt>
                <c:pt idx="14559">
                  <c:v>8.8146440024833587E+17</c:v>
                </c:pt>
                <c:pt idx="14560">
                  <c:v>8.8171366572813018E+17</c:v>
                </c:pt>
                <c:pt idx="14561">
                  <c:v>8.8173703989812416E+17</c:v>
                </c:pt>
                <c:pt idx="14562">
                  <c:v>8.8175797688533005E+17</c:v>
                </c:pt>
                <c:pt idx="14563">
                  <c:v>8.8186778897364006E+17</c:v>
                </c:pt>
                <c:pt idx="14564">
                  <c:v>8.8187555329565094E+17</c:v>
                </c:pt>
                <c:pt idx="14565">
                  <c:v>8.8194024962468122E+17</c:v>
                </c:pt>
                <c:pt idx="14566">
                  <c:v>8.8215817810220954E+17</c:v>
                </c:pt>
                <c:pt idx="14567">
                  <c:v>8.8216979458314406E+17</c:v>
                </c:pt>
                <c:pt idx="14568">
                  <c:v>8.8219774944081741E+17</c:v>
                </c:pt>
                <c:pt idx="14569">
                  <c:v>8.8235421417111782E+17</c:v>
                </c:pt>
                <c:pt idx="14570">
                  <c:v>8.8235916694585357E+17</c:v>
                </c:pt>
                <c:pt idx="14571">
                  <c:v>8.8236109922476339E+17</c:v>
                </c:pt>
                <c:pt idx="14572">
                  <c:v>8.8241020089884006E+17</c:v>
                </c:pt>
                <c:pt idx="14573">
                  <c:v>8.8241447514856256E+17</c:v>
                </c:pt>
                <c:pt idx="14574">
                  <c:v>8.824178287886455E+17</c:v>
                </c:pt>
                <c:pt idx="14575">
                  <c:v>8.824854392265143E+17</c:v>
                </c:pt>
                <c:pt idx="14576">
                  <c:v>8.8250272423491264E+17</c:v>
                </c:pt>
                <c:pt idx="14577">
                  <c:v>8.8255869387627942E+17</c:v>
                </c:pt>
                <c:pt idx="14578">
                  <c:v>8.8263580219509658E+17</c:v>
                </c:pt>
                <c:pt idx="14579">
                  <c:v>8.8286807279523725E+17</c:v>
                </c:pt>
                <c:pt idx="14580">
                  <c:v>8.8291890846182349E+17</c:v>
                </c:pt>
                <c:pt idx="14581">
                  <c:v>8.8293466535081178E+17</c:v>
                </c:pt>
                <c:pt idx="14582">
                  <c:v>8.8295672809071411E+17</c:v>
                </c:pt>
                <c:pt idx="14583">
                  <c:v>8.8298895281271309E+17</c:v>
                </c:pt>
                <c:pt idx="14584">
                  <c:v>8.8303999147912832E+17</c:v>
                </c:pt>
                <c:pt idx="14585">
                  <c:v>8.830530238138057E+17</c:v>
                </c:pt>
                <c:pt idx="14586">
                  <c:v>8.8305428336122202E+17</c:v>
                </c:pt>
                <c:pt idx="14587">
                  <c:v>8.8309835680708915E+17</c:v>
                </c:pt>
                <c:pt idx="14588">
                  <c:v>8.8311942892011123E+17</c:v>
                </c:pt>
                <c:pt idx="14589">
                  <c:v>8.8317648550506842E+17</c:v>
                </c:pt>
                <c:pt idx="14590">
                  <c:v>8.832042234916183E+17</c:v>
                </c:pt>
                <c:pt idx="14591">
                  <c:v>8.8321378682608154E+17</c:v>
                </c:pt>
                <c:pt idx="14592">
                  <c:v>8.8322279617116224E+17</c:v>
                </c:pt>
                <c:pt idx="14593">
                  <c:v>8.8323280028783987E+17</c:v>
                </c:pt>
                <c:pt idx="14594">
                  <c:v>8.8324863174854592E+17</c:v>
                </c:pt>
                <c:pt idx="14595">
                  <c:v>8.8352313711859955E+17</c:v>
                </c:pt>
                <c:pt idx="14596">
                  <c:v>8.8356394945973837E+17</c:v>
                </c:pt>
                <c:pt idx="14597">
                  <c:v>8.8360534965981862E+17</c:v>
                </c:pt>
                <c:pt idx="14598">
                  <c:v>8.83610009716112E+17</c:v>
                </c:pt>
                <c:pt idx="14599">
                  <c:v>8.8361566058426701E+17</c:v>
                </c:pt>
                <c:pt idx="14600">
                  <c:v>8.836278724770313E+17</c:v>
                </c:pt>
                <c:pt idx="14601">
                  <c:v>8.836858241847593E+17</c:v>
                </c:pt>
                <c:pt idx="14602">
                  <c:v>8.8368583288383309E+17</c:v>
                </c:pt>
                <c:pt idx="14603">
                  <c:v>8.8369048853929152E+17</c:v>
                </c:pt>
                <c:pt idx="14604">
                  <c:v>8.8370704802967014E+17</c:v>
                </c:pt>
                <c:pt idx="14605">
                  <c:v>8.8372466367298637E+17</c:v>
                </c:pt>
                <c:pt idx="14606">
                  <c:v>8.8372599531476403E+17</c:v>
                </c:pt>
                <c:pt idx="14607">
                  <c:v>8.8373826532467251E+17</c:v>
                </c:pt>
                <c:pt idx="14608">
                  <c:v>8.8374175339346355E+17</c:v>
                </c:pt>
                <c:pt idx="14609">
                  <c:v>8.8374952761494822E+17</c:v>
                </c:pt>
                <c:pt idx="14610">
                  <c:v>8.8375604310486694E+17</c:v>
                </c:pt>
                <c:pt idx="14611">
                  <c:v>8.8375854345675584E+17</c:v>
                </c:pt>
                <c:pt idx="14612">
                  <c:v>8.837610005265961E+17</c:v>
                </c:pt>
                <c:pt idx="14613">
                  <c:v>8.8376295399988813E+17</c:v>
                </c:pt>
                <c:pt idx="14614">
                  <c:v>8.8376565493735629E+17</c:v>
                </c:pt>
                <c:pt idx="14615">
                  <c:v>8.8376892266676762E+17</c:v>
                </c:pt>
                <c:pt idx="14616">
                  <c:v>8.8377113054900902E+17</c:v>
                </c:pt>
                <c:pt idx="14617">
                  <c:v>8.8377307253533542E+17</c:v>
                </c:pt>
                <c:pt idx="14618">
                  <c:v>8.8377535886156941E+17</c:v>
                </c:pt>
                <c:pt idx="14619">
                  <c:v>8.8377568377826714E+17</c:v>
                </c:pt>
                <c:pt idx="14620">
                  <c:v>8.8377761125838438E+17</c:v>
                </c:pt>
                <c:pt idx="14621">
                  <c:v>8.8377943725728384E+17</c:v>
                </c:pt>
                <c:pt idx="14622">
                  <c:v>8.8378128484572314E+17</c:v>
                </c:pt>
                <c:pt idx="14623">
                  <c:v>8.8378295628843136E+17</c:v>
                </c:pt>
                <c:pt idx="14624">
                  <c:v>8.8378460393040179E+17</c:v>
                </c:pt>
                <c:pt idx="14625">
                  <c:v>8.8378617650438733E+17</c:v>
                </c:pt>
                <c:pt idx="14626">
                  <c:v>8.837883660207561E+17</c:v>
                </c:pt>
                <c:pt idx="14627">
                  <c:v>8.8379000467309632E+17</c:v>
                </c:pt>
                <c:pt idx="14628">
                  <c:v>8.8379015826960858E+17</c:v>
                </c:pt>
                <c:pt idx="14629">
                  <c:v>8.8383292313510502E+17</c:v>
                </c:pt>
                <c:pt idx="14630">
                  <c:v>8.8383679552348403E+17</c:v>
                </c:pt>
                <c:pt idx="14631">
                  <c:v>8.8383858514780147E+17</c:v>
                </c:pt>
                <c:pt idx="14632">
                  <c:v>8.8386709116763251E+17</c:v>
                </c:pt>
                <c:pt idx="14633">
                  <c:v>8.8399608410037965E+17</c:v>
                </c:pt>
                <c:pt idx="14634">
                  <c:v>8.8400385450703386E+17</c:v>
                </c:pt>
                <c:pt idx="14635">
                  <c:v>8.8400387501787968E+17</c:v>
                </c:pt>
                <c:pt idx="14636">
                  <c:v>8.8420141287841562E+17</c:v>
                </c:pt>
                <c:pt idx="14637">
                  <c:v>8.8424923670828173E+17</c:v>
                </c:pt>
                <c:pt idx="14638">
                  <c:v>8.8436166641338829E+17</c:v>
                </c:pt>
                <c:pt idx="14639">
                  <c:v>8.8436996516455603E+17</c:v>
                </c:pt>
                <c:pt idx="14640">
                  <c:v>8.8442130877441741E+17</c:v>
                </c:pt>
                <c:pt idx="14641">
                  <c:v>8.8443805619976371E+17</c:v>
                </c:pt>
                <c:pt idx="14642">
                  <c:v>8.8443895003670003E+17</c:v>
                </c:pt>
                <c:pt idx="14643">
                  <c:v>8.844607917341815E+17</c:v>
                </c:pt>
                <c:pt idx="14644">
                  <c:v>8.8446080351969165E+17</c:v>
                </c:pt>
                <c:pt idx="14645">
                  <c:v>8.8446189142608461E+17</c:v>
                </c:pt>
                <c:pt idx="14646">
                  <c:v>8.8450107772963942E+17</c:v>
                </c:pt>
                <c:pt idx="14647">
                  <c:v>8.845018962887767E+17</c:v>
                </c:pt>
                <c:pt idx="14648">
                  <c:v>8.8451347989977882E+17</c:v>
                </c:pt>
                <c:pt idx="14649">
                  <c:v>8.845652055545847E+17</c:v>
                </c:pt>
                <c:pt idx="14650">
                  <c:v>8.8470939522911296E+17</c:v>
                </c:pt>
                <c:pt idx="14651">
                  <c:v>8.8496554310198234E+17</c:v>
                </c:pt>
                <c:pt idx="14652">
                  <c:v>8.8504510005675738E+17</c:v>
                </c:pt>
                <c:pt idx="14653">
                  <c:v>8.8514965312127565E+17</c:v>
                </c:pt>
                <c:pt idx="14654">
                  <c:v>8.8522417082380582E+17</c:v>
                </c:pt>
                <c:pt idx="14655">
                  <c:v>8.8523137032678912E+17</c:v>
                </c:pt>
                <c:pt idx="14656">
                  <c:v>8.8536712509227994E+17</c:v>
                </c:pt>
                <c:pt idx="14657">
                  <c:v>8.8539519154929894E+17</c:v>
                </c:pt>
                <c:pt idx="14658">
                  <c:v>8.854018401310007E+17</c:v>
                </c:pt>
                <c:pt idx="14659">
                  <c:v>8.8546200940424538E+17</c:v>
                </c:pt>
                <c:pt idx="14660">
                  <c:v>8.8551234084354419E+17</c:v>
                </c:pt>
                <c:pt idx="14661">
                  <c:v>8.857543437473047E+17</c:v>
                </c:pt>
                <c:pt idx="14662">
                  <c:v>8.858104472030848E+17</c:v>
                </c:pt>
                <c:pt idx="14663">
                  <c:v>8.8583635640660762E+17</c:v>
                </c:pt>
                <c:pt idx="14664">
                  <c:v>8.8584475417807488E+17</c:v>
                </c:pt>
                <c:pt idx="14665">
                  <c:v>8.8593873971199962E+17</c:v>
                </c:pt>
                <c:pt idx="14666">
                  <c:v>8.8593968470621414E+17</c:v>
                </c:pt>
                <c:pt idx="14667">
                  <c:v>8.8607027581614758E+17</c:v>
                </c:pt>
                <c:pt idx="14668">
                  <c:v>8.8608766290754266E+17</c:v>
                </c:pt>
                <c:pt idx="14669">
                  <c:v>8.8614821387221504E+17</c:v>
                </c:pt>
                <c:pt idx="14670">
                  <c:v>8.8616711947820122E+17</c:v>
                </c:pt>
                <c:pt idx="14671">
                  <c:v>8.8644129401872371E+17</c:v>
                </c:pt>
                <c:pt idx="14672">
                  <c:v>8.8646198236295974E+17</c:v>
                </c:pt>
                <c:pt idx="14673">
                  <c:v>8.8647758670531469E+17</c:v>
                </c:pt>
                <c:pt idx="14674">
                  <c:v>8.8649438195335706E+17</c:v>
                </c:pt>
                <c:pt idx="14675">
                  <c:v>8.8649825905679309E+17</c:v>
                </c:pt>
                <c:pt idx="14676">
                  <c:v>8.8649917456824666E+17</c:v>
                </c:pt>
                <c:pt idx="14677">
                  <c:v>8.8657641913865421E+17</c:v>
                </c:pt>
                <c:pt idx="14678">
                  <c:v>8.866204759479959E+17</c:v>
                </c:pt>
                <c:pt idx="14679">
                  <c:v>8.8662891485468506E+17</c:v>
                </c:pt>
                <c:pt idx="14680">
                  <c:v>8.8667641854654682E+17</c:v>
                </c:pt>
                <c:pt idx="14681">
                  <c:v>8.8669037616434176E+17</c:v>
                </c:pt>
                <c:pt idx="14682">
                  <c:v>8.867053156955657E+17</c:v>
                </c:pt>
                <c:pt idx="14683">
                  <c:v>8.8674524636042278E+17</c:v>
                </c:pt>
                <c:pt idx="14684">
                  <c:v>8.8681517394447194E+17</c:v>
                </c:pt>
                <c:pt idx="14685">
                  <c:v>8.8684389916060275E+17</c:v>
                </c:pt>
                <c:pt idx="14686">
                  <c:v>8.8695437530560883E+17</c:v>
                </c:pt>
                <c:pt idx="14687">
                  <c:v>8.8724144159637952E+17</c:v>
                </c:pt>
                <c:pt idx="14688">
                  <c:v>8.872452028964503E+17</c:v>
                </c:pt>
                <c:pt idx="14689">
                  <c:v>8.8724536344191309E+17</c:v>
                </c:pt>
                <c:pt idx="14690">
                  <c:v>8.8726864217205376E+17</c:v>
                </c:pt>
                <c:pt idx="14691">
                  <c:v>8.8727855666220442E+17</c:v>
                </c:pt>
                <c:pt idx="14692">
                  <c:v>8.8731108825494131E+17</c:v>
                </c:pt>
                <c:pt idx="14693">
                  <c:v>8.8731555590915878E+17</c:v>
                </c:pt>
                <c:pt idx="14694">
                  <c:v>8.873210092038313E+17</c:v>
                </c:pt>
                <c:pt idx="14695">
                  <c:v>8.8740000654613645E+17</c:v>
                </c:pt>
                <c:pt idx="14696">
                  <c:v>8.8742181575478118E+17</c:v>
                </c:pt>
                <c:pt idx="14697">
                  <c:v>8.8744775099985792E+17</c:v>
                </c:pt>
                <c:pt idx="14698">
                  <c:v>8.874494528350953E+17</c:v>
                </c:pt>
                <c:pt idx="14699">
                  <c:v>8.874605524992759E+17</c:v>
                </c:pt>
                <c:pt idx="14700">
                  <c:v>8.8746291185427174E+17</c:v>
                </c:pt>
                <c:pt idx="14701">
                  <c:v>8.8747233646549274E+17</c:v>
                </c:pt>
                <c:pt idx="14702">
                  <c:v>8.8761880447186803E+17</c:v>
                </c:pt>
                <c:pt idx="14703">
                  <c:v>8.8768804120511654E+17</c:v>
                </c:pt>
                <c:pt idx="14704">
                  <c:v>8.8794366737994931E+17</c:v>
                </c:pt>
                <c:pt idx="14705">
                  <c:v>8.8796313792545728E+17</c:v>
                </c:pt>
                <c:pt idx="14706">
                  <c:v>8.8798164870523366E+17</c:v>
                </c:pt>
                <c:pt idx="14707">
                  <c:v>8.8798934520551846E+17</c:v>
                </c:pt>
                <c:pt idx="14708">
                  <c:v>8.8800086772599821E+17</c:v>
                </c:pt>
                <c:pt idx="14709">
                  <c:v>8.8806871792972685E+17</c:v>
                </c:pt>
                <c:pt idx="14710">
                  <c:v>8.8811062587063488E+17</c:v>
                </c:pt>
                <c:pt idx="14711">
                  <c:v>8.8814955398204186E+17</c:v>
                </c:pt>
                <c:pt idx="14712">
                  <c:v>8.8815732909659008E+17</c:v>
                </c:pt>
                <c:pt idx="14713">
                  <c:v>8.8826803719479334E+17</c:v>
                </c:pt>
                <c:pt idx="14714">
                  <c:v>8.8839273001187955E+17</c:v>
                </c:pt>
                <c:pt idx="14715">
                  <c:v>8.8840116639624934E+17</c:v>
                </c:pt>
                <c:pt idx="14716">
                  <c:v>8.8844808459108544E+17</c:v>
                </c:pt>
                <c:pt idx="14717">
                  <c:v>8.8869413456379891E+17</c:v>
                </c:pt>
                <c:pt idx="14718">
                  <c:v>8.8870075182707213E+17</c:v>
                </c:pt>
                <c:pt idx="14719">
                  <c:v>8.8870429057777229E+17</c:v>
                </c:pt>
                <c:pt idx="14720">
                  <c:v>8.8872737141327667E+17</c:v>
                </c:pt>
                <c:pt idx="14721">
                  <c:v>8.8873561336625728E+17</c:v>
                </c:pt>
                <c:pt idx="14722">
                  <c:v>8.8880302289249946E+17</c:v>
                </c:pt>
                <c:pt idx="14723">
                  <c:v>8.8880506006197773E+17</c:v>
                </c:pt>
                <c:pt idx="14724">
                  <c:v>8.8887346593318746E+17</c:v>
                </c:pt>
                <c:pt idx="14725">
                  <c:v>8.8888749992743859E+17</c:v>
                </c:pt>
                <c:pt idx="14726">
                  <c:v>8.8891501612554445E+17</c:v>
                </c:pt>
                <c:pt idx="14727">
                  <c:v>8.8900005027316608E+17</c:v>
                </c:pt>
                <c:pt idx="14728">
                  <c:v>8.8901407898131392E+17</c:v>
                </c:pt>
                <c:pt idx="14729">
                  <c:v>8.8920016779145421E+17</c:v>
                </c:pt>
                <c:pt idx="14730">
                  <c:v>8.8944354852950246E+17</c:v>
                </c:pt>
                <c:pt idx="14731">
                  <c:v>8.8957966829906253E+17</c:v>
                </c:pt>
                <c:pt idx="14732">
                  <c:v>8.8959070813853978E+17</c:v>
                </c:pt>
                <c:pt idx="14733">
                  <c:v>8.8964965889543923E+17</c:v>
                </c:pt>
                <c:pt idx="14734">
                  <c:v>8.8967485733790938E+17</c:v>
                </c:pt>
                <c:pt idx="14735">
                  <c:v>8.8968671036486528E+17</c:v>
                </c:pt>
                <c:pt idx="14736">
                  <c:v>8.8969168469182925E+17</c:v>
                </c:pt>
                <c:pt idx="14737">
                  <c:v>8.8969999155277683E+17</c:v>
                </c:pt>
                <c:pt idx="14738">
                  <c:v>8.8970352834826778E+17</c:v>
                </c:pt>
                <c:pt idx="14739">
                  <c:v>8.8973062872266995E+17</c:v>
                </c:pt>
                <c:pt idx="14740">
                  <c:v>8.8973077721846848E+17</c:v>
                </c:pt>
                <c:pt idx="14741">
                  <c:v>8.8974997066759936E+17</c:v>
                </c:pt>
                <c:pt idx="14742">
                  <c:v>8.897699722492745E+17</c:v>
                </c:pt>
                <c:pt idx="14743">
                  <c:v>8.8979295283563994E+17</c:v>
                </c:pt>
                <c:pt idx="14744">
                  <c:v>8.8983197169608E+17</c:v>
                </c:pt>
                <c:pt idx="14745">
                  <c:v>8.8986389682044326E+17</c:v>
                </c:pt>
                <c:pt idx="14746">
                  <c:v>8.9009740663682445E+17</c:v>
                </c:pt>
                <c:pt idx="14747">
                  <c:v>8.9013406145060915E+17</c:v>
                </c:pt>
                <c:pt idx="14748">
                  <c:v>8.9014908359494323E+17</c:v>
                </c:pt>
                <c:pt idx="14749">
                  <c:v>8.9015935402732224E+17</c:v>
                </c:pt>
                <c:pt idx="14750">
                  <c:v>8.901912668702391E+17</c:v>
                </c:pt>
                <c:pt idx="14751">
                  <c:v>8.9024384219626586E+17</c:v>
                </c:pt>
                <c:pt idx="14752">
                  <c:v>8.9025225910143347E+17</c:v>
                </c:pt>
                <c:pt idx="14753">
                  <c:v>8.9026233623813312E+17</c:v>
                </c:pt>
                <c:pt idx="14754">
                  <c:v>8.9027137222725914E+17</c:v>
                </c:pt>
                <c:pt idx="14755">
                  <c:v>8.9029708383326362E+17</c:v>
                </c:pt>
                <c:pt idx="14756">
                  <c:v>8.9030520357828365E+17</c:v>
                </c:pt>
                <c:pt idx="14757">
                  <c:v>8.9031037891657638E+17</c:v>
                </c:pt>
                <c:pt idx="14758">
                  <c:v>8.9031720344830758E+17</c:v>
                </c:pt>
                <c:pt idx="14759">
                  <c:v>8.903175652999799E+17</c:v>
                </c:pt>
                <c:pt idx="14760">
                  <c:v>8.9032869459612518E+17</c:v>
                </c:pt>
                <c:pt idx="14761">
                  <c:v>8.9056264188008691E+17</c:v>
                </c:pt>
                <c:pt idx="14762">
                  <c:v>8.9058358177844915E+17</c:v>
                </c:pt>
                <c:pt idx="14763">
                  <c:v>8.9061525093641152E+17</c:v>
                </c:pt>
                <c:pt idx="14764">
                  <c:v>8.9084948819601293E+17</c:v>
                </c:pt>
                <c:pt idx="14765">
                  <c:v>8.9093627414384909E+17</c:v>
                </c:pt>
                <c:pt idx="14766">
                  <c:v>8.910439621910752E+17</c:v>
                </c:pt>
                <c:pt idx="14767">
                  <c:v>8.9106809645790592E+17</c:v>
                </c:pt>
                <c:pt idx="14768">
                  <c:v>8.9110579667934682E+17</c:v>
                </c:pt>
                <c:pt idx="14769">
                  <c:v>8.9113342754264461E+17</c:v>
                </c:pt>
                <c:pt idx="14770">
                  <c:v>8.9115075626916416E+17</c:v>
                </c:pt>
                <c:pt idx="14771">
                  <c:v>8.9121186723883418E+17</c:v>
                </c:pt>
                <c:pt idx="14772">
                  <c:v>8.914979470140247E+17</c:v>
                </c:pt>
                <c:pt idx="14773">
                  <c:v>8.9154474459115341E+17</c:v>
                </c:pt>
                <c:pt idx="14774">
                  <c:v>8.9161029940158618E+17</c:v>
                </c:pt>
                <c:pt idx="14775">
                  <c:v>8.9162615412659494E+17</c:v>
                </c:pt>
                <c:pt idx="14776">
                  <c:v>8.9165272322849664E+17</c:v>
                </c:pt>
                <c:pt idx="14777">
                  <c:v>8.9166370564582157E+17</c:v>
                </c:pt>
                <c:pt idx="14778">
                  <c:v>8.9171257750995674E+17</c:v>
                </c:pt>
                <c:pt idx="14779">
                  <c:v>8.9175223068728064E+17</c:v>
                </c:pt>
                <c:pt idx="14780">
                  <c:v>8.9175403692035226E+17</c:v>
                </c:pt>
                <c:pt idx="14781">
                  <c:v>8.9175728853444762E+17</c:v>
                </c:pt>
                <c:pt idx="14782">
                  <c:v>8.9175955891589645E+17</c:v>
                </c:pt>
                <c:pt idx="14783">
                  <c:v>8.9177420805803866E+17</c:v>
                </c:pt>
                <c:pt idx="14784">
                  <c:v>8.9178214534147622E+17</c:v>
                </c:pt>
                <c:pt idx="14785">
                  <c:v>8.9187421231230592E+17</c:v>
                </c:pt>
                <c:pt idx="14786">
                  <c:v>8.9191324186524083E+17</c:v>
                </c:pt>
                <c:pt idx="14787">
                  <c:v>8.9191344304840947E+17</c:v>
                </c:pt>
                <c:pt idx="14788">
                  <c:v>8.9191639835442675E+17</c:v>
                </c:pt>
                <c:pt idx="14789">
                  <c:v>8.9230819813767795E+17</c:v>
                </c:pt>
                <c:pt idx="14790">
                  <c:v>8.9239536235304422E+17</c:v>
                </c:pt>
                <c:pt idx="14791">
                  <c:v>8.9245140022878118E+17</c:v>
                </c:pt>
                <c:pt idx="14792">
                  <c:v>8.924734337526647E+17</c:v>
                </c:pt>
                <c:pt idx="14793">
                  <c:v>8.9248897754783322E+17</c:v>
                </c:pt>
                <c:pt idx="14794">
                  <c:v>8.9249181504986061E+17</c:v>
                </c:pt>
                <c:pt idx="14795">
                  <c:v>8.925178317447159E+17</c:v>
                </c:pt>
                <c:pt idx="14796">
                  <c:v>8.925282481356247E+17</c:v>
                </c:pt>
                <c:pt idx="14797">
                  <c:v>8.9259434513307853E+17</c:v>
                </c:pt>
                <c:pt idx="14798">
                  <c:v>8.9263789875686362E+17</c:v>
                </c:pt>
                <c:pt idx="14799">
                  <c:v>8.9268381060926042E+17</c:v>
                </c:pt>
                <c:pt idx="14800">
                  <c:v>8.9268381401577357E+17</c:v>
                </c:pt>
                <c:pt idx="14801">
                  <c:v>8.9281909790304358E+17</c:v>
                </c:pt>
                <c:pt idx="14802">
                  <c:v>8.929961303990679E+17</c:v>
                </c:pt>
                <c:pt idx="14803">
                  <c:v>8.9305836563086566E+17</c:v>
                </c:pt>
                <c:pt idx="14804">
                  <c:v>8.9306876385512013E+17</c:v>
                </c:pt>
                <c:pt idx="14805">
                  <c:v>8.9310348148549082E+17</c:v>
                </c:pt>
                <c:pt idx="14806">
                  <c:v>8.9311020478511168E+17</c:v>
                </c:pt>
                <c:pt idx="14807">
                  <c:v>8.9313064777536256E+17</c:v>
                </c:pt>
                <c:pt idx="14808">
                  <c:v>8.9315771959688947E+17</c:v>
                </c:pt>
                <c:pt idx="14809">
                  <c:v>8.9316850611088E+17</c:v>
                </c:pt>
                <c:pt idx="14810">
                  <c:v>8.9317166674141299E+17</c:v>
                </c:pt>
                <c:pt idx="14811">
                  <c:v>8.9321028748450726E+17</c:v>
                </c:pt>
                <c:pt idx="14812">
                  <c:v>8.9323044149861478E+17</c:v>
                </c:pt>
                <c:pt idx="14813">
                  <c:v>8.9323549340276659E+17</c:v>
                </c:pt>
                <c:pt idx="14814">
                  <c:v>8.9324677542134259E+17</c:v>
                </c:pt>
                <c:pt idx="14815">
                  <c:v>8.9325049079376192E+17</c:v>
                </c:pt>
                <c:pt idx="14816">
                  <c:v>8.9325403566274163E+17</c:v>
                </c:pt>
                <c:pt idx="14817">
                  <c:v>8.9334794483313037E+17</c:v>
                </c:pt>
                <c:pt idx="14818">
                  <c:v>8.9336396901575578E+17</c:v>
                </c:pt>
                <c:pt idx="14819">
                  <c:v>8.93373525609392E+17</c:v>
                </c:pt>
                <c:pt idx="14820">
                  <c:v>8.9359425314626125E+17</c:v>
                </c:pt>
                <c:pt idx="14821">
                  <c:v>8.9374489433034074E+17</c:v>
                </c:pt>
                <c:pt idx="14822">
                  <c:v>8.9383860093540467E+17</c:v>
                </c:pt>
                <c:pt idx="14823">
                  <c:v>8.9392258677832781E+17</c:v>
                </c:pt>
                <c:pt idx="14824">
                  <c:v>8.9392965080676493E+17</c:v>
                </c:pt>
                <c:pt idx="14825">
                  <c:v>8.9392965169013069E+17</c:v>
                </c:pt>
                <c:pt idx="14826">
                  <c:v>8.9393374321832819E+17</c:v>
                </c:pt>
                <c:pt idx="14827">
                  <c:v>8.9393832052082406E+17</c:v>
                </c:pt>
                <c:pt idx="14828">
                  <c:v>8.9394369159726042E+17</c:v>
                </c:pt>
                <c:pt idx="14829">
                  <c:v>8.9394813334510093E+17</c:v>
                </c:pt>
                <c:pt idx="14830">
                  <c:v>8.9395266378080384E+17</c:v>
                </c:pt>
                <c:pt idx="14831">
                  <c:v>8.9395490635591795E+17</c:v>
                </c:pt>
                <c:pt idx="14832">
                  <c:v>8.9395691536025485E+17</c:v>
                </c:pt>
                <c:pt idx="14833">
                  <c:v>8.9396265409534259E+17</c:v>
                </c:pt>
                <c:pt idx="14834">
                  <c:v>8.9397644723415411E+17</c:v>
                </c:pt>
                <c:pt idx="14835">
                  <c:v>8.9403144366313907E+17</c:v>
                </c:pt>
                <c:pt idx="14836">
                  <c:v>8.9405725869808602E+17</c:v>
                </c:pt>
                <c:pt idx="14837">
                  <c:v>8.9408434718505357E+17</c:v>
                </c:pt>
                <c:pt idx="14838">
                  <c:v>8.9412764201177792E+17</c:v>
                </c:pt>
                <c:pt idx="14839">
                  <c:v>8.9416933483370022E+17</c:v>
                </c:pt>
                <c:pt idx="14840">
                  <c:v>8.9417396766301594E+17</c:v>
                </c:pt>
                <c:pt idx="14841">
                  <c:v>8.9421001012056461E+17</c:v>
                </c:pt>
                <c:pt idx="14842">
                  <c:v>8.9426530266321574E+17</c:v>
                </c:pt>
                <c:pt idx="14843">
                  <c:v>8.9427632423190771E+17</c:v>
                </c:pt>
                <c:pt idx="14844">
                  <c:v>8.9428342629446874E+17</c:v>
                </c:pt>
                <c:pt idx="14845">
                  <c:v>8.9429284115770944E+17</c:v>
                </c:pt>
                <c:pt idx="14846">
                  <c:v>8.9437919790528192E+17</c:v>
                </c:pt>
                <c:pt idx="14847">
                  <c:v>8.9447201217252173E+17</c:v>
                </c:pt>
                <c:pt idx="14848">
                  <c:v>8.944720151055072E+17</c:v>
                </c:pt>
                <c:pt idx="14849">
                  <c:v>8.9447805353396109E+17</c:v>
                </c:pt>
                <c:pt idx="14850">
                  <c:v>8.944903921345385E+17</c:v>
                </c:pt>
                <c:pt idx="14851">
                  <c:v>8.944916045692361E+17</c:v>
                </c:pt>
                <c:pt idx="14852">
                  <c:v>8.9452436009720294E+17</c:v>
                </c:pt>
                <c:pt idx="14853">
                  <c:v>8.9452886437946726E+17</c:v>
                </c:pt>
                <c:pt idx="14854">
                  <c:v>8.9453236676607731E+17</c:v>
                </c:pt>
                <c:pt idx="14855">
                  <c:v>8.945336046351415E+17</c:v>
                </c:pt>
                <c:pt idx="14856">
                  <c:v>8.9454156030856333E+17</c:v>
                </c:pt>
                <c:pt idx="14857">
                  <c:v>8.9455390050066048E+17</c:v>
                </c:pt>
                <c:pt idx="14858">
                  <c:v>8.9455607346702362E+17</c:v>
                </c:pt>
                <c:pt idx="14859">
                  <c:v>8.9455722676745766E+17</c:v>
                </c:pt>
                <c:pt idx="14860">
                  <c:v>8.9455990209173248E+17</c:v>
                </c:pt>
                <c:pt idx="14861">
                  <c:v>8.9457477470296346E+17</c:v>
                </c:pt>
                <c:pt idx="14862">
                  <c:v>8.9464879320934144E+17</c:v>
                </c:pt>
                <c:pt idx="14863">
                  <c:v>8.9465757976908198E+17</c:v>
                </c:pt>
                <c:pt idx="14864">
                  <c:v>8.9468073544931917E+17</c:v>
                </c:pt>
                <c:pt idx="14865">
                  <c:v>8.9470320255788557E+17</c:v>
                </c:pt>
                <c:pt idx="14866">
                  <c:v>8.9470696768308442E+17</c:v>
                </c:pt>
                <c:pt idx="14867">
                  <c:v>8.9470967732472832E+17</c:v>
                </c:pt>
                <c:pt idx="14868">
                  <c:v>8.9471264545906547E+17</c:v>
                </c:pt>
                <c:pt idx="14869">
                  <c:v>8.9471270328518976E+17</c:v>
                </c:pt>
                <c:pt idx="14870">
                  <c:v>8.94714244448256E+17</c:v>
                </c:pt>
                <c:pt idx="14871">
                  <c:v>8.9479186713193997E+17</c:v>
                </c:pt>
                <c:pt idx="14872">
                  <c:v>8.9492394938909581E+17</c:v>
                </c:pt>
                <c:pt idx="14873">
                  <c:v>8.9492396740723674E+17</c:v>
                </c:pt>
                <c:pt idx="14874">
                  <c:v>8.9493935463606298E+17</c:v>
                </c:pt>
                <c:pt idx="14875">
                  <c:v>8.9510814224106726E+17</c:v>
                </c:pt>
                <c:pt idx="14876">
                  <c:v>8.9528178535411661E+17</c:v>
                </c:pt>
                <c:pt idx="14877">
                  <c:v>8.9528872566733158E+17</c:v>
                </c:pt>
                <c:pt idx="14878">
                  <c:v>8.9533647813074406E+17</c:v>
                </c:pt>
                <c:pt idx="14879">
                  <c:v>8.9534312904207155E+17</c:v>
                </c:pt>
                <c:pt idx="14880">
                  <c:v>8.953447205238505E+17</c:v>
                </c:pt>
                <c:pt idx="14881">
                  <c:v>8.9534896076046989E+17</c:v>
                </c:pt>
                <c:pt idx="14882">
                  <c:v>8.9535096820176704E+17</c:v>
                </c:pt>
                <c:pt idx="14883">
                  <c:v>8.9536424021476954E+17</c:v>
                </c:pt>
                <c:pt idx="14884">
                  <c:v>8.9536625355338803E+17</c:v>
                </c:pt>
                <c:pt idx="14885">
                  <c:v>8.9537193901500198E+17</c:v>
                </c:pt>
                <c:pt idx="14886">
                  <c:v>8.9541067263185549E+17</c:v>
                </c:pt>
                <c:pt idx="14887">
                  <c:v>8.9543718074856141E+17</c:v>
                </c:pt>
                <c:pt idx="14888">
                  <c:v>8.9543919734791194E+17</c:v>
                </c:pt>
                <c:pt idx="14889">
                  <c:v>8.954506514992407E+17</c:v>
                </c:pt>
                <c:pt idx="14890">
                  <c:v>8.9547237099460198E+17</c:v>
                </c:pt>
                <c:pt idx="14891">
                  <c:v>8.9581397117175053E+17</c:v>
                </c:pt>
                <c:pt idx="14892">
                  <c:v>8.9589990325123546E+17</c:v>
                </c:pt>
                <c:pt idx="14893">
                  <c:v>8.9594395182350784E+17</c:v>
                </c:pt>
                <c:pt idx="14894">
                  <c:v>8.9596996515934925E+17</c:v>
                </c:pt>
                <c:pt idx="14895">
                  <c:v>8.9602594988648422E+17</c:v>
                </c:pt>
                <c:pt idx="14896">
                  <c:v>8.9604321984036941E+17</c:v>
                </c:pt>
                <c:pt idx="14897">
                  <c:v>8.9606622778486925E+17</c:v>
                </c:pt>
                <c:pt idx="14898">
                  <c:v>8.9611611543572634E+17</c:v>
                </c:pt>
                <c:pt idx="14899">
                  <c:v>8.9613073736085376E+17</c:v>
                </c:pt>
                <c:pt idx="14900">
                  <c:v>8.9615905140199245E+17</c:v>
                </c:pt>
                <c:pt idx="14901">
                  <c:v>8.9616569892904563E+17</c:v>
                </c:pt>
                <c:pt idx="14902">
                  <c:v>8.9621360874925005E+17</c:v>
                </c:pt>
                <c:pt idx="14903">
                  <c:v>8.9622243944902912E+17</c:v>
                </c:pt>
                <c:pt idx="14904">
                  <c:v>8.9624151700617715E+17</c:v>
                </c:pt>
                <c:pt idx="14905">
                  <c:v>8.9624153087079398E+17</c:v>
                </c:pt>
                <c:pt idx="14906">
                  <c:v>8.962463960513984E+17</c:v>
                </c:pt>
                <c:pt idx="14907">
                  <c:v>8.9625765791100992E+17</c:v>
                </c:pt>
                <c:pt idx="14908">
                  <c:v>8.9627406711247872E+17</c:v>
                </c:pt>
                <c:pt idx="14909">
                  <c:v>8.963269585028745E+17</c:v>
                </c:pt>
                <c:pt idx="14910">
                  <c:v>8.9660448235630144E+17</c:v>
                </c:pt>
                <c:pt idx="14911">
                  <c:v>8.9662372200712192E+17</c:v>
                </c:pt>
                <c:pt idx="14912">
                  <c:v>8.9662948791002906E+17</c:v>
                </c:pt>
                <c:pt idx="14913">
                  <c:v>8.9671630097313139E+17</c:v>
                </c:pt>
                <c:pt idx="14914">
                  <c:v>8.9674944059385011E+17</c:v>
                </c:pt>
                <c:pt idx="14915">
                  <c:v>8.9675794226365274E+17</c:v>
                </c:pt>
                <c:pt idx="14916">
                  <c:v>8.9675805999620045E+17</c:v>
                </c:pt>
                <c:pt idx="14917">
                  <c:v>8.9676197317635994E+17</c:v>
                </c:pt>
                <c:pt idx="14918">
                  <c:v>8.9678133165624179E+17</c:v>
                </c:pt>
                <c:pt idx="14919">
                  <c:v>8.9681332243636122E+17</c:v>
                </c:pt>
                <c:pt idx="14920">
                  <c:v>8.9682890304423245E+17</c:v>
                </c:pt>
                <c:pt idx="14921">
                  <c:v>8.9694220390240358E+17</c:v>
                </c:pt>
                <c:pt idx="14922">
                  <c:v>8.9694523439136781E+17</c:v>
                </c:pt>
                <c:pt idx="14923">
                  <c:v>8.9699968080041997E+17</c:v>
                </c:pt>
                <c:pt idx="14924">
                  <c:v>8.9700039465962368E+17</c:v>
                </c:pt>
                <c:pt idx="14925">
                  <c:v>8.9708703536087309E+17</c:v>
                </c:pt>
                <c:pt idx="14926">
                  <c:v>8.9709755653288474E+17</c:v>
                </c:pt>
                <c:pt idx="14927">
                  <c:v>8.9737728357100237E+17</c:v>
                </c:pt>
                <c:pt idx="14928">
                  <c:v>8.9738228101773005E+17</c:v>
                </c:pt>
                <c:pt idx="14929">
                  <c:v>8.9745309237805005E+17</c:v>
                </c:pt>
                <c:pt idx="14930">
                  <c:v>8.9745516102919168E+17</c:v>
                </c:pt>
                <c:pt idx="14931">
                  <c:v>8.9749297521908262E+17</c:v>
                </c:pt>
                <c:pt idx="14932">
                  <c:v>8.9749530325406771E+17</c:v>
                </c:pt>
                <c:pt idx="14933">
                  <c:v>8.9750886440456768E+17</c:v>
                </c:pt>
                <c:pt idx="14934">
                  <c:v>8.9753299709527283E+17</c:v>
                </c:pt>
                <c:pt idx="14935">
                  <c:v>8.9757800049722611E+17</c:v>
                </c:pt>
                <c:pt idx="14936">
                  <c:v>8.9758351775535424E+17</c:v>
                </c:pt>
                <c:pt idx="14937">
                  <c:v>8.9758456752397978E+17</c:v>
                </c:pt>
                <c:pt idx="14938">
                  <c:v>8.9764422102724147E+17</c:v>
                </c:pt>
                <c:pt idx="14939">
                  <c:v>8.9809171599216858E+17</c:v>
                </c:pt>
                <c:pt idx="14940">
                  <c:v>8.9815690136217664E+17</c:v>
                </c:pt>
                <c:pt idx="14941">
                  <c:v>8.9822524706293568E+17</c:v>
                </c:pt>
                <c:pt idx="14942">
                  <c:v>8.9822823826785882E+17</c:v>
                </c:pt>
                <c:pt idx="14943">
                  <c:v>8.9825769042202534E+17</c:v>
                </c:pt>
                <c:pt idx="14944">
                  <c:v>8.982626542754953E+17</c:v>
                </c:pt>
                <c:pt idx="14945">
                  <c:v>8.9829631741604416E+17</c:v>
                </c:pt>
                <c:pt idx="14946">
                  <c:v>8.9831572281235622E+17</c:v>
                </c:pt>
                <c:pt idx="14947">
                  <c:v>8.9841488163552525E+17</c:v>
                </c:pt>
                <c:pt idx="14948">
                  <c:v>8.985410242659648E+17</c:v>
                </c:pt>
                <c:pt idx="14949">
                  <c:v>8.9895456906772211E+17</c:v>
                </c:pt>
                <c:pt idx="14950">
                  <c:v>8.9898085838936038E+17</c:v>
                </c:pt>
                <c:pt idx="14951">
                  <c:v>8.9911247258641139E+17</c:v>
                </c:pt>
                <c:pt idx="14952">
                  <c:v>8.991490585035721E+17</c:v>
                </c:pt>
                <c:pt idx="14953">
                  <c:v>8.9918220185092134E+17</c:v>
                </c:pt>
                <c:pt idx="14954">
                  <c:v>8.9918975683401216E+17</c:v>
                </c:pt>
                <c:pt idx="14955">
                  <c:v>8.9919495691830618E+17</c:v>
                </c:pt>
                <c:pt idx="14956">
                  <c:v>8.9953513848625101E+17</c:v>
                </c:pt>
                <c:pt idx="14957">
                  <c:v>8.9955615945557965E+17</c:v>
                </c:pt>
                <c:pt idx="14958">
                  <c:v>8.9966207947330035E+17</c:v>
                </c:pt>
                <c:pt idx="14959">
                  <c:v>8.9966858322491149E+17</c:v>
                </c:pt>
                <c:pt idx="14960">
                  <c:v>8.9970103716349325E+17</c:v>
                </c:pt>
                <c:pt idx="14961">
                  <c:v>8.9972339740206349E+17</c:v>
                </c:pt>
                <c:pt idx="14962">
                  <c:v>8.9974391284706534E+17</c:v>
                </c:pt>
                <c:pt idx="14963">
                  <c:v>8.9975463956469645E+17</c:v>
                </c:pt>
                <c:pt idx="14964">
                  <c:v>8.9975508878484621E+17</c:v>
                </c:pt>
                <c:pt idx="14965">
                  <c:v>8.9975617200328179E+17</c:v>
                </c:pt>
                <c:pt idx="14966">
                  <c:v>8.9976212439193882E+17</c:v>
                </c:pt>
                <c:pt idx="14967">
                  <c:v>8.9977436436970637E+17</c:v>
                </c:pt>
                <c:pt idx="14968">
                  <c:v>8.9980398781351373E+17</c:v>
                </c:pt>
                <c:pt idx="14969">
                  <c:v>8.9984383860162138E+17</c:v>
                </c:pt>
                <c:pt idx="14970">
                  <c:v>8.9991430488830938E+17</c:v>
                </c:pt>
                <c:pt idx="14971">
                  <c:v>8.9995494075393549E+17</c:v>
                </c:pt>
                <c:pt idx="14972">
                  <c:v>9.0029663305630106E+17</c:v>
                </c:pt>
                <c:pt idx="14973">
                  <c:v>9.0034864432775347E+17</c:v>
                </c:pt>
                <c:pt idx="14974">
                  <c:v>9.0037897371425114E+17</c:v>
                </c:pt>
                <c:pt idx="14975">
                  <c:v>9.0047513106462925E+17</c:v>
                </c:pt>
                <c:pt idx="14976">
                  <c:v>9.0051237638192166E+17</c:v>
                </c:pt>
                <c:pt idx="14977">
                  <c:v>9.0059817479681792E+17</c:v>
                </c:pt>
                <c:pt idx="14978">
                  <c:v>9.0063336651741517E+17</c:v>
                </c:pt>
                <c:pt idx="14979">
                  <c:v>9.0067518829555674E+17</c:v>
                </c:pt>
                <c:pt idx="14980">
                  <c:v>9.0099391944589683E+17</c:v>
                </c:pt>
                <c:pt idx="14981">
                  <c:v>9.0104349783787891E+17</c:v>
                </c:pt>
                <c:pt idx="14982">
                  <c:v>9.0105958370672397E+17</c:v>
                </c:pt>
                <c:pt idx="14983">
                  <c:v>9.0106452278767245E+17</c:v>
                </c:pt>
                <c:pt idx="14984">
                  <c:v>9.010962863459136E+17</c:v>
                </c:pt>
                <c:pt idx="14985">
                  <c:v>9.0117454293781402E+17</c:v>
                </c:pt>
                <c:pt idx="14986">
                  <c:v>9.0128225255564518E+17</c:v>
                </c:pt>
                <c:pt idx="14987">
                  <c:v>9.0130950511207552E+17</c:v>
                </c:pt>
                <c:pt idx="14988">
                  <c:v>9.0169352190616538E+17</c:v>
                </c:pt>
                <c:pt idx="14989">
                  <c:v>9.0182182400999782E+17</c:v>
                </c:pt>
                <c:pt idx="14990">
                  <c:v>9.0182627808539341E+17</c:v>
                </c:pt>
                <c:pt idx="14991">
                  <c:v>9.0182950438640909E+17</c:v>
                </c:pt>
                <c:pt idx="14992">
                  <c:v>9.0185544359299213E+17</c:v>
                </c:pt>
                <c:pt idx="14993">
                  <c:v>9.0186049161435584E+17</c:v>
                </c:pt>
                <c:pt idx="14994">
                  <c:v>9.0186587636586765E+17</c:v>
                </c:pt>
                <c:pt idx="14995">
                  <c:v>9.0186992258145472E+17</c:v>
                </c:pt>
                <c:pt idx="14996">
                  <c:v>9.0189014479108006E+17</c:v>
                </c:pt>
                <c:pt idx="14997">
                  <c:v>9.0189205806937626E+17</c:v>
                </c:pt>
                <c:pt idx="14998">
                  <c:v>9.0190795552532019E+17</c:v>
                </c:pt>
                <c:pt idx="14999">
                  <c:v>9.019903743008672E+17</c:v>
                </c:pt>
                <c:pt idx="15000">
                  <c:v>9.0209321479535565E+17</c:v>
                </c:pt>
                <c:pt idx="15001">
                  <c:v>9.0213124222542515E+17</c:v>
                </c:pt>
                <c:pt idx="15002">
                  <c:v>9.0242170121543206E+17</c:v>
                </c:pt>
                <c:pt idx="15003">
                  <c:v>9.0252085748330842E+17</c:v>
                </c:pt>
                <c:pt idx="15004">
                  <c:v>9.0253646379120883E+17</c:v>
                </c:pt>
                <c:pt idx="15005">
                  <c:v>9.0256019337222963E+17</c:v>
                </c:pt>
                <c:pt idx="15006">
                  <c:v>9.0257659041830157E+17</c:v>
                </c:pt>
                <c:pt idx="15007">
                  <c:v>9.0258411237987584E+17</c:v>
                </c:pt>
                <c:pt idx="15008">
                  <c:v>9.0259423455486246E+17</c:v>
                </c:pt>
                <c:pt idx="15009">
                  <c:v>9.0259680161313997E+17</c:v>
                </c:pt>
                <c:pt idx="15010">
                  <c:v>9.0262350091020058E+17</c:v>
                </c:pt>
                <c:pt idx="15011">
                  <c:v>9.0267589537707046E+17</c:v>
                </c:pt>
                <c:pt idx="15012">
                  <c:v>9.0268648689058765E+17</c:v>
                </c:pt>
                <c:pt idx="15013">
                  <c:v>9.0276412009431936E+17</c:v>
                </c:pt>
                <c:pt idx="15014">
                  <c:v>9.0288138002651917E+17</c:v>
                </c:pt>
                <c:pt idx="15015">
                  <c:v>9.0315608921188582E+17</c:v>
                </c:pt>
                <c:pt idx="15016">
                  <c:v>9.0318917966221146E+17</c:v>
                </c:pt>
                <c:pt idx="15017">
                  <c:v>9.0320473525116301E+17</c:v>
                </c:pt>
                <c:pt idx="15018">
                  <c:v>9.0320629182436838E+17</c:v>
                </c:pt>
                <c:pt idx="15019">
                  <c:v>9.0322325674807654E+17</c:v>
                </c:pt>
                <c:pt idx="15020">
                  <c:v>9.0322541672608909E+17</c:v>
                </c:pt>
                <c:pt idx="15021">
                  <c:v>9.0325839892638592E+17</c:v>
                </c:pt>
                <c:pt idx="15022">
                  <c:v>9.0326451169782016E+17</c:v>
                </c:pt>
                <c:pt idx="15023">
                  <c:v>9.0327727694304614E+17</c:v>
                </c:pt>
                <c:pt idx="15024">
                  <c:v>9.0328038481867366E+17</c:v>
                </c:pt>
                <c:pt idx="15025">
                  <c:v>9.0334652088151616E+17</c:v>
                </c:pt>
                <c:pt idx="15026">
                  <c:v>9.0347916470170957E+17</c:v>
                </c:pt>
                <c:pt idx="15027">
                  <c:v>9.037530089293344E+17</c:v>
                </c:pt>
                <c:pt idx="15028">
                  <c:v>9.037755502708832E+17</c:v>
                </c:pt>
                <c:pt idx="15029">
                  <c:v>9.0383089648163264E+17</c:v>
                </c:pt>
                <c:pt idx="15030">
                  <c:v>9.0383215511480883E+17</c:v>
                </c:pt>
                <c:pt idx="15031">
                  <c:v>9.0387918923677888E+17</c:v>
                </c:pt>
                <c:pt idx="15032">
                  <c:v>9.0388388101781222E+17</c:v>
                </c:pt>
                <c:pt idx="15033">
                  <c:v>9.039173015587625E+17</c:v>
                </c:pt>
                <c:pt idx="15034">
                  <c:v>9.0393641366686835E+17</c:v>
                </c:pt>
                <c:pt idx="15035">
                  <c:v>9.0394199917661171E+17</c:v>
                </c:pt>
                <c:pt idx="15036">
                  <c:v>9.0395207321750272E+17</c:v>
                </c:pt>
                <c:pt idx="15037">
                  <c:v>9.0401717292311142E+17</c:v>
                </c:pt>
                <c:pt idx="15038">
                  <c:v>9.0412086850122906E+17</c:v>
                </c:pt>
                <c:pt idx="15039">
                  <c:v>9.0412631610554138E+17</c:v>
                </c:pt>
                <c:pt idx="15040">
                  <c:v>9.0413685350097587E+17</c:v>
                </c:pt>
                <c:pt idx="15041">
                  <c:v>9.0417541137294746E+17</c:v>
                </c:pt>
                <c:pt idx="15042">
                  <c:v>9.0419104601827034E+17</c:v>
                </c:pt>
                <c:pt idx="15043">
                  <c:v>9.0421742143660122E+17</c:v>
                </c:pt>
                <c:pt idx="15044">
                  <c:v>9.0430298003023526E+17</c:v>
                </c:pt>
                <c:pt idx="15045">
                  <c:v>9.043147024560983E+17</c:v>
                </c:pt>
                <c:pt idx="15046">
                  <c:v>9.0435020017986048E+17</c:v>
                </c:pt>
                <c:pt idx="15047">
                  <c:v>9.0459975519913894E+17</c:v>
                </c:pt>
                <c:pt idx="15048">
                  <c:v>9.0463221292463526E+17</c:v>
                </c:pt>
                <c:pt idx="15049">
                  <c:v>9.0468253604545933E+17</c:v>
                </c:pt>
                <c:pt idx="15050">
                  <c:v>9.0474356032993664E+17</c:v>
                </c:pt>
                <c:pt idx="15051">
                  <c:v>9.0485624546671552E+17</c:v>
                </c:pt>
                <c:pt idx="15052">
                  <c:v>9.0485934922453786E+17</c:v>
                </c:pt>
                <c:pt idx="15053">
                  <c:v>9.0486844286408768E+17</c:v>
                </c:pt>
                <c:pt idx="15054">
                  <c:v>9.0489633015782016E+17</c:v>
                </c:pt>
                <c:pt idx="15055">
                  <c:v>9.0495499276584512E+17</c:v>
                </c:pt>
                <c:pt idx="15056">
                  <c:v>9.049617804948137E+17</c:v>
                </c:pt>
                <c:pt idx="15057">
                  <c:v>9.0499764856918758E+17</c:v>
                </c:pt>
                <c:pt idx="15058">
                  <c:v>9.0504379466232512E+17</c:v>
                </c:pt>
                <c:pt idx="15059">
                  <c:v>9.0514901311968128E+17</c:v>
                </c:pt>
                <c:pt idx="15060">
                  <c:v>9.0540933883846029E+17</c:v>
                </c:pt>
                <c:pt idx="15061">
                  <c:v>9.0546683886349709E+17</c:v>
                </c:pt>
                <c:pt idx="15062">
                  <c:v>9.0554725609697536E+17</c:v>
                </c:pt>
                <c:pt idx="15063">
                  <c:v>9.057589198771328E+17</c:v>
                </c:pt>
                <c:pt idx="15064">
                  <c:v>9.0613250804976102E+17</c:v>
                </c:pt>
                <c:pt idx="15065">
                  <c:v>9.0614032131691571E+17</c:v>
                </c:pt>
                <c:pt idx="15066">
                  <c:v>9.0619273381153997E+17</c:v>
                </c:pt>
                <c:pt idx="15067">
                  <c:v>9.0627080424684634E+17</c:v>
                </c:pt>
                <c:pt idx="15068">
                  <c:v>9.0627368169484518E+17</c:v>
                </c:pt>
                <c:pt idx="15069">
                  <c:v>9.0630143981902285E+17</c:v>
                </c:pt>
                <c:pt idx="15070">
                  <c:v>9.0631617336508941E+17</c:v>
                </c:pt>
                <c:pt idx="15071">
                  <c:v>9.0635335466334259E+17</c:v>
                </c:pt>
                <c:pt idx="15072">
                  <c:v>9.064054320282775E+17</c:v>
                </c:pt>
                <c:pt idx="15073">
                  <c:v>9.0640913820794522E+17</c:v>
                </c:pt>
                <c:pt idx="15074">
                  <c:v>9.0641716809000896E+17</c:v>
                </c:pt>
                <c:pt idx="15075">
                  <c:v>9.0642212976019955E+17</c:v>
                </c:pt>
                <c:pt idx="15076">
                  <c:v>9.0642729627727616E+17</c:v>
                </c:pt>
                <c:pt idx="15077">
                  <c:v>9.0643110603525376E+17</c:v>
                </c:pt>
                <c:pt idx="15078">
                  <c:v>9.0643942718096755E+17</c:v>
                </c:pt>
                <c:pt idx="15079">
                  <c:v>9.06451260197312E+17</c:v>
                </c:pt>
                <c:pt idx="15080">
                  <c:v>9.0645532676111142E+17</c:v>
                </c:pt>
                <c:pt idx="15081">
                  <c:v>9.0683291439381632E+17</c:v>
                </c:pt>
                <c:pt idx="15082">
                  <c:v>9.0683655272145331E+17</c:v>
                </c:pt>
                <c:pt idx="15083">
                  <c:v>9.0697341552597363E+17</c:v>
                </c:pt>
                <c:pt idx="15084">
                  <c:v>9.0697614407835379E+17</c:v>
                </c:pt>
                <c:pt idx="15085">
                  <c:v>9.0698409413757005E+17</c:v>
                </c:pt>
                <c:pt idx="15086">
                  <c:v>9.0716364362750618E+17</c:v>
                </c:pt>
                <c:pt idx="15087">
                  <c:v>9.0724490381687629E+17</c:v>
                </c:pt>
                <c:pt idx="15088">
                  <c:v>9.0747101440046515E+17</c:v>
                </c:pt>
                <c:pt idx="15089">
                  <c:v>9.075302421919072E+17</c:v>
                </c:pt>
                <c:pt idx="15090">
                  <c:v>9.0756366316213683E+17</c:v>
                </c:pt>
                <c:pt idx="15091">
                  <c:v>9.0757036289697178E+17</c:v>
                </c:pt>
                <c:pt idx="15092">
                  <c:v>9.0760990587971571E+17</c:v>
                </c:pt>
                <c:pt idx="15093">
                  <c:v>9.0761518105920742E+17</c:v>
                </c:pt>
                <c:pt idx="15094">
                  <c:v>9.0761855421392794E+17</c:v>
                </c:pt>
                <c:pt idx="15095">
                  <c:v>9.0769328406215949E+17</c:v>
                </c:pt>
                <c:pt idx="15096">
                  <c:v>9.0771739731060851E+17</c:v>
                </c:pt>
                <c:pt idx="15097">
                  <c:v>9.0777070583348403E+17</c:v>
                </c:pt>
                <c:pt idx="15098">
                  <c:v>9.0783554609154637E+17</c:v>
                </c:pt>
                <c:pt idx="15099">
                  <c:v>9.0794342130944038E+17</c:v>
                </c:pt>
                <c:pt idx="15100">
                  <c:v>9.0797085282069325E+17</c:v>
                </c:pt>
                <c:pt idx="15101">
                  <c:v>9.0821227410989965E+17</c:v>
                </c:pt>
                <c:pt idx="15102">
                  <c:v>9.0823098797110285E+17</c:v>
                </c:pt>
                <c:pt idx="15103">
                  <c:v>9.0833509831836915E+17</c:v>
                </c:pt>
                <c:pt idx="15104">
                  <c:v>9.0835793008774195E+17</c:v>
                </c:pt>
                <c:pt idx="15105">
                  <c:v>9.0836253306342822E+17</c:v>
                </c:pt>
                <c:pt idx="15106">
                  <c:v>9.0836421058560627E+17</c:v>
                </c:pt>
                <c:pt idx="15107">
                  <c:v>9.0838719701698957E+17</c:v>
                </c:pt>
                <c:pt idx="15108">
                  <c:v>9.0838795984448448E+17</c:v>
                </c:pt>
                <c:pt idx="15109">
                  <c:v>9.0839911357288717E+17</c:v>
                </c:pt>
                <c:pt idx="15110">
                  <c:v>9.0839930201503629E+17</c:v>
                </c:pt>
                <c:pt idx="15111">
                  <c:v>9.0841684448958874E+17</c:v>
                </c:pt>
                <c:pt idx="15112">
                  <c:v>9.0843568521304077E+17</c:v>
                </c:pt>
                <c:pt idx="15113">
                  <c:v>9.0843585632136256E+17</c:v>
                </c:pt>
                <c:pt idx="15114">
                  <c:v>9.0854185970072678E+17</c:v>
                </c:pt>
                <c:pt idx="15115">
                  <c:v>9.0854230106472026E+17</c:v>
                </c:pt>
                <c:pt idx="15116">
                  <c:v>9.0858006386538918E+17</c:v>
                </c:pt>
                <c:pt idx="15117">
                  <c:v>9.0869990891965965E+17</c:v>
                </c:pt>
                <c:pt idx="15118">
                  <c:v>9.0885655965866112E+17</c:v>
                </c:pt>
                <c:pt idx="15119">
                  <c:v>9.0890265864886605E+17</c:v>
                </c:pt>
                <c:pt idx="15120">
                  <c:v>9.0898451422252582E+17</c:v>
                </c:pt>
                <c:pt idx="15121">
                  <c:v>9.0904155153118733E+17</c:v>
                </c:pt>
                <c:pt idx="15122">
                  <c:v>9.0908103743057728E+17</c:v>
                </c:pt>
                <c:pt idx="15123">
                  <c:v>9.0908790519932237E+17</c:v>
                </c:pt>
                <c:pt idx="15124">
                  <c:v>9.0929605192350349E+17</c:v>
                </c:pt>
                <c:pt idx="15125">
                  <c:v>9.0967515159653453E+17</c:v>
                </c:pt>
                <c:pt idx="15126">
                  <c:v>9.0969419197172032E+17</c:v>
                </c:pt>
                <c:pt idx="15127">
                  <c:v>9.0970786293370394E+17</c:v>
                </c:pt>
                <c:pt idx="15128">
                  <c:v>9.097921991083977E+17</c:v>
                </c:pt>
                <c:pt idx="15129">
                  <c:v>9.097960046314199E+17</c:v>
                </c:pt>
                <c:pt idx="15130">
                  <c:v>9.0987667943956454E+17</c:v>
                </c:pt>
                <c:pt idx="15131">
                  <c:v>9.0987729224244928E+17</c:v>
                </c:pt>
                <c:pt idx="15132">
                  <c:v>9.1050840412134042E+17</c:v>
                </c:pt>
                <c:pt idx="15133">
                  <c:v>9.1051329730495091E+17</c:v>
                </c:pt>
                <c:pt idx="15134">
                  <c:v>9.1056649975165773E+17</c:v>
                </c:pt>
                <c:pt idx="15135">
                  <c:v>9.1057288946778931E+17</c:v>
                </c:pt>
                <c:pt idx="15136">
                  <c:v>9.1080877398842662E+17</c:v>
                </c:pt>
                <c:pt idx="15137">
                  <c:v>9.1096044541149696E+17</c:v>
                </c:pt>
                <c:pt idx="15138">
                  <c:v>9.1110198535361869E+17</c:v>
                </c:pt>
                <c:pt idx="15139">
                  <c:v>9.1113331775284019E+17</c:v>
                </c:pt>
                <c:pt idx="15140">
                  <c:v>9.1119131899993357E+17</c:v>
                </c:pt>
                <c:pt idx="15141">
                  <c:v>9.1120205303033536E+17</c:v>
                </c:pt>
                <c:pt idx="15142">
                  <c:v>9.1129029477157286E+17</c:v>
                </c:pt>
                <c:pt idx="15143">
                  <c:v>9.1134113143464563E+17</c:v>
                </c:pt>
                <c:pt idx="15144">
                  <c:v>9.113517213732169E+17</c:v>
                </c:pt>
                <c:pt idx="15145">
                  <c:v>9.1138006028770739E+17</c:v>
                </c:pt>
                <c:pt idx="15146">
                  <c:v>9.1139481227701709E+17</c:v>
                </c:pt>
                <c:pt idx="15147">
                  <c:v>9.1141503397599629E+17</c:v>
                </c:pt>
                <c:pt idx="15148">
                  <c:v>9.114241444192745E+17</c:v>
                </c:pt>
                <c:pt idx="15149">
                  <c:v>9.1156204267658432E+17</c:v>
                </c:pt>
                <c:pt idx="15150">
                  <c:v>9.1158456998752358E+17</c:v>
                </c:pt>
                <c:pt idx="15151">
                  <c:v>9.1161730987461414E+17</c:v>
                </c:pt>
                <c:pt idx="15152">
                  <c:v>9.1181903904937421E+17</c:v>
                </c:pt>
                <c:pt idx="15153">
                  <c:v>9.118741717682016E+17</c:v>
                </c:pt>
                <c:pt idx="15154">
                  <c:v>9.1205436272168602E+17</c:v>
                </c:pt>
                <c:pt idx="15155">
                  <c:v>9.1206383489844762E+17</c:v>
                </c:pt>
                <c:pt idx="15156">
                  <c:v>9.1207034527763814E+17</c:v>
                </c:pt>
                <c:pt idx="15157">
                  <c:v>9.120860122089111E+17</c:v>
                </c:pt>
                <c:pt idx="15158">
                  <c:v>9.12164163333808E+17</c:v>
                </c:pt>
                <c:pt idx="15159">
                  <c:v>9.1223678320485632E+17</c:v>
                </c:pt>
                <c:pt idx="15160">
                  <c:v>9.1224004434238989E+17</c:v>
                </c:pt>
                <c:pt idx="15161">
                  <c:v>9.1224215302732813E+17</c:v>
                </c:pt>
                <c:pt idx="15162">
                  <c:v>9.1225465749766579E+17</c:v>
                </c:pt>
                <c:pt idx="15163">
                  <c:v>9.1228431051313011E+17</c:v>
                </c:pt>
                <c:pt idx="15164">
                  <c:v>9.1253473137540685E+17</c:v>
                </c:pt>
                <c:pt idx="15165">
                  <c:v>9.1260401949416E+17</c:v>
                </c:pt>
                <c:pt idx="15166">
                  <c:v>9.1262305209753267E+17</c:v>
                </c:pt>
                <c:pt idx="15167">
                  <c:v>9.1266783263615181E+17</c:v>
                </c:pt>
                <c:pt idx="15168">
                  <c:v>9.126845870574409E+17</c:v>
                </c:pt>
                <c:pt idx="15169">
                  <c:v>9.1269639548619776E+17</c:v>
                </c:pt>
                <c:pt idx="15170">
                  <c:v>9.1274607085174963E+17</c:v>
                </c:pt>
                <c:pt idx="15171">
                  <c:v>9.1275537239406682E+17</c:v>
                </c:pt>
                <c:pt idx="15172">
                  <c:v>9.1276495184630374E+17</c:v>
                </c:pt>
                <c:pt idx="15173">
                  <c:v>9.127906861523479E+17</c:v>
                </c:pt>
                <c:pt idx="15174">
                  <c:v>9.1280826417848896E+17</c:v>
                </c:pt>
                <c:pt idx="15175">
                  <c:v>9.1282518372136179E+17</c:v>
                </c:pt>
                <c:pt idx="15176">
                  <c:v>9.1287513571204672E+17</c:v>
                </c:pt>
                <c:pt idx="15177">
                  <c:v>9.1287712768339866E+17</c:v>
                </c:pt>
                <c:pt idx="15178">
                  <c:v>9.1328300116927706E+17</c:v>
                </c:pt>
                <c:pt idx="15179">
                  <c:v>9.1330502984954022E+17</c:v>
                </c:pt>
                <c:pt idx="15180">
                  <c:v>9.1331742163040858E+17</c:v>
                </c:pt>
                <c:pt idx="15181">
                  <c:v>9.133217440812832E+17</c:v>
                </c:pt>
                <c:pt idx="15182">
                  <c:v>9.1338360730017651E+17</c:v>
                </c:pt>
                <c:pt idx="15183">
                  <c:v>9.1338976703732173E+17</c:v>
                </c:pt>
                <c:pt idx="15184">
                  <c:v>9.1339691458212288E+17</c:v>
                </c:pt>
                <c:pt idx="15185">
                  <c:v>9.1340363266575987E+17</c:v>
                </c:pt>
                <c:pt idx="15186">
                  <c:v>9.1343113506187341E+17</c:v>
                </c:pt>
                <c:pt idx="15187">
                  <c:v>9.134567249147177E+17</c:v>
                </c:pt>
                <c:pt idx="15188">
                  <c:v>9.1349674795603443E+17</c:v>
                </c:pt>
                <c:pt idx="15189">
                  <c:v>9.1352025687973005E+17</c:v>
                </c:pt>
                <c:pt idx="15190">
                  <c:v>9.1353386679413453E+17</c:v>
                </c:pt>
                <c:pt idx="15191">
                  <c:v>9.1353602548023194E+17</c:v>
                </c:pt>
                <c:pt idx="15192">
                  <c:v>9.1357130908598874E+17</c:v>
                </c:pt>
                <c:pt idx="15193">
                  <c:v>9.1360044120557709E+17</c:v>
                </c:pt>
                <c:pt idx="15194">
                  <c:v>9.1361265722380454E+17</c:v>
                </c:pt>
                <c:pt idx="15195">
                  <c:v>9.1365882712304627E+17</c:v>
                </c:pt>
                <c:pt idx="15196">
                  <c:v>9.1380719129475866E+17</c:v>
                </c:pt>
                <c:pt idx="15197">
                  <c:v>9.1380896156654605E+17</c:v>
                </c:pt>
                <c:pt idx="15198">
                  <c:v>9.138495708229175E+17</c:v>
                </c:pt>
                <c:pt idx="15199">
                  <c:v>9.1400595547102042E+17</c:v>
                </c:pt>
                <c:pt idx="15200">
                  <c:v>9.1402695016069146E+17</c:v>
                </c:pt>
                <c:pt idx="15201">
                  <c:v>9.1404515317412198E+17</c:v>
                </c:pt>
                <c:pt idx="15202">
                  <c:v>9.1405557460150848E+17</c:v>
                </c:pt>
                <c:pt idx="15203">
                  <c:v>9.14059881885232E+17</c:v>
                </c:pt>
                <c:pt idx="15204">
                  <c:v>9.1408942346946547E+17</c:v>
                </c:pt>
                <c:pt idx="15205">
                  <c:v>9.1411635374016384E+17</c:v>
                </c:pt>
                <c:pt idx="15206">
                  <c:v>9.1412751973803302E+17</c:v>
                </c:pt>
                <c:pt idx="15207">
                  <c:v>9.1412773130290022E+17</c:v>
                </c:pt>
                <c:pt idx="15208">
                  <c:v>9.1413354181458778E+17</c:v>
                </c:pt>
                <c:pt idx="15209">
                  <c:v>9.1414616766451891E+17</c:v>
                </c:pt>
                <c:pt idx="15210">
                  <c:v>9.1415480929862976E+17</c:v>
                </c:pt>
                <c:pt idx="15211">
                  <c:v>9.1416497017745331E+17</c:v>
                </c:pt>
                <c:pt idx="15212">
                  <c:v>9.1416866967326874E+17</c:v>
                </c:pt>
                <c:pt idx="15213">
                  <c:v>9.1417868793996595E+17</c:v>
                </c:pt>
                <c:pt idx="15214">
                  <c:v>9.1422129702901222E+17</c:v>
                </c:pt>
                <c:pt idx="15215">
                  <c:v>9.1426147811103744E+17</c:v>
                </c:pt>
                <c:pt idx="15216">
                  <c:v>9.1428103836534502E+17</c:v>
                </c:pt>
                <c:pt idx="15217">
                  <c:v>9.1428169998183731E+17</c:v>
                </c:pt>
                <c:pt idx="15218">
                  <c:v>9.1429649966012531E+17</c:v>
                </c:pt>
                <c:pt idx="15219">
                  <c:v>9.1430668751231462E+17</c:v>
                </c:pt>
                <c:pt idx="15220">
                  <c:v>9.1433877956380838E+17</c:v>
                </c:pt>
                <c:pt idx="15221">
                  <c:v>9.144454320623959E+17</c:v>
                </c:pt>
                <c:pt idx="15222">
                  <c:v>9.1459272362967552E+17</c:v>
                </c:pt>
                <c:pt idx="15223">
                  <c:v>9.1459536465748608E+17</c:v>
                </c:pt>
                <c:pt idx="15224">
                  <c:v>9.1472207760772634E+17</c:v>
                </c:pt>
                <c:pt idx="15225">
                  <c:v>9.1472222332743757E+17</c:v>
                </c:pt>
                <c:pt idx="15226">
                  <c:v>9.1472267376745702E+17</c:v>
                </c:pt>
                <c:pt idx="15227">
                  <c:v>9.1480633612174797E+17</c:v>
                </c:pt>
                <c:pt idx="15228">
                  <c:v>9.1486954845425485E+17</c:v>
                </c:pt>
                <c:pt idx="15229">
                  <c:v>9.148884000779447E+17</c:v>
                </c:pt>
                <c:pt idx="15230">
                  <c:v>9.1492590781897485E+17</c:v>
                </c:pt>
                <c:pt idx="15231">
                  <c:v>9.1496882336870464E+17</c:v>
                </c:pt>
                <c:pt idx="15232">
                  <c:v>9.1542777387249805E+17</c:v>
                </c:pt>
                <c:pt idx="15233">
                  <c:v>9.1544314831790362E+17</c:v>
                </c:pt>
                <c:pt idx="15234">
                  <c:v>9.1545907195155366E+17</c:v>
                </c:pt>
                <c:pt idx="15235">
                  <c:v>9.154761718710688E+17</c:v>
                </c:pt>
                <c:pt idx="15236">
                  <c:v>9.1548891863086451E+17</c:v>
                </c:pt>
                <c:pt idx="15237">
                  <c:v>9.1565263087627942E+17</c:v>
                </c:pt>
                <c:pt idx="15238">
                  <c:v>9.1578132897703091E+17</c:v>
                </c:pt>
                <c:pt idx="15239">
                  <c:v>9.1578579914130637E+17</c:v>
                </c:pt>
                <c:pt idx="15240">
                  <c:v>9.1579261610326234E+17</c:v>
                </c:pt>
                <c:pt idx="15241">
                  <c:v>9.16253517542096E+17</c:v>
                </c:pt>
                <c:pt idx="15242">
                  <c:v>9.1625989382007514E+17</c:v>
                </c:pt>
                <c:pt idx="15243">
                  <c:v>9.1629056446135706E+17</c:v>
                </c:pt>
                <c:pt idx="15244">
                  <c:v>9.1641686459853466E+17</c:v>
                </c:pt>
                <c:pt idx="15245">
                  <c:v>9.1646799822479206E+17</c:v>
                </c:pt>
                <c:pt idx="15246">
                  <c:v>9.1652639524462246E+17</c:v>
                </c:pt>
                <c:pt idx="15247">
                  <c:v>9.1654549092698355E+17</c:v>
                </c:pt>
                <c:pt idx="15248">
                  <c:v>9.1654759260015091E+17</c:v>
                </c:pt>
                <c:pt idx="15249">
                  <c:v>9.1657208150103834E+17</c:v>
                </c:pt>
                <c:pt idx="15250">
                  <c:v>9.1689601982385664E+17</c:v>
                </c:pt>
                <c:pt idx="15251">
                  <c:v>9.1690990086311104E+17</c:v>
                </c:pt>
                <c:pt idx="15252">
                  <c:v>9.1691407745590554E+17</c:v>
                </c:pt>
                <c:pt idx="15253">
                  <c:v>9.1694176042295104E+17</c:v>
                </c:pt>
                <c:pt idx="15254">
                  <c:v>9.1695768723517709E+17</c:v>
                </c:pt>
                <c:pt idx="15255">
                  <c:v>9.1695983233864704E+17</c:v>
                </c:pt>
                <c:pt idx="15256">
                  <c:v>9.1697989650187878E+17</c:v>
                </c:pt>
                <c:pt idx="15257">
                  <c:v>9.1699183261492685E+17</c:v>
                </c:pt>
                <c:pt idx="15258">
                  <c:v>9.1701296607592448E+17</c:v>
                </c:pt>
                <c:pt idx="15259">
                  <c:v>9.1701893441442547E+17</c:v>
                </c:pt>
                <c:pt idx="15260">
                  <c:v>9.1705749592882086E+17</c:v>
                </c:pt>
                <c:pt idx="15261">
                  <c:v>9.1707516664821133E+17</c:v>
                </c:pt>
                <c:pt idx="15262">
                  <c:v>9.1710233473240077E+17</c:v>
                </c:pt>
                <c:pt idx="15263">
                  <c:v>9.1710932024931558E+17</c:v>
                </c:pt>
                <c:pt idx="15264">
                  <c:v>9.1711288886712422E+17</c:v>
                </c:pt>
                <c:pt idx="15265">
                  <c:v>9.1711967580066394E+17</c:v>
                </c:pt>
                <c:pt idx="15266">
                  <c:v>9.171220016566176E+17</c:v>
                </c:pt>
                <c:pt idx="15267">
                  <c:v>9.1712541658820288E+17</c:v>
                </c:pt>
                <c:pt idx="15268">
                  <c:v>9.1712555297673408E+17</c:v>
                </c:pt>
                <c:pt idx="15269">
                  <c:v>9.171451340610784E+17</c:v>
                </c:pt>
                <c:pt idx="15270">
                  <c:v>9.1716533879984346E+17</c:v>
                </c:pt>
                <c:pt idx="15271">
                  <c:v>9.1716906531757901E+17</c:v>
                </c:pt>
                <c:pt idx="15272">
                  <c:v>9.1718641094035405E+17</c:v>
                </c:pt>
                <c:pt idx="15273">
                  <c:v>9.1722295665665587E+17</c:v>
                </c:pt>
                <c:pt idx="15274">
                  <c:v>9.1722653731274163E+17</c:v>
                </c:pt>
                <c:pt idx="15275">
                  <c:v>9.1723209604699981E+17</c:v>
                </c:pt>
                <c:pt idx="15276">
                  <c:v>9.1725968943840576E+17</c:v>
                </c:pt>
                <c:pt idx="15277">
                  <c:v>9.1728192340438374E+17</c:v>
                </c:pt>
                <c:pt idx="15278">
                  <c:v>9.1728247060568192E+17</c:v>
                </c:pt>
                <c:pt idx="15279">
                  <c:v>9.1728480306787674E+17</c:v>
                </c:pt>
                <c:pt idx="15280">
                  <c:v>9.1729187460434867E+17</c:v>
                </c:pt>
                <c:pt idx="15281">
                  <c:v>9.1730218967362842E+17</c:v>
                </c:pt>
                <c:pt idx="15282">
                  <c:v>9.1730690675205146E+17</c:v>
                </c:pt>
                <c:pt idx="15283">
                  <c:v>9.1732088510695117E+17</c:v>
                </c:pt>
                <c:pt idx="15284">
                  <c:v>9.1734737584663027E+17</c:v>
                </c:pt>
                <c:pt idx="15285">
                  <c:v>9.1734779912954957E+17</c:v>
                </c:pt>
                <c:pt idx="15286">
                  <c:v>9.1735351922842394E+17</c:v>
                </c:pt>
                <c:pt idx="15287">
                  <c:v>9.1735579820136717E+17</c:v>
                </c:pt>
                <c:pt idx="15288">
                  <c:v>9.175813751013728E+17</c:v>
                </c:pt>
                <c:pt idx="15289">
                  <c:v>9.1759581269886042E+17</c:v>
                </c:pt>
                <c:pt idx="15290">
                  <c:v>9.1766249325671168E+17</c:v>
                </c:pt>
                <c:pt idx="15291">
                  <c:v>9.1767764571269965E+17</c:v>
                </c:pt>
                <c:pt idx="15292">
                  <c:v>9.1769094406729907E+17</c:v>
                </c:pt>
                <c:pt idx="15293">
                  <c:v>9.1769109190714598E+17</c:v>
                </c:pt>
                <c:pt idx="15294">
                  <c:v>9.1770191621913165E+17</c:v>
                </c:pt>
                <c:pt idx="15295">
                  <c:v>9.1770202461153715E+17</c:v>
                </c:pt>
                <c:pt idx="15296">
                  <c:v>9.1771209416523238E+17</c:v>
                </c:pt>
                <c:pt idx="15297">
                  <c:v>9.1774169823806016E+17</c:v>
                </c:pt>
                <c:pt idx="15298">
                  <c:v>9.1775199673047475E+17</c:v>
                </c:pt>
                <c:pt idx="15299">
                  <c:v>9.1775202276566579E+17</c:v>
                </c:pt>
                <c:pt idx="15300">
                  <c:v>9.1778841031503718E+17</c:v>
                </c:pt>
                <c:pt idx="15301">
                  <c:v>9.1781531087854259E+17</c:v>
                </c:pt>
                <c:pt idx="15302">
                  <c:v>9.1782068489043085E+17</c:v>
                </c:pt>
                <c:pt idx="15303">
                  <c:v>9.1782336630938074E+17</c:v>
                </c:pt>
                <c:pt idx="15304">
                  <c:v>9.178435241617847E+17</c:v>
                </c:pt>
                <c:pt idx="15305">
                  <c:v>9.1787628348062246E+17</c:v>
                </c:pt>
                <c:pt idx="15306">
                  <c:v>9.1788600831523648E+17</c:v>
                </c:pt>
                <c:pt idx="15307">
                  <c:v>9.1790632339256627E+17</c:v>
                </c:pt>
                <c:pt idx="15308">
                  <c:v>9.1790931236603213E+17</c:v>
                </c:pt>
                <c:pt idx="15309">
                  <c:v>9.179332488217664E+17</c:v>
                </c:pt>
                <c:pt idx="15310">
                  <c:v>9.1793549603536269E+17</c:v>
                </c:pt>
                <c:pt idx="15311">
                  <c:v>9.179376868812544E+17</c:v>
                </c:pt>
                <c:pt idx="15312">
                  <c:v>9.1794034550197184E+17</c:v>
                </c:pt>
                <c:pt idx="15313">
                  <c:v>9.1794242321820723E+17</c:v>
                </c:pt>
                <c:pt idx="15314">
                  <c:v>9.1794507476307046E+17</c:v>
                </c:pt>
                <c:pt idx="15315">
                  <c:v>9.179480600984384E+17</c:v>
                </c:pt>
                <c:pt idx="15316">
                  <c:v>9.1794820136276096E+17</c:v>
                </c:pt>
                <c:pt idx="15317">
                  <c:v>9.1795775561756621E+17</c:v>
                </c:pt>
                <c:pt idx="15318">
                  <c:v>9.180074482437472E+17</c:v>
                </c:pt>
                <c:pt idx="15319">
                  <c:v>9.180140400495543E+17</c:v>
                </c:pt>
                <c:pt idx="15320">
                  <c:v>9.182040526352457E+17</c:v>
                </c:pt>
                <c:pt idx="15321">
                  <c:v>9.1834943439812698E+17</c:v>
                </c:pt>
                <c:pt idx="15322">
                  <c:v>9.1835294195061606E+17</c:v>
                </c:pt>
                <c:pt idx="15323">
                  <c:v>9.1835791906922893E+17</c:v>
                </c:pt>
                <c:pt idx="15324">
                  <c:v>9.1837291671594829E+17</c:v>
                </c:pt>
                <c:pt idx="15325">
                  <c:v>9.1837586754247526E+17</c:v>
                </c:pt>
                <c:pt idx="15326">
                  <c:v>9.1838496615841446E+17</c:v>
                </c:pt>
                <c:pt idx="15327">
                  <c:v>9.1841045446890509E+17</c:v>
                </c:pt>
                <c:pt idx="15328">
                  <c:v>9.1841865255719398E+17</c:v>
                </c:pt>
                <c:pt idx="15329">
                  <c:v>9.1842125109959283E+17</c:v>
                </c:pt>
                <c:pt idx="15330">
                  <c:v>9.1842439502845734E+17</c:v>
                </c:pt>
                <c:pt idx="15331">
                  <c:v>9.1843184238018099E+17</c:v>
                </c:pt>
                <c:pt idx="15332">
                  <c:v>9.1847397647890701E+17</c:v>
                </c:pt>
                <c:pt idx="15333">
                  <c:v>9.1854984792913664E+17</c:v>
                </c:pt>
                <c:pt idx="15334">
                  <c:v>9.1857369904041472E+17</c:v>
                </c:pt>
                <c:pt idx="15335">
                  <c:v>9.1858737098747968E+17</c:v>
                </c:pt>
                <c:pt idx="15336">
                  <c:v>9.1859072958149926E+17</c:v>
                </c:pt>
                <c:pt idx="15337">
                  <c:v>9.1859341280459008E+17</c:v>
                </c:pt>
                <c:pt idx="15338">
                  <c:v>9.1860415144719987E+17</c:v>
                </c:pt>
                <c:pt idx="15339">
                  <c:v>9.1861059480716659E+17</c:v>
                </c:pt>
                <c:pt idx="15340">
                  <c:v>9.1861159293929011E+17</c:v>
                </c:pt>
                <c:pt idx="15341">
                  <c:v>9.1862414720376691E+17</c:v>
                </c:pt>
                <c:pt idx="15342">
                  <c:v>9.1863207530248973E+17</c:v>
                </c:pt>
                <c:pt idx="15343">
                  <c:v>9.186332943903209E+17</c:v>
                </c:pt>
                <c:pt idx="15344">
                  <c:v>9.186403536620128E+17</c:v>
                </c:pt>
                <c:pt idx="15345">
                  <c:v>9.1865330770886042E+17</c:v>
                </c:pt>
                <c:pt idx="15346">
                  <c:v>9.1867347206541389E+17</c:v>
                </c:pt>
                <c:pt idx="15347">
                  <c:v>9.1869148289732493E+17</c:v>
                </c:pt>
                <c:pt idx="15348">
                  <c:v>9.1870610541898176E+17</c:v>
                </c:pt>
                <c:pt idx="15349">
                  <c:v>9.1875149547925094E+17</c:v>
                </c:pt>
                <c:pt idx="15350">
                  <c:v>9.1912802201768998E+17</c:v>
                </c:pt>
                <c:pt idx="15351">
                  <c:v>9.191584469749385E+17</c:v>
                </c:pt>
                <c:pt idx="15352">
                  <c:v>9.1920445345458509E+17</c:v>
                </c:pt>
                <c:pt idx="15353">
                  <c:v>9.192892074562217E+17</c:v>
                </c:pt>
                <c:pt idx="15354">
                  <c:v>9.1932678096051341E+17</c:v>
                </c:pt>
                <c:pt idx="15355">
                  <c:v>9.1933097317242368E+17</c:v>
                </c:pt>
                <c:pt idx="15356">
                  <c:v>9.193467868765463E+17</c:v>
                </c:pt>
                <c:pt idx="15357">
                  <c:v>9.1940042007245875E+17</c:v>
                </c:pt>
                <c:pt idx="15358">
                  <c:v>9.1957533448641894E+17</c:v>
                </c:pt>
                <c:pt idx="15359">
                  <c:v>9.197997218593065E+17</c:v>
                </c:pt>
                <c:pt idx="15360">
                  <c:v>9.198166121305367E+17</c:v>
                </c:pt>
                <c:pt idx="15361">
                  <c:v>9.1983405222727718E+17</c:v>
                </c:pt>
                <c:pt idx="15362">
                  <c:v>9.1983450375895334E+17</c:v>
                </c:pt>
                <c:pt idx="15363">
                  <c:v>9.1984980242140288E+17</c:v>
                </c:pt>
                <c:pt idx="15364">
                  <c:v>9.1985672398387302E+17</c:v>
                </c:pt>
                <c:pt idx="15365">
                  <c:v>9.1986724381015846E+17</c:v>
                </c:pt>
                <c:pt idx="15366">
                  <c:v>9.1987345747774656E+17</c:v>
                </c:pt>
                <c:pt idx="15367">
                  <c:v>9.1990404974217805E+17</c:v>
                </c:pt>
                <c:pt idx="15368">
                  <c:v>9.1991130394462976E+17</c:v>
                </c:pt>
                <c:pt idx="15369">
                  <c:v>9.1991655453149453E+17</c:v>
                </c:pt>
                <c:pt idx="15370">
                  <c:v>9.1991923649195174E+17</c:v>
                </c:pt>
                <c:pt idx="15371">
                  <c:v>9.1991946968205325E+17</c:v>
                </c:pt>
                <c:pt idx="15372">
                  <c:v>9.1993221423546483E+17</c:v>
                </c:pt>
                <c:pt idx="15373">
                  <c:v>9.1997059388968832E+17</c:v>
                </c:pt>
                <c:pt idx="15374">
                  <c:v>9.199991942316951E+17</c:v>
                </c:pt>
                <c:pt idx="15375">
                  <c:v>9.2000057198598989E+17</c:v>
                </c:pt>
                <c:pt idx="15376">
                  <c:v>9.2002777847126413E+17</c:v>
                </c:pt>
                <c:pt idx="15377">
                  <c:v>9.200401617890848E+17</c:v>
                </c:pt>
                <c:pt idx="15378">
                  <c:v>9.2007949251790259E+17</c:v>
                </c:pt>
                <c:pt idx="15379">
                  <c:v>9.2011738158799219E+17</c:v>
                </c:pt>
                <c:pt idx="15380">
                  <c:v>9.201431152891223E+17</c:v>
                </c:pt>
                <c:pt idx="15381">
                  <c:v>9.2015130616270746E+17</c:v>
                </c:pt>
                <c:pt idx="15382">
                  <c:v>9.2015613288657485E+17</c:v>
                </c:pt>
                <c:pt idx="15383">
                  <c:v>9.2015885004528576E+17</c:v>
                </c:pt>
                <c:pt idx="15384">
                  <c:v>9.2015978906272307E+17</c:v>
                </c:pt>
                <c:pt idx="15385">
                  <c:v>9.2020522879411187E+17</c:v>
                </c:pt>
                <c:pt idx="15386">
                  <c:v>9.202253249734761E+17</c:v>
                </c:pt>
                <c:pt idx="15387">
                  <c:v>9.2041306911291827E+17</c:v>
                </c:pt>
                <c:pt idx="15388">
                  <c:v>9.2049129335191219E+17</c:v>
                </c:pt>
                <c:pt idx="15389">
                  <c:v>9.205037517539625E+17</c:v>
                </c:pt>
                <c:pt idx="15390">
                  <c:v>9.205101310212201E+17</c:v>
                </c:pt>
                <c:pt idx="15391">
                  <c:v>9.2058780267874086E+17</c:v>
                </c:pt>
                <c:pt idx="15392">
                  <c:v>9.2062923243796442E+17</c:v>
                </c:pt>
                <c:pt idx="15393">
                  <c:v>9.2065311839135373E+17</c:v>
                </c:pt>
                <c:pt idx="15394">
                  <c:v>9.206964261519543E+17</c:v>
                </c:pt>
                <c:pt idx="15395">
                  <c:v>9.2069807373105587E+17</c:v>
                </c:pt>
                <c:pt idx="15396">
                  <c:v>9.2069807897012224E+17</c:v>
                </c:pt>
                <c:pt idx="15397">
                  <c:v>9.2070172534733043E+17</c:v>
                </c:pt>
                <c:pt idx="15398">
                  <c:v>9.2070335620806707E+17</c:v>
                </c:pt>
                <c:pt idx="15399">
                  <c:v>9.2071611861198784E+17</c:v>
                </c:pt>
                <c:pt idx="15400">
                  <c:v>9.2073895147680614E+17</c:v>
                </c:pt>
                <c:pt idx="15401">
                  <c:v>9.2076069060297293E+17</c:v>
                </c:pt>
                <c:pt idx="15402">
                  <c:v>9.2083194447490445E+17</c:v>
                </c:pt>
                <c:pt idx="15403">
                  <c:v>9.2083465311264282E+17</c:v>
                </c:pt>
                <c:pt idx="15404">
                  <c:v>9.2094141873356659E+17</c:v>
                </c:pt>
                <c:pt idx="15405">
                  <c:v>9.2095109451516134E+17</c:v>
                </c:pt>
                <c:pt idx="15406">
                  <c:v>9.210072504010368E+17</c:v>
                </c:pt>
                <c:pt idx="15407">
                  <c:v>9.2118711089264499E+17</c:v>
                </c:pt>
                <c:pt idx="15408">
                  <c:v>9.2119385805124723E+17</c:v>
                </c:pt>
                <c:pt idx="15409">
                  <c:v>9.2119703457480474E+17</c:v>
                </c:pt>
                <c:pt idx="15410">
                  <c:v>9.2132424665764134E+17</c:v>
                </c:pt>
                <c:pt idx="15411">
                  <c:v>9.2138530385508109E+17</c:v>
                </c:pt>
                <c:pt idx="15412">
                  <c:v>9.2141079437862016E+17</c:v>
                </c:pt>
                <c:pt idx="15413">
                  <c:v>9.2143303983438029E+17</c:v>
                </c:pt>
                <c:pt idx="15414">
                  <c:v>9.214457032393353E+17</c:v>
                </c:pt>
                <c:pt idx="15415">
                  <c:v>9.2145197045007181E+17</c:v>
                </c:pt>
                <c:pt idx="15416">
                  <c:v>9.2147248961444621E+17</c:v>
                </c:pt>
                <c:pt idx="15417">
                  <c:v>9.2147940587107738E+17</c:v>
                </c:pt>
                <c:pt idx="15418">
                  <c:v>9.2167107848495078E+17</c:v>
                </c:pt>
                <c:pt idx="15419">
                  <c:v>9.2167778135449779E+17</c:v>
                </c:pt>
                <c:pt idx="15420">
                  <c:v>9.2168661607294797E+17</c:v>
                </c:pt>
                <c:pt idx="15421">
                  <c:v>9.2169661781559949E+17</c:v>
                </c:pt>
                <c:pt idx="15422">
                  <c:v>9.2194894976063872E+17</c:v>
                </c:pt>
                <c:pt idx="15423">
                  <c:v>9.2202181733413542E+17</c:v>
                </c:pt>
                <c:pt idx="15424">
                  <c:v>9.2202882604942938E+17</c:v>
                </c:pt>
                <c:pt idx="15425">
                  <c:v>9.2204047848226765E+17</c:v>
                </c:pt>
                <c:pt idx="15426">
                  <c:v>9.220437521239392E+17</c:v>
                </c:pt>
                <c:pt idx="15427">
                  <c:v>9.2204856676018394E+17</c:v>
                </c:pt>
                <c:pt idx="15428">
                  <c:v>9.2206996788919014E+17</c:v>
                </c:pt>
                <c:pt idx="15429">
                  <c:v>9.2216975553647706E+17</c:v>
                </c:pt>
                <c:pt idx="15430">
                  <c:v>9.2222611456695526E+17</c:v>
                </c:pt>
                <c:pt idx="15431">
                  <c:v>9.222415136570912E+17</c:v>
                </c:pt>
                <c:pt idx="15432">
                  <c:v>9.2233726994270144E+17</c:v>
                </c:pt>
                <c:pt idx="15433">
                  <c:v>9.2238917206806234E+17</c:v>
                </c:pt>
                <c:pt idx="15434">
                  <c:v>9.224016926719703E+17</c:v>
                </c:pt>
                <c:pt idx="15435">
                  <c:v>9.2265958241387776E+17</c:v>
                </c:pt>
                <c:pt idx="15436">
                  <c:v>9.2267687448068787E+17</c:v>
                </c:pt>
                <c:pt idx="15437">
                  <c:v>9.2268950920261645E+17</c:v>
                </c:pt>
                <c:pt idx="15438">
                  <c:v>9.227040640522295E+17</c:v>
                </c:pt>
                <c:pt idx="15439">
                  <c:v>9.2273163016914918E+17</c:v>
                </c:pt>
                <c:pt idx="15440">
                  <c:v>9.228426154747127E+17</c:v>
                </c:pt>
                <c:pt idx="15441">
                  <c:v>9.2285818436971302E+17</c:v>
                </c:pt>
                <c:pt idx="15442">
                  <c:v>9.2287273449242688E+17</c:v>
                </c:pt>
                <c:pt idx="15443">
                  <c:v>9.228918632604096E+17</c:v>
                </c:pt>
                <c:pt idx="15444">
                  <c:v>9.2290903613842803E+17</c:v>
                </c:pt>
                <c:pt idx="15445">
                  <c:v>9.2293985317740493E+17</c:v>
                </c:pt>
                <c:pt idx="15446">
                  <c:v>9.2309459233133248E+17</c:v>
                </c:pt>
                <c:pt idx="15447">
                  <c:v>9.2315084752484429E+17</c:v>
                </c:pt>
                <c:pt idx="15448">
                  <c:v>9.2317395938223885E+17</c:v>
                </c:pt>
                <c:pt idx="15449">
                  <c:v>9.2345889300102413E+17</c:v>
                </c:pt>
                <c:pt idx="15450">
                  <c:v>9.2347599523380173E+17</c:v>
                </c:pt>
                <c:pt idx="15451">
                  <c:v>9.235230518896864E+17</c:v>
                </c:pt>
                <c:pt idx="15452">
                  <c:v>9.2356380247934528E+17</c:v>
                </c:pt>
                <c:pt idx="15453">
                  <c:v>9.2360620593881408E+17</c:v>
                </c:pt>
                <c:pt idx="15454">
                  <c:v>9.2360773285496077E+17</c:v>
                </c:pt>
                <c:pt idx="15455">
                  <c:v>9.2364278470900403E+17</c:v>
                </c:pt>
                <c:pt idx="15456">
                  <c:v>9.236547028574528E+17</c:v>
                </c:pt>
                <c:pt idx="15457">
                  <c:v>9.2365723351427034E+17</c:v>
                </c:pt>
                <c:pt idx="15458">
                  <c:v>9.2367197392958669E+17</c:v>
                </c:pt>
                <c:pt idx="15459">
                  <c:v>9.2367700668631462E+17</c:v>
                </c:pt>
                <c:pt idx="15460">
                  <c:v>9.2368277288779994E+17</c:v>
                </c:pt>
                <c:pt idx="15461">
                  <c:v>9.2368570768193523E+17</c:v>
                </c:pt>
                <c:pt idx="15462">
                  <c:v>9.2369001202662502E+17</c:v>
                </c:pt>
                <c:pt idx="15463">
                  <c:v>9.2369131591502003E+17</c:v>
                </c:pt>
                <c:pt idx="15464">
                  <c:v>9.2370778884990643E+17</c:v>
                </c:pt>
                <c:pt idx="15465">
                  <c:v>9.237100888350112E+17</c:v>
                </c:pt>
                <c:pt idx="15466">
                  <c:v>9.2371453039284147E+17</c:v>
                </c:pt>
                <c:pt idx="15467">
                  <c:v>9.2373837108634816E+17</c:v>
                </c:pt>
                <c:pt idx="15468">
                  <c:v>9.2375892071330125E+17</c:v>
                </c:pt>
                <c:pt idx="15469">
                  <c:v>9.2389391907689971E+17</c:v>
                </c:pt>
                <c:pt idx="15470">
                  <c:v>9.2418146345637069E+17</c:v>
                </c:pt>
                <c:pt idx="15471">
                  <c:v>9.2418481121345267E+17</c:v>
                </c:pt>
                <c:pt idx="15472">
                  <c:v>9.2418618798402854E+17</c:v>
                </c:pt>
                <c:pt idx="15473">
                  <c:v>9.2420727131662016E+17</c:v>
                </c:pt>
                <c:pt idx="15474">
                  <c:v>9.2434287734741466E+17</c:v>
                </c:pt>
                <c:pt idx="15475">
                  <c:v>9.244167471587159E+17</c:v>
                </c:pt>
                <c:pt idx="15476">
                  <c:v>9.2445565083787149E+17</c:v>
                </c:pt>
                <c:pt idx="15477">
                  <c:v>9.245069780916361E+17</c:v>
                </c:pt>
                <c:pt idx="15478">
                  <c:v>9.2455294829399475E+17</c:v>
                </c:pt>
                <c:pt idx="15479">
                  <c:v>9.2458033210040922E+17</c:v>
                </c:pt>
                <c:pt idx="15480">
                  <c:v>9.2490568585444365E+17</c:v>
                </c:pt>
                <c:pt idx="15481">
                  <c:v>9.2501720347078643E+17</c:v>
                </c:pt>
                <c:pt idx="15482">
                  <c:v>9.2505065211089088E+17</c:v>
                </c:pt>
                <c:pt idx="15483">
                  <c:v>9.2505259893071834E+17</c:v>
                </c:pt>
                <c:pt idx="15484">
                  <c:v>9.2505492907134963E+17</c:v>
                </c:pt>
                <c:pt idx="15485">
                  <c:v>9.2505707593787878E+17</c:v>
                </c:pt>
                <c:pt idx="15486">
                  <c:v>9.2505904543599731E+17</c:v>
                </c:pt>
                <c:pt idx="15487">
                  <c:v>9.2507465469975027E+17</c:v>
                </c:pt>
                <c:pt idx="15488">
                  <c:v>9.2509582009700352E+17</c:v>
                </c:pt>
                <c:pt idx="15489">
                  <c:v>9.2510461393967859E+17</c:v>
                </c:pt>
                <c:pt idx="15490">
                  <c:v>9.2520477918615923E+17</c:v>
                </c:pt>
                <c:pt idx="15491">
                  <c:v>9.2529929457543987E+17</c:v>
                </c:pt>
                <c:pt idx="15492">
                  <c:v>9.2530908899566106E+17</c:v>
                </c:pt>
                <c:pt idx="15493">
                  <c:v>9.2543657067491366E+17</c:v>
                </c:pt>
                <c:pt idx="15494">
                  <c:v>9.2545658929166118E+17</c:v>
                </c:pt>
                <c:pt idx="15495">
                  <c:v>9.2569401732391232E+17</c:v>
                </c:pt>
                <c:pt idx="15496">
                  <c:v>9.2580505622063872E+17</c:v>
                </c:pt>
                <c:pt idx="15497">
                  <c:v>9.2596035681841318E+17</c:v>
                </c:pt>
                <c:pt idx="15498">
                  <c:v>9.2598279862402598E+17</c:v>
                </c:pt>
                <c:pt idx="15499">
                  <c:v>9.2599439610365491E+17</c:v>
                </c:pt>
                <c:pt idx="15500">
                  <c:v>9.263379125919328E+17</c:v>
                </c:pt>
                <c:pt idx="15501">
                  <c:v>9.2633792047627942E+17</c:v>
                </c:pt>
                <c:pt idx="15502">
                  <c:v>9.2633792801651878E+17</c:v>
                </c:pt>
                <c:pt idx="15503">
                  <c:v>9.2633860749300877E+17</c:v>
                </c:pt>
                <c:pt idx="15504">
                  <c:v>9.2649961556865114E+17</c:v>
                </c:pt>
                <c:pt idx="15505">
                  <c:v>9.2656063642795456E+17</c:v>
                </c:pt>
                <c:pt idx="15506">
                  <c:v>9.2656064629591258E+17</c:v>
                </c:pt>
                <c:pt idx="15507">
                  <c:v>9.2660435278613133E+17</c:v>
                </c:pt>
                <c:pt idx="15508">
                  <c:v>9.2662253457394982E+17</c:v>
                </c:pt>
                <c:pt idx="15509">
                  <c:v>9.2663660351163059E+17</c:v>
                </c:pt>
                <c:pt idx="15510">
                  <c:v>9.2663996134329971E+17</c:v>
                </c:pt>
                <c:pt idx="15511">
                  <c:v>9.2665028632068838E+17</c:v>
                </c:pt>
                <c:pt idx="15512">
                  <c:v>9.266633899278199E+17</c:v>
                </c:pt>
                <c:pt idx="15513">
                  <c:v>9.2673978208069581E+17</c:v>
                </c:pt>
                <c:pt idx="15514">
                  <c:v>9.2675562565863219E+17</c:v>
                </c:pt>
                <c:pt idx="15515">
                  <c:v>9.2676667160773094E+17</c:v>
                </c:pt>
                <c:pt idx="15516">
                  <c:v>9.2679992236689741E+17</c:v>
                </c:pt>
                <c:pt idx="15517">
                  <c:v>9.2680168801064909E+17</c:v>
                </c:pt>
                <c:pt idx="15518">
                  <c:v>9.2681168863259072E+17</c:v>
                </c:pt>
                <c:pt idx="15519">
                  <c:v>9.2681255559098355E+17</c:v>
                </c:pt>
                <c:pt idx="15520">
                  <c:v>9.2683501376724954E+17</c:v>
                </c:pt>
                <c:pt idx="15521">
                  <c:v>9.2723554843907264E+17</c:v>
                </c:pt>
                <c:pt idx="15522">
                  <c:v>9.2724620434182899E+17</c:v>
                </c:pt>
                <c:pt idx="15523">
                  <c:v>9.2724838917080269E+17</c:v>
                </c:pt>
                <c:pt idx="15524">
                  <c:v>9.2725718561992909E+17</c:v>
                </c:pt>
                <c:pt idx="15525">
                  <c:v>9.2726002546725594E+17</c:v>
                </c:pt>
                <c:pt idx="15526">
                  <c:v>9.2728479267604608E+17</c:v>
                </c:pt>
                <c:pt idx="15527">
                  <c:v>9.2730986341773747E+17</c:v>
                </c:pt>
                <c:pt idx="15528">
                  <c:v>9.2731207043438157E+17</c:v>
                </c:pt>
                <c:pt idx="15529">
                  <c:v>9.2732159754380954E+17</c:v>
                </c:pt>
                <c:pt idx="15530">
                  <c:v>9.2732514517993344E+17</c:v>
                </c:pt>
                <c:pt idx="15531">
                  <c:v>9.2732711830973645E+17</c:v>
                </c:pt>
                <c:pt idx="15532">
                  <c:v>9.273295329989216E+17</c:v>
                </c:pt>
                <c:pt idx="15533">
                  <c:v>9.273393747569449E+17</c:v>
                </c:pt>
                <c:pt idx="15534">
                  <c:v>9.2735027596982797E+17</c:v>
                </c:pt>
                <c:pt idx="15535">
                  <c:v>9.2735458837621069E+17</c:v>
                </c:pt>
                <c:pt idx="15536">
                  <c:v>9.2735657715377126E+17</c:v>
                </c:pt>
                <c:pt idx="15537">
                  <c:v>9.2735864404691418E+17</c:v>
                </c:pt>
                <c:pt idx="15538">
                  <c:v>9.2735940408682368E+17</c:v>
                </c:pt>
                <c:pt idx="15539">
                  <c:v>9.2736347338146918E+17</c:v>
                </c:pt>
                <c:pt idx="15540">
                  <c:v>9.2738448649260531E+17</c:v>
                </c:pt>
                <c:pt idx="15541">
                  <c:v>9.2745564464244493E+17</c:v>
                </c:pt>
                <c:pt idx="15542">
                  <c:v>9.2746279734162752E+17</c:v>
                </c:pt>
                <c:pt idx="15543">
                  <c:v>9.2746463534212096E+17</c:v>
                </c:pt>
                <c:pt idx="15544">
                  <c:v>9.274669158438743E+17</c:v>
                </c:pt>
                <c:pt idx="15545">
                  <c:v>9.2775515629928026E+17</c:v>
                </c:pt>
                <c:pt idx="15546">
                  <c:v>9.2777224429018957E+17</c:v>
                </c:pt>
                <c:pt idx="15547">
                  <c:v>9.2781460694869645E+17</c:v>
                </c:pt>
                <c:pt idx="15548">
                  <c:v>9.2782128886192589E+17</c:v>
                </c:pt>
                <c:pt idx="15549">
                  <c:v>9.2785906868985677E+17</c:v>
                </c:pt>
                <c:pt idx="15550">
                  <c:v>9.278876008788343E+17</c:v>
                </c:pt>
                <c:pt idx="15551">
                  <c:v>9.2790927466868954E+17</c:v>
                </c:pt>
                <c:pt idx="15552">
                  <c:v>9.2791947928945715E+17</c:v>
                </c:pt>
                <c:pt idx="15553">
                  <c:v>9.279300737565463E+17</c:v>
                </c:pt>
                <c:pt idx="15554">
                  <c:v>9.279516744502839E+17</c:v>
                </c:pt>
                <c:pt idx="15555">
                  <c:v>9.2797413671522842E+17</c:v>
                </c:pt>
                <c:pt idx="15556">
                  <c:v>9.2797933947160589E+17</c:v>
                </c:pt>
                <c:pt idx="15557">
                  <c:v>9.279936055318441E+17</c:v>
                </c:pt>
                <c:pt idx="15558">
                  <c:v>9.2799403617242304E+17</c:v>
                </c:pt>
                <c:pt idx="15559">
                  <c:v>9.2799677844926938E+17</c:v>
                </c:pt>
                <c:pt idx="15560">
                  <c:v>9.2800810917831885E+17</c:v>
                </c:pt>
                <c:pt idx="15561">
                  <c:v>9.2801110129631744E+17</c:v>
                </c:pt>
                <c:pt idx="15562">
                  <c:v>9.2801180780396531E+17</c:v>
                </c:pt>
                <c:pt idx="15563">
                  <c:v>9.2801665171340493E+17</c:v>
                </c:pt>
                <c:pt idx="15564">
                  <c:v>9.2804163772545075E+17</c:v>
                </c:pt>
                <c:pt idx="15565">
                  <c:v>9.2804608869698586E+17</c:v>
                </c:pt>
                <c:pt idx="15566">
                  <c:v>9.2805904405341235E+17</c:v>
                </c:pt>
                <c:pt idx="15567">
                  <c:v>9.2806259131193574E+17</c:v>
                </c:pt>
                <c:pt idx="15568">
                  <c:v>9.2806485149093453E+17</c:v>
                </c:pt>
                <c:pt idx="15569">
                  <c:v>9.2806667359922432E+17</c:v>
                </c:pt>
                <c:pt idx="15570">
                  <c:v>9.280710109879465E+17</c:v>
                </c:pt>
                <c:pt idx="15571">
                  <c:v>9.2808422996592205E+17</c:v>
                </c:pt>
                <c:pt idx="15572">
                  <c:v>9.2808851254028019E+17</c:v>
                </c:pt>
                <c:pt idx="15573">
                  <c:v>9.2809371643919424E+17</c:v>
                </c:pt>
                <c:pt idx="15574">
                  <c:v>9.2809840033261363E+17</c:v>
                </c:pt>
                <c:pt idx="15575">
                  <c:v>9.2815588033269018E+17</c:v>
                </c:pt>
                <c:pt idx="15576">
                  <c:v>9.2819445735008192E+17</c:v>
                </c:pt>
                <c:pt idx="15577">
                  <c:v>9.2821604150858458E+17</c:v>
                </c:pt>
                <c:pt idx="15578">
                  <c:v>9.2822690593543642E+17</c:v>
                </c:pt>
                <c:pt idx="15579">
                  <c:v>9.2823970434528179E+17</c:v>
                </c:pt>
                <c:pt idx="15580">
                  <c:v>9.2849002907491494E+17</c:v>
                </c:pt>
                <c:pt idx="15581">
                  <c:v>9.285042901227113E+17</c:v>
                </c:pt>
                <c:pt idx="15582">
                  <c:v>9.285267844648087E+17</c:v>
                </c:pt>
                <c:pt idx="15583">
                  <c:v>9.2854098557044237E+17</c:v>
                </c:pt>
                <c:pt idx="15584">
                  <c:v>9.2857298509264448E+17</c:v>
                </c:pt>
                <c:pt idx="15585">
                  <c:v>9.2857502393723622E+17</c:v>
                </c:pt>
                <c:pt idx="15586">
                  <c:v>9.2863768644955866E+17</c:v>
                </c:pt>
                <c:pt idx="15587">
                  <c:v>9.2866362757589786E+17</c:v>
                </c:pt>
                <c:pt idx="15588">
                  <c:v>9.2866415818606093E+17</c:v>
                </c:pt>
                <c:pt idx="15589">
                  <c:v>9.2868274902245299E+17</c:v>
                </c:pt>
                <c:pt idx="15590">
                  <c:v>9.2869532874067699E+17</c:v>
                </c:pt>
                <c:pt idx="15591">
                  <c:v>9.2872779603712461E+17</c:v>
                </c:pt>
                <c:pt idx="15592">
                  <c:v>9.2873634251773658E+17</c:v>
                </c:pt>
                <c:pt idx="15593">
                  <c:v>9.2873699885250752E+17</c:v>
                </c:pt>
                <c:pt idx="15594">
                  <c:v>9.2873843453434662E+17</c:v>
                </c:pt>
                <c:pt idx="15595">
                  <c:v>9.2874377685727565E+17</c:v>
                </c:pt>
                <c:pt idx="15596">
                  <c:v>9.2874389281517376E+17</c:v>
                </c:pt>
                <c:pt idx="15597">
                  <c:v>9.2876092292992986E+17</c:v>
                </c:pt>
                <c:pt idx="15598">
                  <c:v>9.2881972723961805E+17</c:v>
                </c:pt>
                <c:pt idx="15599">
                  <c:v>9.2882610768769216E+17</c:v>
                </c:pt>
                <c:pt idx="15600">
                  <c:v>9.2884227824893402E+17</c:v>
                </c:pt>
                <c:pt idx="15601">
                  <c:v>9.2884463178896013E+17</c:v>
                </c:pt>
                <c:pt idx="15602">
                  <c:v>9.2885573129695181E+17</c:v>
                </c:pt>
                <c:pt idx="15603">
                  <c:v>9.2885799471443354E+17</c:v>
                </c:pt>
                <c:pt idx="15604">
                  <c:v>9.2888140315856192E+17</c:v>
                </c:pt>
                <c:pt idx="15605">
                  <c:v>9.2897081782365184E+17</c:v>
                </c:pt>
                <c:pt idx="15606">
                  <c:v>9.2916772518990554E+17</c:v>
                </c:pt>
                <c:pt idx="15607">
                  <c:v>9.2921243203103283E+17</c:v>
                </c:pt>
                <c:pt idx="15608">
                  <c:v>9.2928542929242074E+17</c:v>
                </c:pt>
                <c:pt idx="15609">
                  <c:v>9.2929631097225293E+17</c:v>
                </c:pt>
                <c:pt idx="15610">
                  <c:v>9.2930427596774067E+17</c:v>
                </c:pt>
                <c:pt idx="15611">
                  <c:v>9.2931065486550605E+17</c:v>
                </c:pt>
                <c:pt idx="15612">
                  <c:v>9.2931338519754637E+17</c:v>
                </c:pt>
                <c:pt idx="15613">
                  <c:v>9.2936821845156979E+17</c:v>
                </c:pt>
                <c:pt idx="15614">
                  <c:v>9.2940338762383834E+17</c:v>
                </c:pt>
                <c:pt idx="15615">
                  <c:v>9.294283433803168E+17</c:v>
                </c:pt>
                <c:pt idx="15616">
                  <c:v>9.2947159996565542E+17</c:v>
                </c:pt>
                <c:pt idx="15617">
                  <c:v>9.2950326001669594E+17</c:v>
                </c:pt>
                <c:pt idx="15618">
                  <c:v>9.296120109323159E+17</c:v>
                </c:pt>
                <c:pt idx="15619">
                  <c:v>9.2963767942584397E+17</c:v>
                </c:pt>
                <c:pt idx="15620">
                  <c:v>9.2973476708943386E+17</c:v>
                </c:pt>
                <c:pt idx="15621">
                  <c:v>9.2985810092145242E+17</c:v>
                </c:pt>
                <c:pt idx="15622">
                  <c:v>9.298655954166217E+17</c:v>
                </c:pt>
                <c:pt idx="15623">
                  <c:v>9.2987134258875597E+17</c:v>
                </c:pt>
                <c:pt idx="15624">
                  <c:v>9.2987776858772147E+17</c:v>
                </c:pt>
                <c:pt idx="15625">
                  <c:v>9.298889525961545E+17</c:v>
                </c:pt>
                <c:pt idx="15626">
                  <c:v>9.2990081807496858E+17</c:v>
                </c:pt>
                <c:pt idx="15627">
                  <c:v>9.2996072274871859E+17</c:v>
                </c:pt>
                <c:pt idx="15628">
                  <c:v>9.299870143028663E+17</c:v>
                </c:pt>
                <c:pt idx="15629">
                  <c:v>9.3000363652560883E+17</c:v>
                </c:pt>
                <c:pt idx="15630">
                  <c:v>9.3003794502982605E+17</c:v>
                </c:pt>
                <c:pt idx="15631">
                  <c:v>9.3009160059513254E+17</c:v>
                </c:pt>
                <c:pt idx="15632">
                  <c:v>9.3009947538687002E+17</c:v>
                </c:pt>
                <c:pt idx="15633">
                  <c:v>9.3014789922862643E+17</c:v>
                </c:pt>
                <c:pt idx="15634">
                  <c:v>9.3028206198658701E+17</c:v>
                </c:pt>
                <c:pt idx="15635">
                  <c:v>9.3029406978482355E+17</c:v>
                </c:pt>
                <c:pt idx="15636">
                  <c:v>9.3030821363140352E+17</c:v>
                </c:pt>
                <c:pt idx="15637">
                  <c:v>9.3038223802613504E+17</c:v>
                </c:pt>
                <c:pt idx="15638">
                  <c:v>9.3040432035462886E+17</c:v>
                </c:pt>
                <c:pt idx="15639">
                  <c:v>9.3073113091237645E+17</c:v>
                </c:pt>
                <c:pt idx="15640">
                  <c:v>9.3076977805871386E+17</c:v>
                </c:pt>
                <c:pt idx="15641">
                  <c:v>9.3081007399986598E+17</c:v>
                </c:pt>
                <c:pt idx="15642">
                  <c:v>9.3081871602339213E+17</c:v>
                </c:pt>
                <c:pt idx="15643">
                  <c:v>9.3082494648291354E+17</c:v>
                </c:pt>
                <c:pt idx="15644">
                  <c:v>9.3093137452044621E+17</c:v>
                </c:pt>
                <c:pt idx="15645">
                  <c:v>9.3094027284155302E+17</c:v>
                </c:pt>
                <c:pt idx="15646">
                  <c:v>9.3094499338366874E+17</c:v>
                </c:pt>
                <c:pt idx="15647">
                  <c:v>9.3094762878904678E+17</c:v>
                </c:pt>
                <c:pt idx="15648">
                  <c:v>9.3095038235090189E+17</c:v>
                </c:pt>
                <c:pt idx="15649">
                  <c:v>9.3095083093318182E+17</c:v>
                </c:pt>
                <c:pt idx="15650">
                  <c:v>9.3095502583449562E+17</c:v>
                </c:pt>
                <c:pt idx="15651">
                  <c:v>9.3095855051538163E+17</c:v>
                </c:pt>
                <c:pt idx="15652">
                  <c:v>9.3095867114109274E+17</c:v>
                </c:pt>
                <c:pt idx="15653">
                  <c:v>9.3096117558220352E+17</c:v>
                </c:pt>
                <c:pt idx="15654">
                  <c:v>9.3096360069015642E+17</c:v>
                </c:pt>
                <c:pt idx="15655">
                  <c:v>9.3096751732061747E+17</c:v>
                </c:pt>
                <c:pt idx="15656">
                  <c:v>9.3097132682223373E+17</c:v>
                </c:pt>
                <c:pt idx="15657">
                  <c:v>9.3110285950990298E+17</c:v>
                </c:pt>
                <c:pt idx="15658">
                  <c:v>9.3113810863279283E+17</c:v>
                </c:pt>
                <c:pt idx="15659">
                  <c:v>9.3134694120614029E+17</c:v>
                </c:pt>
                <c:pt idx="15660">
                  <c:v>9.3136047245657984E+17</c:v>
                </c:pt>
                <c:pt idx="15661">
                  <c:v>9.3140351559473306E+17</c:v>
                </c:pt>
                <c:pt idx="15662">
                  <c:v>9.3141113327031501E+17</c:v>
                </c:pt>
                <c:pt idx="15663">
                  <c:v>9.3142321032482982E+17</c:v>
                </c:pt>
                <c:pt idx="15664">
                  <c:v>9.3150859998808678E+17</c:v>
                </c:pt>
                <c:pt idx="15665">
                  <c:v>9.3161237639574835E+17</c:v>
                </c:pt>
                <c:pt idx="15666">
                  <c:v>9.3162601076942118E+17</c:v>
                </c:pt>
                <c:pt idx="15667">
                  <c:v>9.3165148713916083E+17</c:v>
                </c:pt>
                <c:pt idx="15668">
                  <c:v>9.3166038036595494E+17</c:v>
                </c:pt>
                <c:pt idx="15669">
                  <c:v>9.3171327096428493E+17</c:v>
                </c:pt>
                <c:pt idx="15670">
                  <c:v>9.317240972460425E+17</c:v>
                </c:pt>
                <c:pt idx="15671">
                  <c:v>9.3173328180901274E+17</c:v>
                </c:pt>
                <c:pt idx="15672">
                  <c:v>9.3174101719792243E+17</c:v>
                </c:pt>
                <c:pt idx="15673">
                  <c:v>9.3182258974631475E+17</c:v>
                </c:pt>
                <c:pt idx="15674">
                  <c:v>9.3189450950567219E+17</c:v>
                </c:pt>
                <c:pt idx="15675">
                  <c:v>9.3190144018698125E+17</c:v>
                </c:pt>
                <c:pt idx="15676">
                  <c:v>9.3193400376904589E+17</c:v>
                </c:pt>
                <c:pt idx="15677">
                  <c:v>9.3195330002527322E+17</c:v>
                </c:pt>
                <c:pt idx="15678">
                  <c:v>9.3202748554774054E+17</c:v>
                </c:pt>
                <c:pt idx="15679">
                  <c:v>9.3203113291370202E+17</c:v>
                </c:pt>
                <c:pt idx="15680">
                  <c:v>9.3203114068932941E+17</c:v>
                </c:pt>
                <c:pt idx="15681">
                  <c:v>9.3203162694736448E+17</c:v>
                </c:pt>
                <c:pt idx="15682">
                  <c:v>9.320760380263735E+17</c:v>
                </c:pt>
                <c:pt idx="15683">
                  <c:v>9.3211412676890496E+17</c:v>
                </c:pt>
                <c:pt idx="15684">
                  <c:v>9.3213984329709427E+17</c:v>
                </c:pt>
                <c:pt idx="15685">
                  <c:v>9.3214344189248576E+17</c:v>
                </c:pt>
                <c:pt idx="15686">
                  <c:v>9.3214977382022438E+17</c:v>
                </c:pt>
                <c:pt idx="15687">
                  <c:v>9.3216427419395955E+17</c:v>
                </c:pt>
                <c:pt idx="15688">
                  <c:v>9.3216580332534106E+17</c:v>
                </c:pt>
                <c:pt idx="15689">
                  <c:v>9.3216642526955187E+17</c:v>
                </c:pt>
                <c:pt idx="15690">
                  <c:v>9.3216673789171917E+17</c:v>
                </c:pt>
                <c:pt idx="15691">
                  <c:v>9.3216812619879014E+17</c:v>
                </c:pt>
                <c:pt idx="15692">
                  <c:v>9.3217468145031757E+17</c:v>
                </c:pt>
                <c:pt idx="15693">
                  <c:v>9.3217691781176102E+17</c:v>
                </c:pt>
                <c:pt idx="15694">
                  <c:v>9.321949481986089E+17</c:v>
                </c:pt>
                <c:pt idx="15695">
                  <c:v>9.3220207705728384E+17</c:v>
                </c:pt>
                <c:pt idx="15696">
                  <c:v>9.3220561882858726E+17</c:v>
                </c:pt>
                <c:pt idx="15697">
                  <c:v>9.3222242773131507E+17</c:v>
                </c:pt>
                <c:pt idx="15698">
                  <c:v>9.3223777246529754E+17</c:v>
                </c:pt>
                <c:pt idx="15699">
                  <c:v>9.3223928789419072E+17</c:v>
                </c:pt>
                <c:pt idx="15700">
                  <c:v>9.3224653393895219E+17</c:v>
                </c:pt>
                <c:pt idx="15701">
                  <c:v>9.3226522505420083E+17</c:v>
                </c:pt>
                <c:pt idx="15702">
                  <c:v>9.3227110423089984E+17</c:v>
                </c:pt>
                <c:pt idx="15703">
                  <c:v>9.3227383691833638E+17</c:v>
                </c:pt>
                <c:pt idx="15704">
                  <c:v>9.3234295683231616E+17</c:v>
                </c:pt>
                <c:pt idx="15705">
                  <c:v>9.323511646259671E+17</c:v>
                </c:pt>
                <c:pt idx="15706">
                  <c:v>9.3236566747892646E+17</c:v>
                </c:pt>
                <c:pt idx="15707">
                  <c:v>9.3237294988448589E+17</c:v>
                </c:pt>
                <c:pt idx="15708">
                  <c:v>9.3237460649308301E+17</c:v>
                </c:pt>
                <c:pt idx="15709">
                  <c:v>9.323969022114569E+17</c:v>
                </c:pt>
                <c:pt idx="15710">
                  <c:v>9.3244679300425126E+17</c:v>
                </c:pt>
                <c:pt idx="15711">
                  <c:v>9.3245502086210445E+17</c:v>
                </c:pt>
                <c:pt idx="15712">
                  <c:v>9.3248480536903488E+17</c:v>
                </c:pt>
                <c:pt idx="15713">
                  <c:v>9.3249263387664883E+17</c:v>
                </c:pt>
                <c:pt idx="15714">
                  <c:v>9.3249855775558797E+17</c:v>
                </c:pt>
                <c:pt idx="15715">
                  <c:v>9.3250461011759872E+17</c:v>
                </c:pt>
                <c:pt idx="15716">
                  <c:v>9.3250811504717107E+17</c:v>
                </c:pt>
                <c:pt idx="15717">
                  <c:v>9.325084263287191E+17</c:v>
                </c:pt>
                <c:pt idx="15718">
                  <c:v>9.3277011675841549E+17</c:v>
                </c:pt>
                <c:pt idx="15719">
                  <c:v>9.327782845241015E+17</c:v>
                </c:pt>
                <c:pt idx="15720">
                  <c:v>9.3278422803324442E+17</c:v>
                </c:pt>
                <c:pt idx="15721">
                  <c:v>9.3279010931754547E+17</c:v>
                </c:pt>
                <c:pt idx="15722">
                  <c:v>9.3283129104085939E+17</c:v>
                </c:pt>
                <c:pt idx="15723">
                  <c:v>9.3283524949932096E+17</c:v>
                </c:pt>
                <c:pt idx="15724">
                  <c:v>9.3284208811931648E+17</c:v>
                </c:pt>
                <c:pt idx="15725">
                  <c:v>9.328485194607465E+17</c:v>
                </c:pt>
                <c:pt idx="15726">
                  <c:v>9.3287954019278912E+17</c:v>
                </c:pt>
                <c:pt idx="15727">
                  <c:v>9.3294082378030592E+17</c:v>
                </c:pt>
                <c:pt idx="15728">
                  <c:v>9.3295936704852301E+17</c:v>
                </c:pt>
                <c:pt idx="15729">
                  <c:v>9.3303178961653389E+17</c:v>
                </c:pt>
                <c:pt idx="15730">
                  <c:v>9.3304499757637466E+17</c:v>
                </c:pt>
                <c:pt idx="15731">
                  <c:v>9.3305524146076429E+17</c:v>
                </c:pt>
                <c:pt idx="15732">
                  <c:v>9.3308094099063706E+17</c:v>
                </c:pt>
                <c:pt idx="15733">
                  <c:v>9.3314236512182003E+17</c:v>
                </c:pt>
                <c:pt idx="15734">
                  <c:v>9.3318130102215168E+17</c:v>
                </c:pt>
                <c:pt idx="15735">
                  <c:v>9.3318578714657741E+17</c:v>
                </c:pt>
                <c:pt idx="15736">
                  <c:v>9.3318802200280435E+17</c:v>
                </c:pt>
                <c:pt idx="15737">
                  <c:v>9.331913859818953E+17</c:v>
                </c:pt>
                <c:pt idx="15738">
                  <c:v>9.3319372634232422E+17</c:v>
                </c:pt>
                <c:pt idx="15739">
                  <c:v>9.3321052762911846E+17</c:v>
                </c:pt>
                <c:pt idx="15740">
                  <c:v>9.3321509056306227E+17</c:v>
                </c:pt>
                <c:pt idx="15741">
                  <c:v>9.3321868910047808E+17</c:v>
                </c:pt>
                <c:pt idx="15742">
                  <c:v>9.3322049951481242E+17</c:v>
                </c:pt>
                <c:pt idx="15743">
                  <c:v>9.332220908974089E+17</c:v>
                </c:pt>
                <c:pt idx="15744">
                  <c:v>9.3322505086506099E+17</c:v>
                </c:pt>
                <c:pt idx="15745">
                  <c:v>9.3326890810633459E+17</c:v>
                </c:pt>
                <c:pt idx="15746">
                  <c:v>9.332776979647287E+17</c:v>
                </c:pt>
                <c:pt idx="15747">
                  <c:v>9.3327933682420518E+17</c:v>
                </c:pt>
                <c:pt idx="15748">
                  <c:v>9.3328198422052326E+17</c:v>
                </c:pt>
                <c:pt idx="15749">
                  <c:v>9.3328604000474406E+17</c:v>
                </c:pt>
                <c:pt idx="15750">
                  <c:v>9.3329430818530125E+17</c:v>
                </c:pt>
                <c:pt idx="15751">
                  <c:v>9.333133490156585E+17</c:v>
                </c:pt>
                <c:pt idx="15752">
                  <c:v>9.3363718591915904E+17</c:v>
                </c:pt>
                <c:pt idx="15753">
                  <c:v>9.3364632616141901E+17</c:v>
                </c:pt>
                <c:pt idx="15754">
                  <c:v>9.3366132370401344E+17</c:v>
                </c:pt>
                <c:pt idx="15755">
                  <c:v>9.3368498828639091E+17</c:v>
                </c:pt>
                <c:pt idx="15756">
                  <c:v>9.3372675785963392E+17</c:v>
                </c:pt>
                <c:pt idx="15757">
                  <c:v>9.3373581607398182E+17</c:v>
                </c:pt>
                <c:pt idx="15758">
                  <c:v>9.3374046400510246E+17</c:v>
                </c:pt>
                <c:pt idx="15759">
                  <c:v>9.3374111262686758E+17</c:v>
                </c:pt>
                <c:pt idx="15760">
                  <c:v>9.337766175631401E+17</c:v>
                </c:pt>
                <c:pt idx="15761">
                  <c:v>9.3380849129090982E+17</c:v>
                </c:pt>
                <c:pt idx="15762">
                  <c:v>9.3382351306845402E+17</c:v>
                </c:pt>
                <c:pt idx="15763">
                  <c:v>9.3385589432845939E+17</c:v>
                </c:pt>
                <c:pt idx="15764">
                  <c:v>9.3386240740053107E+17</c:v>
                </c:pt>
                <c:pt idx="15765">
                  <c:v>9.3387471879726067E+17</c:v>
                </c:pt>
                <c:pt idx="15766">
                  <c:v>9.3387572775654016E+17</c:v>
                </c:pt>
                <c:pt idx="15767">
                  <c:v>9.3390760473664947E+17</c:v>
                </c:pt>
                <c:pt idx="15768">
                  <c:v>9.3391467401952128E+17</c:v>
                </c:pt>
                <c:pt idx="15769">
                  <c:v>9.3398338613659059E+17</c:v>
                </c:pt>
                <c:pt idx="15770">
                  <c:v>9.3403284685493146E+17</c:v>
                </c:pt>
                <c:pt idx="15771">
                  <c:v>9.340642807808672E+17</c:v>
                </c:pt>
                <c:pt idx="15772">
                  <c:v>9.340929779981975E+17</c:v>
                </c:pt>
                <c:pt idx="15773">
                  <c:v>9.3417345064752064E+17</c:v>
                </c:pt>
                <c:pt idx="15774">
                  <c:v>9.3426344244595597E+17</c:v>
                </c:pt>
                <c:pt idx="15775">
                  <c:v>9.3426454892998605E+17</c:v>
                </c:pt>
                <c:pt idx="15776">
                  <c:v>9.3427897458497715E+17</c:v>
                </c:pt>
                <c:pt idx="15777">
                  <c:v>9.3428538379393178E+17</c:v>
                </c:pt>
                <c:pt idx="15778">
                  <c:v>9.3429381593920576E+17</c:v>
                </c:pt>
                <c:pt idx="15779">
                  <c:v>9.3433436811109171E+17</c:v>
                </c:pt>
                <c:pt idx="15780">
                  <c:v>9.3433962089469158E+17</c:v>
                </c:pt>
                <c:pt idx="15781">
                  <c:v>9.343651474965719E+17</c:v>
                </c:pt>
                <c:pt idx="15782">
                  <c:v>9.3437789466915507E+17</c:v>
                </c:pt>
                <c:pt idx="15783">
                  <c:v>9.3440067997804045E+17</c:v>
                </c:pt>
                <c:pt idx="15784">
                  <c:v>9.3441611875421363E+17</c:v>
                </c:pt>
                <c:pt idx="15785">
                  <c:v>9.3443037677355034E+17</c:v>
                </c:pt>
                <c:pt idx="15786">
                  <c:v>9.3443184753842099E+17</c:v>
                </c:pt>
                <c:pt idx="15787">
                  <c:v>9.3445117967862374E+17</c:v>
                </c:pt>
                <c:pt idx="15788">
                  <c:v>9.3445410815108403E+17</c:v>
                </c:pt>
                <c:pt idx="15789">
                  <c:v>9.345608864400681E+17</c:v>
                </c:pt>
                <c:pt idx="15790">
                  <c:v>9.3457239123265754E+17</c:v>
                </c:pt>
                <c:pt idx="15791">
                  <c:v>9.3457483095358694E+17</c:v>
                </c:pt>
                <c:pt idx="15792">
                  <c:v>9.3457665340243456E+17</c:v>
                </c:pt>
                <c:pt idx="15793">
                  <c:v>9.3457830383946035E+17</c:v>
                </c:pt>
                <c:pt idx="15794">
                  <c:v>9.3458086318609523E+17</c:v>
                </c:pt>
                <c:pt idx="15795">
                  <c:v>9.3458440536886899E+17</c:v>
                </c:pt>
                <c:pt idx="15796">
                  <c:v>9.3458922499863846E+17</c:v>
                </c:pt>
                <c:pt idx="15797">
                  <c:v>9.345922768187465E+17</c:v>
                </c:pt>
                <c:pt idx="15798">
                  <c:v>9.3459599609735539E+17</c:v>
                </c:pt>
                <c:pt idx="15799">
                  <c:v>9.3459884976277056E+17</c:v>
                </c:pt>
                <c:pt idx="15800">
                  <c:v>9.346015426790473E+17</c:v>
                </c:pt>
                <c:pt idx="15801">
                  <c:v>9.3460337469831462E+17</c:v>
                </c:pt>
                <c:pt idx="15802">
                  <c:v>9.3462437606373171E+17</c:v>
                </c:pt>
                <c:pt idx="15803">
                  <c:v>9.3466351403816346E+17</c:v>
                </c:pt>
                <c:pt idx="15804">
                  <c:v>9.3468633645656819E+17</c:v>
                </c:pt>
                <c:pt idx="15805">
                  <c:v>9.3468791217713779E+17</c:v>
                </c:pt>
                <c:pt idx="15806">
                  <c:v>9.346915684002624E+17</c:v>
                </c:pt>
                <c:pt idx="15807">
                  <c:v>9.3469276660567974E+17</c:v>
                </c:pt>
                <c:pt idx="15808">
                  <c:v>9.3469541105614502E+17</c:v>
                </c:pt>
                <c:pt idx="15809">
                  <c:v>9.3469664975404506E+17</c:v>
                </c:pt>
                <c:pt idx="15810">
                  <c:v>9.3469708323737702E+17</c:v>
                </c:pt>
                <c:pt idx="15811">
                  <c:v>9.3469849197349568E+17</c:v>
                </c:pt>
                <c:pt idx="15812">
                  <c:v>9.3469965832569613E+17</c:v>
                </c:pt>
                <c:pt idx="15813">
                  <c:v>9.3470063546827686E+17</c:v>
                </c:pt>
                <c:pt idx="15814">
                  <c:v>9.347511831768503E+17</c:v>
                </c:pt>
                <c:pt idx="15815">
                  <c:v>9.3475462109517568E+17</c:v>
                </c:pt>
                <c:pt idx="15816">
                  <c:v>9.3480477111673267E+17</c:v>
                </c:pt>
                <c:pt idx="15817">
                  <c:v>9.3482848203427533E+17</c:v>
                </c:pt>
                <c:pt idx="15818">
                  <c:v>9.3483275124504179E+17</c:v>
                </c:pt>
                <c:pt idx="15819">
                  <c:v>9.3483451518136397E+17</c:v>
                </c:pt>
                <c:pt idx="15820">
                  <c:v>9.3483934536151283E+17</c:v>
                </c:pt>
                <c:pt idx="15821">
                  <c:v>9.3484214202734208E+17</c:v>
                </c:pt>
                <c:pt idx="15822">
                  <c:v>9.3484618357474752E+17</c:v>
                </c:pt>
                <c:pt idx="15823">
                  <c:v>9.3499834531925978E+17</c:v>
                </c:pt>
                <c:pt idx="15824">
                  <c:v>9.3502147237745677E+17</c:v>
                </c:pt>
                <c:pt idx="15825">
                  <c:v>9.35080105039744E+17</c:v>
                </c:pt>
                <c:pt idx="15826">
                  <c:v>9.3510722445788442E+17</c:v>
                </c:pt>
                <c:pt idx="15827">
                  <c:v>9.3511317722289472E+17</c:v>
                </c:pt>
                <c:pt idx="15828">
                  <c:v>9.3513556211037888E+17</c:v>
                </c:pt>
                <c:pt idx="15829">
                  <c:v>9.3515444841753587E+17</c:v>
                </c:pt>
                <c:pt idx="15830">
                  <c:v>9.351901225149728E+17</c:v>
                </c:pt>
                <c:pt idx="15831">
                  <c:v>9.3521972196944294E+17</c:v>
                </c:pt>
                <c:pt idx="15832">
                  <c:v>9.3523620483275354E+17</c:v>
                </c:pt>
                <c:pt idx="15833">
                  <c:v>9.3525267162908147E+17</c:v>
                </c:pt>
                <c:pt idx="15834">
                  <c:v>9.3525772939478682E+17</c:v>
                </c:pt>
                <c:pt idx="15835">
                  <c:v>9.3526646496945344E+17</c:v>
                </c:pt>
                <c:pt idx="15836">
                  <c:v>9.3526820544609741E+17</c:v>
                </c:pt>
                <c:pt idx="15837">
                  <c:v>9.3527050945248538E+17</c:v>
                </c:pt>
                <c:pt idx="15838">
                  <c:v>9.352745610965641E+17</c:v>
                </c:pt>
                <c:pt idx="15839">
                  <c:v>9.3531338502597197E+17</c:v>
                </c:pt>
                <c:pt idx="15840">
                  <c:v>9.3539599461052416E+17</c:v>
                </c:pt>
                <c:pt idx="15841">
                  <c:v>9.35403376020624E+17</c:v>
                </c:pt>
                <c:pt idx="15842">
                  <c:v>9.3542728827361805E+17</c:v>
                </c:pt>
                <c:pt idx="15843">
                  <c:v>9.3547553213703283E+17</c:v>
                </c:pt>
                <c:pt idx="15844">
                  <c:v>9.3579079838015744E+17</c:v>
                </c:pt>
                <c:pt idx="15845">
                  <c:v>9.3580099125712794E+17</c:v>
                </c:pt>
                <c:pt idx="15846">
                  <c:v>9.3580176422750592E+17</c:v>
                </c:pt>
                <c:pt idx="15847">
                  <c:v>9.3580579910082368E+17</c:v>
                </c:pt>
                <c:pt idx="15848">
                  <c:v>9.3581225706851776E+17</c:v>
                </c:pt>
                <c:pt idx="15849">
                  <c:v>9.3586785674667917E+17</c:v>
                </c:pt>
                <c:pt idx="15850">
                  <c:v>9.3589171120488166E+17</c:v>
                </c:pt>
                <c:pt idx="15851">
                  <c:v>9.3590340164924864E+17</c:v>
                </c:pt>
                <c:pt idx="15852">
                  <c:v>9.3590562379096115E+17</c:v>
                </c:pt>
                <c:pt idx="15853">
                  <c:v>9.3604812960911386E+17</c:v>
                </c:pt>
                <c:pt idx="15854">
                  <c:v>9.3607420824722662E+17</c:v>
                </c:pt>
                <c:pt idx="15855">
                  <c:v>9.3608009279969792E+17</c:v>
                </c:pt>
                <c:pt idx="15856">
                  <c:v>9.3612895833213043E+17</c:v>
                </c:pt>
                <c:pt idx="15857">
                  <c:v>9.3615731858320371E+17</c:v>
                </c:pt>
                <c:pt idx="15858">
                  <c:v>9.3616817830724634E+17</c:v>
                </c:pt>
                <c:pt idx="15859">
                  <c:v>9.3621669540331725E+17</c:v>
                </c:pt>
                <c:pt idx="15860">
                  <c:v>9.3622655615544064E+17</c:v>
                </c:pt>
                <c:pt idx="15861">
                  <c:v>9.3623499535871667E+17</c:v>
                </c:pt>
                <c:pt idx="15862">
                  <c:v>9.3630897697159898E+17</c:v>
                </c:pt>
                <c:pt idx="15863">
                  <c:v>9.3631301652526771E+17</c:v>
                </c:pt>
                <c:pt idx="15864">
                  <c:v>9.3631647872591782E+17</c:v>
                </c:pt>
                <c:pt idx="15865">
                  <c:v>9.3673236319822362E+17</c:v>
                </c:pt>
                <c:pt idx="15866">
                  <c:v>9.3673672653049818E+17</c:v>
                </c:pt>
                <c:pt idx="15867">
                  <c:v>9.3675678418635187E+17</c:v>
                </c:pt>
                <c:pt idx="15868">
                  <c:v>9.3675883819483635E+17</c:v>
                </c:pt>
                <c:pt idx="15869">
                  <c:v>9.3676753392705805E+17</c:v>
                </c:pt>
                <c:pt idx="15870">
                  <c:v>9.3690008550749466E+17</c:v>
                </c:pt>
                <c:pt idx="15871">
                  <c:v>9.3690599189435277E+17</c:v>
                </c:pt>
                <c:pt idx="15872">
                  <c:v>9.3692379735429094E+17</c:v>
                </c:pt>
                <c:pt idx="15873">
                  <c:v>9.3726650370282982E+17</c:v>
                </c:pt>
                <c:pt idx="15874">
                  <c:v>9.3730019257576461E+17</c:v>
                </c:pt>
                <c:pt idx="15875">
                  <c:v>9.3730168688128704E+17</c:v>
                </c:pt>
                <c:pt idx="15876">
                  <c:v>9.3730369726537075E+17</c:v>
                </c:pt>
                <c:pt idx="15877">
                  <c:v>9.3730435884328576E+17</c:v>
                </c:pt>
                <c:pt idx="15878">
                  <c:v>9.3730452564624832E+17</c:v>
                </c:pt>
                <c:pt idx="15879">
                  <c:v>9.3730454232149338E+17</c:v>
                </c:pt>
                <c:pt idx="15880">
                  <c:v>9.3730523141364403E+17</c:v>
                </c:pt>
                <c:pt idx="15881">
                  <c:v>9.3731293884491059E+17</c:v>
                </c:pt>
                <c:pt idx="15882">
                  <c:v>9.3731316344022272E+17</c:v>
                </c:pt>
                <c:pt idx="15883">
                  <c:v>9.3731932810592038E+17</c:v>
                </c:pt>
                <c:pt idx="15884">
                  <c:v>9.3732122211186253E+17</c:v>
                </c:pt>
                <c:pt idx="15885">
                  <c:v>9.3733825398117312E+17</c:v>
                </c:pt>
                <c:pt idx="15886">
                  <c:v>9.3734812327420442E+17</c:v>
                </c:pt>
                <c:pt idx="15887">
                  <c:v>9.3736686834858931E+17</c:v>
                </c:pt>
                <c:pt idx="15888">
                  <c:v>9.3736940869828557E+17</c:v>
                </c:pt>
                <c:pt idx="15889">
                  <c:v>9.3737177274000691E+17</c:v>
                </c:pt>
                <c:pt idx="15890">
                  <c:v>9.3738429118240384E+17</c:v>
                </c:pt>
                <c:pt idx="15891">
                  <c:v>9.373980581438551E+17</c:v>
                </c:pt>
                <c:pt idx="15892">
                  <c:v>9.3740878649133158E+17</c:v>
                </c:pt>
                <c:pt idx="15893">
                  <c:v>9.3747592403396787E+17</c:v>
                </c:pt>
                <c:pt idx="15894">
                  <c:v>9.3748262833329088E+17</c:v>
                </c:pt>
                <c:pt idx="15895">
                  <c:v>9.3748777894291187E+17</c:v>
                </c:pt>
                <c:pt idx="15896">
                  <c:v>9.3749431576148838E+17</c:v>
                </c:pt>
                <c:pt idx="15897">
                  <c:v>9.3749925624761024E+17</c:v>
                </c:pt>
                <c:pt idx="15898">
                  <c:v>9.3749932361312781E+17</c:v>
                </c:pt>
                <c:pt idx="15899">
                  <c:v>9.3751605462692877E+17</c:v>
                </c:pt>
                <c:pt idx="15900">
                  <c:v>9.375174236283255E+17</c:v>
                </c:pt>
                <c:pt idx="15901">
                  <c:v>9.3751797588096678E+17</c:v>
                </c:pt>
                <c:pt idx="15902">
                  <c:v>9.3752763853652544E+17</c:v>
                </c:pt>
                <c:pt idx="15903">
                  <c:v>9.3754465702727232E+17</c:v>
                </c:pt>
                <c:pt idx="15904">
                  <c:v>9.3761679910193485E+17</c:v>
                </c:pt>
                <c:pt idx="15905">
                  <c:v>9.376383657377065E+17</c:v>
                </c:pt>
                <c:pt idx="15906">
                  <c:v>9.3787958497363238E+17</c:v>
                </c:pt>
                <c:pt idx="15907">
                  <c:v>9.3792121735669402E+17</c:v>
                </c:pt>
                <c:pt idx="15908">
                  <c:v>9.379418151672169E+17</c:v>
                </c:pt>
                <c:pt idx="15909">
                  <c:v>9.3795508005919296E+17</c:v>
                </c:pt>
                <c:pt idx="15910">
                  <c:v>9.3797473522948032E+17</c:v>
                </c:pt>
                <c:pt idx="15911">
                  <c:v>9.3797494972778278E+17</c:v>
                </c:pt>
                <c:pt idx="15912">
                  <c:v>9.3798564136576307E+17</c:v>
                </c:pt>
                <c:pt idx="15913">
                  <c:v>9.3803782149749338E+17</c:v>
                </c:pt>
                <c:pt idx="15914">
                  <c:v>9.3804013185528371E+17</c:v>
                </c:pt>
                <c:pt idx="15915">
                  <c:v>9.380404789597632E+17</c:v>
                </c:pt>
                <c:pt idx="15916">
                  <c:v>9.3804255071927258E+17</c:v>
                </c:pt>
                <c:pt idx="15917">
                  <c:v>9.3804276782472384E+17</c:v>
                </c:pt>
                <c:pt idx="15918">
                  <c:v>9.3804403319830989E+17</c:v>
                </c:pt>
                <c:pt idx="15919">
                  <c:v>9.3805971967282547E+17</c:v>
                </c:pt>
                <c:pt idx="15920">
                  <c:v>9.3806061907260045E+17</c:v>
                </c:pt>
                <c:pt idx="15921">
                  <c:v>9.3807053568922176E+17</c:v>
                </c:pt>
                <c:pt idx="15922">
                  <c:v>9.3807632660165171E+17</c:v>
                </c:pt>
                <c:pt idx="15923">
                  <c:v>9.3807776502038464E+17</c:v>
                </c:pt>
                <c:pt idx="15924">
                  <c:v>9.3807871814927949E+17</c:v>
                </c:pt>
                <c:pt idx="15925">
                  <c:v>9.3807881113538483E+17</c:v>
                </c:pt>
                <c:pt idx="15926">
                  <c:v>9.3808266951720653E+17</c:v>
                </c:pt>
                <c:pt idx="15927">
                  <c:v>9.3809249086888512E+17</c:v>
                </c:pt>
                <c:pt idx="15928">
                  <c:v>9.3810773873071002E+17</c:v>
                </c:pt>
                <c:pt idx="15929">
                  <c:v>9.381251065604919E+17</c:v>
                </c:pt>
                <c:pt idx="15930">
                  <c:v>9.3813536062057242E+17</c:v>
                </c:pt>
                <c:pt idx="15931">
                  <c:v>9.3814571742306266E+17</c:v>
                </c:pt>
                <c:pt idx="15932">
                  <c:v>9.3815229971704704E+17</c:v>
                </c:pt>
                <c:pt idx="15933">
                  <c:v>9.3816901276616538E+17</c:v>
                </c:pt>
                <c:pt idx="15934">
                  <c:v>9.3818423674981939E+17</c:v>
                </c:pt>
                <c:pt idx="15935">
                  <c:v>9.381951592670464E+17</c:v>
                </c:pt>
                <c:pt idx="15936">
                  <c:v>9.3819587529635251E+17</c:v>
                </c:pt>
                <c:pt idx="15937">
                  <c:v>9.3824949752715418E+17</c:v>
                </c:pt>
                <c:pt idx="15938">
                  <c:v>9.3826110825672128E+17</c:v>
                </c:pt>
                <c:pt idx="15939">
                  <c:v>9.3830053782128934E+17</c:v>
                </c:pt>
                <c:pt idx="15940">
                  <c:v>9.3861229246491059E+17</c:v>
                </c:pt>
                <c:pt idx="15941">
                  <c:v>9.386398739528375E+17</c:v>
                </c:pt>
                <c:pt idx="15942">
                  <c:v>9.3865586388730189E+17</c:v>
                </c:pt>
                <c:pt idx="15943">
                  <c:v>9.3867540658385421E+17</c:v>
                </c:pt>
                <c:pt idx="15944">
                  <c:v>9.3868349908266496E+17</c:v>
                </c:pt>
                <c:pt idx="15945">
                  <c:v>9.3871479449232E+17</c:v>
                </c:pt>
                <c:pt idx="15946">
                  <c:v>9.3874238535153139E+17</c:v>
                </c:pt>
                <c:pt idx="15947">
                  <c:v>9.387763579334135E+17</c:v>
                </c:pt>
                <c:pt idx="15948">
                  <c:v>9.3877720457121856E+17</c:v>
                </c:pt>
                <c:pt idx="15949">
                  <c:v>9.3878144933101542E+17</c:v>
                </c:pt>
                <c:pt idx="15950">
                  <c:v>9.3878831642649997E+17</c:v>
                </c:pt>
                <c:pt idx="15951">
                  <c:v>9.3880722608292915E+17</c:v>
                </c:pt>
                <c:pt idx="15952">
                  <c:v>9.3881125078877811E+17</c:v>
                </c:pt>
                <c:pt idx="15953">
                  <c:v>9.388200403675511E+17</c:v>
                </c:pt>
                <c:pt idx="15954">
                  <c:v>9.3883668720472525E+17</c:v>
                </c:pt>
                <c:pt idx="15955">
                  <c:v>9.3884469919364506E+17</c:v>
                </c:pt>
                <c:pt idx="15956">
                  <c:v>9.3884640477192883E+17</c:v>
                </c:pt>
                <c:pt idx="15957">
                  <c:v>9.3885537306700672E+17</c:v>
                </c:pt>
                <c:pt idx="15958">
                  <c:v>9.3888795326660506E+17</c:v>
                </c:pt>
                <c:pt idx="15959">
                  <c:v>9.3890561721676531E+17</c:v>
                </c:pt>
                <c:pt idx="15960">
                  <c:v>9.3891888129737024E+17</c:v>
                </c:pt>
                <c:pt idx="15961">
                  <c:v>9.3894553801968819E+17</c:v>
                </c:pt>
                <c:pt idx="15962">
                  <c:v>9.3896754972313178E+17</c:v>
                </c:pt>
                <c:pt idx="15963">
                  <c:v>9.3901188083080858E+17</c:v>
                </c:pt>
                <c:pt idx="15964">
                  <c:v>9.3907735288148352E+17</c:v>
                </c:pt>
                <c:pt idx="15965">
                  <c:v>9.391366704105888E+17</c:v>
                </c:pt>
                <c:pt idx="15966">
                  <c:v>9.3913756045044122E+17</c:v>
                </c:pt>
                <c:pt idx="15967">
                  <c:v>9.3915040861920806E+17</c:v>
                </c:pt>
                <c:pt idx="15968">
                  <c:v>9.3920525894822374E+17</c:v>
                </c:pt>
                <c:pt idx="15969">
                  <c:v>9.3937564463160806E+17</c:v>
                </c:pt>
                <c:pt idx="15970">
                  <c:v>9.3939126212599475E+17</c:v>
                </c:pt>
                <c:pt idx="15971">
                  <c:v>9.3942200218889011E+17</c:v>
                </c:pt>
                <c:pt idx="15972">
                  <c:v>9.3942271741573478E+17</c:v>
                </c:pt>
                <c:pt idx="15973">
                  <c:v>9.3943454343836544E+17</c:v>
                </c:pt>
                <c:pt idx="15974">
                  <c:v>9.394488968795273E+17</c:v>
                </c:pt>
                <c:pt idx="15975">
                  <c:v>9.3951305081276787E+17</c:v>
                </c:pt>
                <c:pt idx="15976">
                  <c:v>9.3951744078555776E+17</c:v>
                </c:pt>
                <c:pt idx="15977">
                  <c:v>9.395242774107497E+17</c:v>
                </c:pt>
                <c:pt idx="15978">
                  <c:v>9.3952641922634368E+17</c:v>
                </c:pt>
                <c:pt idx="15979">
                  <c:v>9.3953384315512845E+17</c:v>
                </c:pt>
                <c:pt idx="15980">
                  <c:v>9.3953566774429286E+17</c:v>
                </c:pt>
                <c:pt idx="15981">
                  <c:v>9.3954007977171443E+17</c:v>
                </c:pt>
                <c:pt idx="15982">
                  <c:v>9.3954846831762458E+17</c:v>
                </c:pt>
                <c:pt idx="15983">
                  <c:v>9.3956728153207206E+17</c:v>
                </c:pt>
                <c:pt idx="15984">
                  <c:v>9.3958762725606618E+17</c:v>
                </c:pt>
                <c:pt idx="15985">
                  <c:v>9.3958922767567565E+17</c:v>
                </c:pt>
                <c:pt idx="15986">
                  <c:v>9.3963239072312947E+17</c:v>
                </c:pt>
                <c:pt idx="15987">
                  <c:v>9.3965810608831373E+17</c:v>
                </c:pt>
                <c:pt idx="15988">
                  <c:v>9.3978997047780915E+17</c:v>
                </c:pt>
                <c:pt idx="15989">
                  <c:v>9.3979007592233178E+17</c:v>
                </c:pt>
                <c:pt idx="15990">
                  <c:v>9.3984064658599296E+17</c:v>
                </c:pt>
                <c:pt idx="15991">
                  <c:v>9.3985469355248832E+17</c:v>
                </c:pt>
                <c:pt idx="15992">
                  <c:v>9.4002866203222771E+17</c:v>
                </c:pt>
                <c:pt idx="15993">
                  <c:v>9.4003427485866726E+17</c:v>
                </c:pt>
                <c:pt idx="15994">
                  <c:v>9.4003472618938022E+17</c:v>
                </c:pt>
                <c:pt idx="15995">
                  <c:v>9.4005111670012122E+17</c:v>
                </c:pt>
                <c:pt idx="15996">
                  <c:v>9.4005112220952269E+17</c:v>
                </c:pt>
                <c:pt idx="15997">
                  <c:v>9.401395751911712E+17</c:v>
                </c:pt>
                <c:pt idx="15998">
                  <c:v>9.4014787583409766E+17</c:v>
                </c:pt>
                <c:pt idx="15999">
                  <c:v>9.4014810142697254E+17</c:v>
                </c:pt>
                <c:pt idx="16000">
                  <c:v>9.4015266778934618E+17</c:v>
                </c:pt>
                <c:pt idx="16001">
                  <c:v>9.4016548041046042E+17</c:v>
                </c:pt>
                <c:pt idx="16002">
                  <c:v>9.401766106709001E+17</c:v>
                </c:pt>
                <c:pt idx="16003">
                  <c:v>9.4018135950694106E+17</c:v>
                </c:pt>
                <c:pt idx="16004">
                  <c:v>9.4018756329014938E+17</c:v>
                </c:pt>
                <c:pt idx="16005">
                  <c:v>9.4019241075600947E+17</c:v>
                </c:pt>
                <c:pt idx="16006">
                  <c:v>9.401939103152329E+17</c:v>
                </c:pt>
                <c:pt idx="16007">
                  <c:v>9.4025142293647539E+17</c:v>
                </c:pt>
                <c:pt idx="16008">
                  <c:v>9.4025657335061786E+17</c:v>
                </c:pt>
                <c:pt idx="16009">
                  <c:v>9.4025854716375398E+17</c:v>
                </c:pt>
                <c:pt idx="16010">
                  <c:v>9.4025923860342272E+17</c:v>
                </c:pt>
                <c:pt idx="16011">
                  <c:v>9.402761999519575E+17</c:v>
                </c:pt>
                <c:pt idx="16012">
                  <c:v>9.4028079189929075E+17</c:v>
                </c:pt>
                <c:pt idx="16013">
                  <c:v>9.4029072233700698E+17</c:v>
                </c:pt>
                <c:pt idx="16014">
                  <c:v>9.403142387875424E+17</c:v>
                </c:pt>
                <c:pt idx="16015">
                  <c:v>9.4032932174270656E+17</c:v>
                </c:pt>
                <c:pt idx="16016">
                  <c:v>9.4033042584748211E+17</c:v>
                </c:pt>
                <c:pt idx="16017">
                  <c:v>9.4033939921754432E+17</c:v>
                </c:pt>
                <c:pt idx="16018">
                  <c:v>9.4034146489886938E+17</c:v>
                </c:pt>
                <c:pt idx="16019">
                  <c:v>9.4034436031922739E+17</c:v>
                </c:pt>
                <c:pt idx="16020">
                  <c:v>9.4035618690498752E+17</c:v>
                </c:pt>
                <c:pt idx="16021">
                  <c:v>9.4036241944594163E+17</c:v>
                </c:pt>
                <c:pt idx="16022">
                  <c:v>9.4036809606287744E+17</c:v>
                </c:pt>
                <c:pt idx="16023">
                  <c:v>9.4039551948241971E+17</c:v>
                </c:pt>
                <c:pt idx="16024">
                  <c:v>9.4040521906090138E+17</c:v>
                </c:pt>
                <c:pt idx="16025">
                  <c:v>9.404092163104E+17</c:v>
                </c:pt>
                <c:pt idx="16026">
                  <c:v>9.4042708371064256E+17</c:v>
                </c:pt>
                <c:pt idx="16027">
                  <c:v>9.4043967824173542E+17</c:v>
                </c:pt>
                <c:pt idx="16028">
                  <c:v>9.4046315067347814E+17</c:v>
                </c:pt>
                <c:pt idx="16029">
                  <c:v>9.4051710540997274E+17</c:v>
                </c:pt>
                <c:pt idx="16030">
                  <c:v>9.4054128942202701E+17</c:v>
                </c:pt>
                <c:pt idx="16031">
                  <c:v>9.4055767696034432E+17</c:v>
                </c:pt>
                <c:pt idx="16032">
                  <c:v>9.4057099744456038E+17</c:v>
                </c:pt>
                <c:pt idx="16033">
                  <c:v>9.4066505424872102E+17</c:v>
                </c:pt>
                <c:pt idx="16034">
                  <c:v>9.4068266774312806E+17</c:v>
                </c:pt>
                <c:pt idx="16035">
                  <c:v>9.4068877439929702E+17</c:v>
                </c:pt>
                <c:pt idx="16036">
                  <c:v>9.406945270819255E+17</c:v>
                </c:pt>
                <c:pt idx="16037">
                  <c:v>9.4069935638443507E+17</c:v>
                </c:pt>
                <c:pt idx="16038">
                  <c:v>9.4070445173200794E+17</c:v>
                </c:pt>
                <c:pt idx="16039">
                  <c:v>9.4071098925369971E+17</c:v>
                </c:pt>
                <c:pt idx="16040">
                  <c:v>9.4071569533447539E+17</c:v>
                </c:pt>
                <c:pt idx="16041">
                  <c:v>9.4075245013487437E+17</c:v>
                </c:pt>
                <c:pt idx="16042">
                  <c:v>9.4093605461533184E+17</c:v>
                </c:pt>
                <c:pt idx="16043">
                  <c:v>9.4101207606550592E+17</c:v>
                </c:pt>
                <c:pt idx="16044">
                  <c:v>9.4102578335287565E+17</c:v>
                </c:pt>
                <c:pt idx="16045">
                  <c:v>9.4103210769901338E+17</c:v>
                </c:pt>
                <c:pt idx="16046">
                  <c:v>9.4104325736600883E+17</c:v>
                </c:pt>
                <c:pt idx="16047">
                  <c:v>9.4106046565534771E+17</c:v>
                </c:pt>
                <c:pt idx="16048">
                  <c:v>9.4106361059814797E+17</c:v>
                </c:pt>
                <c:pt idx="16049">
                  <c:v>9.4106722313949338E+17</c:v>
                </c:pt>
                <c:pt idx="16050">
                  <c:v>9.4108861903332045E+17</c:v>
                </c:pt>
                <c:pt idx="16051">
                  <c:v>9.4114298912770854E+17</c:v>
                </c:pt>
                <c:pt idx="16052">
                  <c:v>9.4115932975301645E+17</c:v>
                </c:pt>
                <c:pt idx="16053">
                  <c:v>9.4119785841991296E+17</c:v>
                </c:pt>
                <c:pt idx="16054">
                  <c:v>9.412648583965984E+17</c:v>
                </c:pt>
                <c:pt idx="16055">
                  <c:v>9.4131530367142054E+17</c:v>
                </c:pt>
                <c:pt idx="16056">
                  <c:v>9.4151404441594662E+17</c:v>
                </c:pt>
                <c:pt idx="16057">
                  <c:v>9.4152612802152909E+17</c:v>
                </c:pt>
                <c:pt idx="16058">
                  <c:v>9.4153001506943181E+17</c:v>
                </c:pt>
                <c:pt idx="16059">
                  <c:v>9.417106920178441E+17</c:v>
                </c:pt>
                <c:pt idx="16060">
                  <c:v>9.4171734929669146E+17</c:v>
                </c:pt>
                <c:pt idx="16061">
                  <c:v>9.4173683975646374E+17</c:v>
                </c:pt>
                <c:pt idx="16062">
                  <c:v>9.4173756493847206E+17</c:v>
                </c:pt>
                <c:pt idx="16063">
                  <c:v>9.4175328989929933E+17</c:v>
                </c:pt>
                <c:pt idx="16064">
                  <c:v>9.4178198906673664E+17</c:v>
                </c:pt>
                <c:pt idx="16065">
                  <c:v>9.4178364440279654E+17</c:v>
                </c:pt>
                <c:pt idx="16066">
                  <c:v>9.4178706407522214E+17</c:v>
                </c:pt>
                <c:pt idx="16067">
                  <c:v>9.4179045312465971E+17</c:v>
                </c:pt>
                <c:pt idx="16068">
                  <c:v>9.4187838522740288E+17</c:v>
                </c:pt>
                <c:pt idx="16069">
                  <c:v>9.4191851162670515E+17</c:v>
                </c:pt>
                <c:pt idx="16070">
                  <c:v>9.4229449105535859E+17</c:v>
                </c:pt>
                <c:pt idx="16071">
                  <c:v>9.4232103499216666E+17</c:v>
                </c:pt>
                <c:pt idx="16072">
                  <c:v>9.4232487967505779E+17</c:v>
                </c:pt>
                <c:pt idx="16073">
                  <c:v>9.4237698895662042E+17</c:v>
                </c:pt>
                <c:pt idx="16074">
                  <c:v>9.4238143991379162E+17</c:v>
                </c:pt>
                <c:pt idx="16075">
                  <c:v>9.4239562637386253E+17</c:v>
                </c:pt>
                <c:pt idx="16076">
                  <c:v>9.4241132918287552E+17</c:v>
                </c:pt>
                <c:pt idx="16077">
                  <c:v>9.4242752511424819E+17</c:v>
                </c:pt>
                <c:pt idx="16078">
                  <c:v>9.4242771810482432E+17</c:v>
                </c:pt>
                <c:pt idx="16079">
                  <c:v>9.4243460106270477E+17</c:v>
                </c:pt>
                <c:pt idx="16080">
                  <c:v>9.4245370140182541E+17</c:v>
                </c:pt>
                <c:pt idx="16081">
                  <c:v>9.4247081631832256E+17</c:v>
                </c:pt>
                <c:pt idx="16082">
                  <c:v>9.4247509037648448E+17</c:v>
                </c:pt>
                <c:pt idx="16083">
                  <c:v>9.4248654984661274E+17</c:v>
                </c:pt>
                <c:pt idx="16084">
                  <c:v>9.4249170115112166E+17</c:v>
                </c:pt>
                <c:pt idx="16085">
                  <c:v>9.425724271695328E+17</c:v>
                </c:pt>
                <c:pt idx="16086">
                  <c:v>9.4265206620362803E+17</c:v>
                </c:pt>
                <c:pt idx="16087">
                  <c:v>9.4265255511255014E+17</c:v>
                </c:pt>
                <c:pt idx="16088">
                  <c:v>9.4265881747492864E+17</c:v>
                </c:pt>
                <c:pt idx="16089">
                  <c:v>9.426595067250327E+17</c:v>
                </c:pt>
                <c:pt idx="16090">
                  <c:v>9.4267905256203942E+17</c:v>
                </c:pt>
                <c:pt idx="16091">
                  <c:v>9.4268748375374426E+17</c:v>
                </c:pt>
                <c:pt idx="16092">
                  <c:v>9.4278025335708006E+17</c:v>
                </c:pt>
                <c:pt idx="16093">
                  <c:v>9.4301253063070746E+17</c:v>
                </c:pt>
                <c:pt idx="16094">
                  <c:v>9.4301837167771942E+17</c:v>
                </c:pt>
                <c:pt idx="16095">
                  <c:v>9.430449919661664E+17</c:v>
                </c:pt>
                <c:pt idx="16096">
                  <c:v>9.4305310363336026E+17</c:v>
                </c:pt>
                <c:pt idx="16097">
                  <c:v>9.430705129240873E+17</c:v>
                </c:pt>
                <c:pt idx="16098">
                  <c:v>9.4311212036786752E+17</c:v>
                </c:pt>
                <c:pt idx="16099">
                  <c:v>9.4311685764152013E+17</c:v>
                </c:pt>
                <c:pt idx="16100">
                  <c:v>9.431196669725408E+17</c:v>
                </c:pt>
                <c:pt idx="16101">
                  <c:v>9.4315323000467341E+17</c:v>
                </c:pt>
                <c:pt idx="16102">
                  <c:v>9.4317463800043098E+17</c:v>
                </c:pt>
                <c:pt idx="16103">
                  <c:v>9.4318944829862605E+17</c:v>
                </c:pt>
                <c:pt idx="16104">
                  <c:v>9.4320109531462285E+17</c:v>
                </c:pt>
                <c:pt idx="16105">
                  <c:v>9.4320244243816256E+17</c:v>
                </c:pt>
                <c:pt idx="16106">
                  <c:v>9.4323438979737062E+17</c:v>
                </c:pt>
                <c:pt idx="16107">
                  <c:v>9.4325601735419418E+17</c:v>
                </c:pt>
                <c:pt idx="16108">
                  <c:v>9.4325810279318861E+17</c:v>
                </c:pt>
                <c:pt idx="16109">
                  <c:v>9.43267516875456E+17</c:v>
                </c:pt>
                <c:pt idx="16110">
                  <c:v>9.4327123648901875E+17</c:v>
                </c:pt>
                <c:pt idx="16111">
                  <c:v>9.4335005769131686E+17</c:v>
                </c:pt>
                <c:pt idx="16112">
                  <c:v>9.4337955906043994E+17</c:v>
                </c:pt>
                <c:pt idx="16113">
                  <c:v>9.4344810179464154E+17</c:v>
                </c:pt>
                <c:pt idx="16114">
                  <c:v>9.437202781675433E+17</c:v>
                </c:pt>
                <c:pt idx="16115">
                  <c:v>9.4373930554069901E+17</c:v>
                </c:pt>
                <c:pt idx="16116">
                  <c:v>9.4375503085578893E+17</c:v>
                </c:pt>
                <c:pt idx="16117">
                  <c:v>9.4377196850836083E+17</c:v>
                </c:pt>
                <c:pt idx="16118">
                  <c:v>9.4377415821343923E+17</c:v>
                </c:pt>
                <c:pt idx="16119">
                  <c:v>9.4378496695616499E+17</c:v>
                </c:pt>
                <c:pt idx="16120">
                  <c:v>9.4379559532753216E+17</c:v>
                </c:pt>
                <c:pt idx="16121">
                  <c:v>9.4380461530268685E+17</c:v>
                </c:pt>
                <c:pt idx="16122">
                  <c:v>9.4380638664270016E+17</c:v>
                </c:pt>
                <c:pt idx="16123">
                  <c:v>9.4384990038249395E+17</c:v>
                </c:pt>
                <c:pt idx="16124">
                  <c:v>9.438505588683008E+17</c:v>
                </c:pt>
                <c:pt idx="16125">
                  <c:v>9.4386159548440166E+17</c:v>
                </c:pt>
                <c:pt idx="16126">
                  <c:v>9.4387141526660506E+17</c:v>
                </c:pt>
                <c:pt idx="16127">
                  <c:v>9.4388947415659328E+17</c:v>
                </c:pt>
                <c:pt idx="16128">
                  <c:v>9.4389634123569434E+17</c:v>
                </c:pt>
                <c:pt idx="16129">
                  <c:v>9.4390036643302784E+17</c:v>
                </c:pt>
                <c:pt idx="16130">
                  <c:v>9.439050655640032E+17</c:v>
                </c:pt>
                <c:pt idx="16131">
                  <c:v>9.4390924574303936E+17</c:v>
                </c:pt>
                <c:pt idx="16132">
                  <c:v>9.4391516264756262E+17</c:v>
                </c:pt>
                <c:pt idx="16133">
                  <c:v>9.439537583412503E+17</c:v>
                </c:pt>
                <c:pt idx="16134">
                  <c:v>9.4395431345325491E+17</c:v>
                </c:pt>
                <c:pt idx="16135">
                  <c:v>9.4398924431745613E+17</c:v>
                </c:pt>
                <c:pt idx="16136">
                  <c:v>9.440016081979552E+17</c:v>
                </c:pt>
                <c:pt idx="16137">
                  <c:v>9.440067003808375E+17</c:v>
                </c:pt>
                <c:pt idx="16138">
                  <c:v>9.4402343336613683E+17</c:v>
                </c:pt>
                <c:pt idx="16139">
                  <c:v>9.4412421958278848E+17</c:v>
                </c:pt>
                <c:pt idx="16140">
                  <c:v>9.4426090635300352E+17</c:v>
                </c:pt>
                <c:pt idx="16141">
                  <c:v>9.4427357375232192E+17</c:v>
                </c:pt>
                <c:pt idx="16142">
                  <c:v>9.4427971032458022E+17</c:v>
                </c:pt>
                <c:pt idx="16143">
                  <c:v>9.4428638486390093E+17</c:v>
                </c:pt>
                <c:pt idx="16144">
                  <c:v>9.442973127804663E+17</c:v>
                </c:pt>
                <c:pt idx="16145">
                  <c:v>9.4430055910480166E+17</c:v>
                </c:pt>
                <c:pt idx="16146">
                  <c:v>9.4430424603898637E+17</c:v>
                </c:pt>
                <c:pt idx="16147">
                  <c:v>9.4430681517071334E+17</c:v>
                </c:pt>
                <c:pt idx="16148">
                  <c:v>9.4435899936278029E+17</c:v>
                </c:pt>
                <c:pt idx="16149">
                  <c:v>9.4441797012726336E+17</c:v>
                </c:pt>
                <c:pt idx="16150">
                  <c:v>9.4442487382772442E+17</c:v>
                </c:pt>
                <c:pt idx="16151">
                  <c:v>9.4445102187192896E+17</c:v>
                </c:pt>
                <c:pt idx="16152">
                  <c:v>9.4445322421045619E+17</c:v>
                </c:pt>
                <c:pt idx="16153">
                  <c:v>9.4445898038357171E+17</c:v>
                </c:pt>
                <c:pt idx="16154">
                  <c:v>9.444605060764928E+17</c:v>
                </c:pt>
                <c:pt idx="16155">
                  <c:v>9.444729223241751E+17</c:v>
                </c:pt>
                <c:pt idx="16156">
                  <c:v>9.4447334247300531E+17</c:v>
                </c:pt>
                <c:pt idx="16157">
                  <c:v>9.4448455088500518E+17</c:v>
                </c:pt>
                <c:pt idx="16158">
                  <c:v>9.4448698298304166E+17</c:v>
                </c:pt>
                <c:pt idx="16159">
                  <c:v>9.4448963041079219E+17</c:v>
                </c:pt>
                <c:pt idx="16160">
                  <c:v>9.4449945908951283E+17</c:v>
                </c:pt>
                <c:pt idx="16161">
                  <c:v>9.4450542596638016E+17</c:v>
                </c:pt>
                <c:pt idx="16162">
                  <c:v>9.445181542949513E+17</c:v>
                </c:pt>
                <c:pt idx="16163">
                  <c:v>9.445216486625641E+17</c:v>
                </c:pt>
                <c:pt idx="16164">
                  <c:v>9.4452436400810701E+17</c:v>
                </c:pt>
                <c:pt idx="16165">
                  <c:v>9.445299328451575E+17</c:v>
                </c:pt>
                <c:pt idx="16166">
                  <c:v>9.4453690754587008E+17</c:v>
                </c:pt>
                <c:pt idx="16167">
                  <c:v>9.4454255264516032E+17</c:v>
                </c:pt>
                <c:pt idx="16168">
                  <c:v>9.4456961020218125E+17</c:v>
                </c:pt>
                <c:pt idx="16169">
                  <c:v>9.4456966018550733E+17</c:v>
                </c:pt>
                <c:pt idx="16170">
                  <c:v>9.445708328024631E+17</c:v>
                </c:pt>
                <c:pt idx="16171">
                  <c:v>9.4458400984340442E+17</c:v>
                </c:pt>
                <c:pt idx="16172">
                  <c:v>9.4458942001725491E+17</c:v>
                </c:pt>
                <c:pt idx="16173">
                  <c:v>9.4460262534932864E+17</c:v>
                </c:pt>
                <c:pt idx="16174">
                  <c:v>9.4461035505976192E+17</c:v>
                </c:pt>
                <c:pt idx="16175">
                  <c:v>9.4461255001710874E+17</c:v>
                </c:pt>
                <c:pt idx="16176">
                  <c:v>9.4463584304207782E+17</c:v>
                </c:pt>
                <c:pt idx="16177">
                  <c:v>9.4466776828984832E+17</c:v>
                </c:pt>
                <c:pt idx="16178">
                  <c:v>9.4466877098777805E+17</c:v>
                </c:pt>
                <c:pt idx="16179">
                  <c:v>9.4469201246113741E+17</c:v>
                </c:pt>
                <c:pt idx="16180">
                  <c:v>9.4469668410415488E+17</c:v>
                </c:pt>
                <c:pt idx="16181">
                  <c:v>9.4482799011489024E+17</c:v>
                </c:pt>
                <c:pt idx="16182">
                  <c:v>9.4483444421034624E+17</c:v>
                </c:pt>
                <c:pt idx="16183">
                  <c:v>9.4484281216956979E+17</c:v>
                </c:pt>
                <c:pt idx="16184">
                  <c:v>9.4486238376763584E+17</c:v>
                </c:pt>
                <c:pt idx="16185">
                  <c:v>9.4514605759616218E+17</c:v>
                </c:pt>
                <c:pt idx="16186">
                  <c:v>9.4523121563843725E+17</c:v>
                </c:pt>
                <c:pt idx="16187">
                  <c:v>9.4527426023865088E+17</c:v>
                </c:pt>
                <c:pt idx="16188">
                  <c:v>9.4527852068981005E+17</c:v>
                </c:pt>
                <c:pt idx="16189">
                  <c:v>9.4529730018472038E+17</c:v>
                </c:pt>
                <c:pt idx="16190">
                  <c:v>9.4530949030995123E+17</c:v>
                </c:pt>
                <c:pt idx="16191">
                  <c:v>9.4531374858396045E+17</c:v>
                </c:pt>
                <c:pt idx="16192">
                  <c:v>9.4532317759568691E+17</c:v>
                </c:pt>
                <c:pt idx="16193">
                  <c:v>9.4537433335182195E+17</c:v>
                </c:pt>
                <c:pt idx="16194">
                  <c:v>9.4538596799123533E+17</c:v>
                </c:pt>
                <c:pt idx="16195">
                  <c:v>9.4540288556657818E+17</c:v>
                </c:pt>
                <c:pt idx="16196">
                  <c:v>9.4542203937822182E+17</c:v>
                </c:pt>
                <c:pt idx="16197">
                  <c:v>9.4542211773985024E+17</c:v>
                </c:pt>
                <c:pt idx="16198">
                  <c:v>9.4543390307402611E+17</c:v>
                </c:pt>
                <c:pt idx="16199">
                  <c:v>9.4543774685696538E+17</c:v>
                </c:pt>
                <c:pt idx="16200">
                  <c:v>9.454494947179712E+17</c:v>
                </c:pt>
                <c:pt idx="16201">
                  <c:v>9.454525920040247E+17</c:v>
                </c:pt>
                <c:pt idx="16202">
                  <c:v>9.4545388921938867E+17</c:v>
                </c:pt>
                <c:pt idx="16203">
                  <c:v>9.4545399200187149E+17</c:v>
                </c:pt>
                <c:pt idx="16204">
                  <c:v>9.4545586798584038E+17</c:v>
                </c:pt>
                <c:pt idx="16205">
                  <c:v>9.4546256672362752E+17</c:v>
                </c:pt>
                <c:pt idx="16206">
                  <c:v>9.4546675028807821E+17</c:v>
                </c:pt>
                <c:pt idx="16207">
                  <c:v>9.4546842514443302E+17</c:v>
                </c:pt>
                <c:pt idx="16208">
                  <c:v>9.4546990604338266E+17</c:v>
                </c:pt>
                <c:pt idx="16209">
                  <c:v>9.4547037429347341E+17</c:v>
                </c:pt>
                <c:pt idx="16210">
                  <c:v>9.4549753944982515E+17</c:v>
                </c:pt>
                <c:pt idx="16211">
                  <c:v>9.4552785413195686E+17</c:v>
                </c:pt>
                <c:pt idx="16212">
                  <c:v>9.4554647610425971E+17</c:v>
                </c:pt>
                <c:pt idx="16213">
                  <c:v>9.455623331376265E+17</c:v>
                </c:pt>
                <c:pt idx="16214">
                  <c:v>9.4560533502765773E+17</c:v>
                </c:pt>
                <c:pt idx="16215">
                  <c:v>9.4564442729646208E+17</c:v>
                </c:pt>
                <c:pt idx="16216">
                  <c:v>9.4587999102093338E+17</c:v>
                </c:pt>
                <c:pt idx="16217">
                  <c:v>9.4588333675676365E+17</c:v>
                </c:pt>
                <c:pt idx="16218">
                  <c:v>9.4588575126921536E+17</c:v>
                </c:pt>
                <c:pt idx="16219">
                  <c:v>9.4592769693212672E+17</c:v>
                </c:pt>
                <c:pt idx="16220">
                  <c:v>9.4598204331434112E+17</c:v>
                </c:pt>
                <c:pt idx="16221">
                  <c:v>9.4598726259798771E+17</c:v>
                </c:pt>
                <c:pt idx="16222">
                  <c:v>9.4599095041516736E+17</c:v>
                </c:pt>
                <c:pt idx="16223">
                  <c:v>9.4599264800827059E+17</c:v>
                </c:pt>
                <c:pt idx="16224">
                  <c:v>9.4603333326039181E+17</c:v>
                </c:pt>
                <c:pt idx="16225">
                  <c:v>9.4606641714064102E+17</c:v>
                </c:pt>
                <c:pt idx="16226">
                  <c:v>9.4606729483762163E+17</c:v>
                </c:pt>
                <c:pt idx="16227">
                  <c:v>9.4607035302124134E+17</c:v>
                </c:pt>
                <c:pt idx="16228">
                  <c:v>9.460855623679159E+17</c:v>
                </c:pt>
                <c:pt idx="16229">
                  <c:v>9.4609246911246106E+17</c:v>
                </c:pt>
                <c:pt idx="16230">
                  <c:v>9.4609588979128627E+17</c:v>
                </c:pt>
                <c:pt idx="16231">
                  <c:v>9.4610472030112026E+17</c:v>
                </c:pt>
                <c:pt idx="16232">
                  <c:v>9.4612732797074061E+17</c:v>
                </c:pt>
                <c:pt idx="16233">
                  <c:v>9.4613795638809971E+17</c:v>
                </c:pt>
                <c:pt idx="16234">
                  <c:v>9.4621886133105306E+17</c:v>
                </c:pt>
                <c:pt idx="16235">
                  <c:v>9.4624127229260646E+17</c:v>
                </c:pt>
                <c:pt idx="16236">
                  <c:v>9.4625204315696064E+17</c:v>
                </c:pt>
                <c:pt idx="16237">
                  <c:v>9.4648831546048653E+17</c:v>
                </c:pt>
                <c:pt idx="16238">
                  <c:v>9.4663083625128077E+17</c:v>
                </c:pt>
                <c:pt idx="16239">
                  <c:v>9.4671296361143898E+17</c:v>
                </c:pt>
                <c:pt idx="16240">
                  <c:v>9.4672670991665434E+17</c:v>
                </c:pt>
                <c:pt idx="16241">
                  <c:v>9.4673342390357248E+17</c:v>
                </c:pt>
                <c:pt idx="16242">
                  <c:v>9.4678777722259379E+17</c:v>
                </c:pt>
                <c:pt idx="16243">
                  <c:v>9.4679043613940864E+17</c:v>
                </c:pt>
                <c:pt idx="16244">
                  <c:v>9.4679247553473485E+17</c:v>
                </c:pt>
                <c:pt idx="16245">
                  <c:v>9.4679448501991501E+17</c:v>
                </c:pt>
                <c:pt idx="16246">
                  <c:v>9.4681422768354035E+17</c:v>
                </c:pt>
                <c:pt idx="16247">
                  <c:v>9.4683607812047654E+17</c:v>
                </c:pt>
                <c:pt idx="16248">
                  <c:v>9.4683744967190656E+17</c:v>
                </c:pt>
                <c:pt idx="16249">
                  <c:v>9.4688103852849562E+17</c:v>
                </c:pt>
                <c:pt idx="16250">
                  <c:v>9.4691067085321331E+17</c:v>
                </c:pt>
                <c:pt idx="16251">
                  <c:v>9.4691940953507187E+17</c:v>
                </c:pt>
                <c:pt idx="16252">
                  <c:v>9.4696186958112781E+17</c:v>
                </c:pt>
                <c:pt idx="16253">
                  <c:v>9.4701190983134835E+17</c:v>
                </c:pt>
                <c:pt idx="16254">
                  <c:v>9.4734392841798912E+17</c:v>
                </c:pt>
                <c:pt idx="16255">
                  <c:v>9.4736469760223578E+17</c:v>
                </c:pt>
                <c:pt idx="16256">
                  <c:v>9.47392420365312E+17</c:v>
                </c:pt>
                <c:pt idx="16257">
                  <c:v>9.4740987867630822E+17</c:v>
                </c:pt>
                <c:pt idx="16258">
                  <c:v>9.474389468205248E+17</c:v>
                </c:pt>
                <c:pt idx="16259">
                  <c:v>9.4748437088806426E+17</c:v>
                </c:pt>
                <c:pt idx="16260">
                  <c:v>9.474958060525568E+17</c:v>
                </c:pt>
                <c:pt idx="16261">
                  <c:v>9.4750241710803776E+17</c:v>
                </c:pt>
                <c:pt idx="16262">
                  <c:v>9.4751447812776499E+17</c:v>
                </c:pt>
                <c:pt idx="16263">
                  <c:v>9.4753844779248563E+17</c:v>
                </c:pt>
                <c:pt idx="16264">
                  <c:v>9.4754539238687002E+17</c:v>
                </c:pt>
                <c:pt idx="16265">
                  <c:v>9.4755179106505805E+17</c:v>
                </c:pt>
                <c:pt idx="16266">
                  <c:v>9.4755984952199872E+17</c:v>
                </c:pt>
                <c:pt idx="16267">
                  <c:v>9.4756561491450074E+17</c:v>
                </c:pt>
                <c:pt idx="16268">
                  <c:v>9.4758447913219622E+17</c:v>
                </c:pt>
                <c:pt idx="16269">
                  <c:v>9.4758948229973888E+17</c:v>
                </c:pt>
                <c:pt idx="16270">
                  <c:v>9.4759144760220122E+17</c:v>
                </c:pt>
                <c:pt idx="16271">
                  <c:v>9.4765692333654246E+17</c:v>
                </c:pt>
                <c:pt idx="16272">
                  <c:v>9.4768611700501555E+17</c:v>
                </c:pt>
                <c:pt idx="16273">
                  <c:v>9.4773051948449101E+17</c:v>
                </c:pt>
                <c:pt idx="16274">
                  <c:v>9.4773455647037747E+17</c:v>
                </c:pt>
                <c:pt idx="16275">
                  <c:v>9.477382016502551E+17</c:v>
                </c:pt>
                <c:pt idx="16276">
                  <c:v>9.477440720824247E+17</c:v>
                </c:pt>
                <c:pt idx="16277">
                  <c:v>9.4779759652466547E+17</c:v>
                </c:pt>
                <c:pt idx="16278">
                  <c:v>9.4783681123641549E+17</c:v>
                </c:pt>
                <c:pt idx="16279">
                  <c:v>9.4803569530669517E+17</c:v>
                </c:pt>
                <c:pt idx="16280">
                  <c:v>9.4815012516852416E+17</c:v>
                </c:pt>
                <c:pt idx="16281">
                  <c:v>9.4820801660101734E+17</c:v>
                </c:pt>
                <c:pt idx="16282">
                  <c:v>9.4822775332905613E+17</c:v>
                </c:pt>
                <c:pt idx="16283">
                  <c:v>9.4824592500789632E+17</c:v>
                </c:pt>
                <c:pt idx="16284">
                  <c:v>9.4828221657969024E+17</c:v>
                </c:pt>
                <c:pt idx="16285">
                  <c:v>9.4828925638109414E+17</c:v>
                </c:pt>
                <c:pt idx="16286">
                  <c:v>9.4829381386621478E+17</c:v>
                </c:pt>
                <c:pt idx="16287">
                  <c:v>9.4830355256229427E+17</c:v>
                </c:pt>
                <c:pt idx="16288">
                  <c:v>9.4831940919124454E+17</c:v>
                </c:pt>
                <c:pt idx="16289">
                  <c:v>9.4833361480923098E+17</c:v>
                </c:pt>
                <c:pt idx="16290">
                  <c:v>9.4834403972308621E+17</c:v>
                </c:pt>
                <c:pt idx="16291">
                  <c:v>9.4836579522921638E+17</c:v>
                </c:pt>
                <c:pt idx="16292">
                  <c:v>9.4845775757502592E+17</c:v>
                </c:pt>
                <c:pt idx="16293">
                  <c:v>9.484662647321536E+17</c:v>
                </c:pt>
                <c:pt idx="16294">
                  <c:v>9.4849467399978074E+17</c:v>
                </c:pt>
                <c:pt idx="16295">
                  <c:v>9.4851354912780698E+17</c:v>
                </c:pt>
                <c:pt idx="16296">
                  <c:v>9.4873961133865971E+17</c:v>
                </c:pt>
                <c:pt idx="16297">
                  <c:v>9.4881804019105574E+17</c:v>
                </c:pt>
                <c:pt idx="16298">
                  <c:v>9.4883346063606733E+17</c:v>
                </c:pt>
                <c:pt idx="16299">
                  <c:v>9.4889478316424896E+17</c:v>
                </c:pt>
                <c:pt idx="16300">
                  <c:v>9.4894430235368422E+17</c:v>
                </c:pt>
                <c:pt idx="16301">
                  <c:v>9.4896052461786189E+17</c:v>
                </c:pt>
                <c:pt idx="16302">
                  <c:v>9.4896245573140787E+17</c:v>
                </c:pt>
                <c:pt idx="16303">
                  <c:v>9.4897157040726938E+17</c:v>
                </c:pt>
                <c:pt idx="16304">
                  <c:v>9.4897261130122701E+17</c:v>
                </c:pt>
                <c:pt idx="16305">
                  <c:v>9.4897966883007539E+17</c:v>
                </c:pt>
                <c:pt idx="16306">
                  <c:v>9.4897972598842778E+17</c:v>
                </c:pt>
                <c:pt idx="16307">
                  <c:v>9.4901468124981555E+17</c:v>
                </c:pt>
                <c:pt idx="16308">
                  <c:v>9.4901643656565645E+17</c:v>
                </c:pt>
                <c:pt idx="16309">
                  <c:v>9.4903520831907443E+17</c:v>
                </c:pt>
                <c:pt idx="16310">
                  <c:v>9.4905224349780544E+17</c:v>
                </c:pt>
                <c:pt idx="16311">
                  <c:v>9.4909236648353024E+17</c:v>
                </c:pt>
                <c:pt idx="16312">
                  <c:v>9.4910408297813888E+17</c:v>
                </c:pt>
                <c:pt idx="16313">
                  <c:v>9.4926632014874189E+17</c:v>
                </c:pt>
                <c:pt idx="16314">
                  <c:v>9.493484570346912E+17</c:v>
                </c:pt>
                <c:pt idx="16315">
                  <c:v>9.4949630355255987E+17</c:v>
                </c:pt>
                <c:pt idx="16316">
                  <c:v>9.4952373338957414E+17</c:v>
                </c:pt>
                <c:pt idx="16317">
                  <c:v>9.4954273012617216E+17</c:v>
                </c:pt>
                <c:pt idx="16318">
                  <c:v>9.4959406773921178E+17</c:v>
                </c:pt>
                <c:pt idx="16319">
                  <c:v>9.4959786895960282E+17</c:v>
                </c:pt>
                <c:pt idx="16320">
                  <c:v>9.496914401914935E+17</c:v>
                </c:pt>
                <c:pt idx="16321">
                  <c:v>9.4969947178151782E+17</c:v>
                </c:pt>
                <c:pt idx="16322">
                  <c:v>9.4970464955438157E+17</c:v>
                </c:pt>
                <c:pt idx="16323">
                  <c:v>9.4971103020843456E+17</c:v>
                </c:pt>
                <c:pt idx="16324">
                  <c:v>9.4975651043295437E+17</c:v>
                </c:pt>
                <c:pt idx="16325">
                  <c:v>9.4980109333028544E+17</c:v>
                </c:pt>
                <c:pt idx="16326">
                  <c:v>9.4980206072407821E+17</c:v>
                </c:pt>
                <c:pt idx="16327">
                  <c:v>9.4988795240120205E+17</c:v>
                </c:pt>
                <c:pt idx="16328">
                  <c:v>9.4994582836447949E+17</c:v>
                </c:pt>
                <c:pt idx="16329">
                  <c:v>9.4994869621745587E+17</c:v>
                </c:pt>
                <c:pt idx="16330">
                  <c:v>9.5029968467198746E+17</c:v>
                </c:pt>
                <c:pt idx="16331">
                  <c:v>9.503078182185015E+17</c:v>
                </c:pt>
                <c:pt idx="16332">
                  <c:v>9.5033848471405107E+17</c:v>
                </c:pt>
                <c:pt idx="16333">
                  <c:v>9.5037379776737754E+17</c:v>
                </c:pt>
                <c:pt idx="16334">
                  <c:v>9.5040063787050931E+17</c:v>
                </c:pt>
                <c:pt idx="16335">
                  <c:v>9.5041102428218547E+17</c:v>
                </c:pt>
                <c:pt idx="16336">
                  <c:v>9.5041619775741978E+17</c:v>
                </c:pt>
                <c:pt idx="16337">
                  <c:v>9.5043008283132531E+17</c:v>
                </c:pt>
                <c:pt idx="16338">
                  <c:v>9.5043878563569549E+17</c:v>
                </c:pt>
                <c:pt idx="16339">
                  <c:v>9.5044552439163187E+17</c:v>
                </c:pt>
                <c:pt idx="16340">
                  <c:v>9.504650679582135E+17</c:v>
                </c:pt>
                <c:pt idx="16341">
                  <c:v>9.5048259661960307E+17</c:v>
                </c:pt>
                <c:pt idx="16342">
                  <c:v>9.5048997357087795E+17</c:v>
                </c:pt>
                <c:pt idx="16343">
                  <c:v>9.5049246977936704E+17</c:v>
                </c:pt>
                <c:pt idx="16344">
                  <c:v>9.5059223039524442E+17</c:v>
                </c:pt>
                <c:pt idx="16345">
                  <c:v>9.5060796876043085E+17</c:v>
                </c:pt>
                <c:pt idx="16346">
                  <c:v>9.5063903422704397E+17</c:v>
                </c:pt>
                <c:pt idx="16347">
                  <c:v>9.5065405970055117E+17</c:v>
                </c:pt>
                <c:pt idx="16348">
                  <c:v>9.5065447660166899E+17</c:v>
                </c:pt>
                <c:pt idx="16349">
                  <c:v>9.5066521981235968E+17</c:v>
                </c:pt>
                <c:pt idx="16350">
                  <c:v>9.5068540659583987E+17</c:v>
                </c:pt>
                <c:pt idx="16351">
                  <c:v>9.5069356384705754E+17</c:v>
                </c:pt>
                <c:pt idx="16352">
                  <c:v>9.5100058731661005E+17</c:v>
                </c:pt>
                <c:pt idx="16353">
                  <c:v>9.510166557552841E+17</c:v>
                </c:pt>
                <c:pt idx="16354">
                  <c:v>9.5104225360548416E+17</c:v>
                </c:pt>
                <c:pt idx="16355">
                  <c:v>9.5107144616178189E+17</c:v>
                </c:pt>
                <c:pt idx="16356">
                  <c:v>9.5107608581071206E+17</c:v>
                </c:pt>
                <c:pt idx="16357">
                  <c:v>9.5109823005384742E+17</c:v>
                </c:pt>
                <c:pt idx="16358">
                  <c:v>9.5110038762816218E+17</c:v>
                </c:pt>
                <c:pt idx="16359">
                  <c:v>9.5111378055744218E+17</c:v>
                </c:pt>
                <c:pt idx="16360">
                  <c:v>9.511191959588521E+17</c:v>
                </c:pt>
                <c:pt idx="16361">
                  <c:v>9.5112775496871053E+17</c:v>
                </c:pt>
                <c:pt idx="16362">
                  <c:v>9.5113344702667238E+17</c:v>
                </c:pt>
                <c:pt idx="16363">
                  <c:v>9.5113904244545382E+17</c:v>
                </c:pt>
                <c:pt idx="16364">
                  <c:v>9.5114066841945485E+17</c:v>
                </c:pt>
                <c:pt idx="16365">
                  <c:v>9.5114513245650214E+17</c:v>
                </c:pt>
                <c:pt idx="16366">
                  <c:v>9.5117039318708275E+17</c:v>
                </c:pt>
                <c:pt idx="16367">
                  <c:v>9.5118609961266714E+17</c:v>
                </c:pt>
                <c:pt idx="16368">
                  <c:v>9.5120423683132813E+17</c:v>
                </c:pt>
                <c:pt idx="16369">
                  <c:v>9.5127426643469171E+17</c:v>
                </c:pt>
                <c:pt idx="16370">
                  <c:v>9.5129888551964826E+17</c:v>
                </c:pt>
                <c:pt idx="16371">
                  <c:v>9.5135164157246758E+17</c:v>
                </c:pt>
                <c:pt idx="16372">
                  <c:v>9.5137391378693094E+17</c:v>
                </c:pt>
                <c:pt idx="16373">
                  <c:v>9.5139990449429504E+17</c:v>
                </c:pt>
                <c:pt idx="16374">
                  <c:v>9.5140503786596019E+17</c:v>
                </c:pt>
                <c:pt idx="16375">
                  <c:v>9.5140921815099955E+17</c:v>
                </c:pt>
                <c:pt idx="16376">
                  <c:v>9.5168699187134451E+17</c:v>
                </c:pt>
                <c:pt idx="16377">
                  <c:v>9.5176523085405555E+17</c:v>
                </c:pt>
                <c:pt idx="16378">
                  <c:v>9.5176839795917389E+17</c:v>
                </c:pt>
                <c:pt idx="16379">
                  <c:v>9.5179177983955187E+17</c:v>
                </c:pt>
                <c:pt idx="16380">
                  <c:v>9.517931198740567E+17</c:v>
                </c:pt>
                <c:pt idx="16381">
                  <c:v>9.5180413401047744E+17</c:v>
                </c:pt>
                <c:pt idx="16382">
                  <c:v>9.518260166427552E+17</c:v>
                </c:pt>
                <c:pt idx="16383">
                  <c:v>9.5190433052424909E+17</c:v>
                </c:pt>
                <c:pt idx="16384">
                  <c:v>9.5194655647124032E+17</c:v>
                </c:pt>
                <c:pt idx="16385">
                  <c:v>9.5195293890723098E+17</c:v>
                </c:pt>
                <c:pt idx="16386">
                  <c:v>9.5199906995162957E+17</c:v>
                </c:pt>
                <c:pt idx="16387">
                  <c:v>9.5201215772652326E+17</c:v>
                </c:pt>
                <c:pt idx="16388">
                  <c:v>9.5202781837430963E+17</c:v>
                </c:pt>
                <c:pt idx="16389">
                  <c:v>9.5204529127586138E+17</c:v>
                </c:pt>
                <c:pt idx="16390">
                  <c:v>9.5204771276542118E+17</c:v>
                </c:pt>
                <c:pt idx="16391">
                  <c:v>9.5205333482749069E+17</c:v>
                </c:pt>
                <c:pt idx="16392">
                  <c:v>9.5205600088050906E+17</c:v>
                </c:pt>
                <c:pt idx="16393">
                  <c:v>9.5206714872860224E+17</c:v>
                </c:pt>
                <c:pt idx="16394">
                  <c:v>9.5213624922765555E+17</c:v>
                </c:pt>
                <c:pt idx="16395">
                  <c:v>9.5214214510434368E+17</c:v>
                </c:pt>
                <c:pt idx="16396">
                  <c:v>9.5215740264458496E+17</c:v>
                </c:pt>
                <c:pt idx="16397">
                  <c:v>9.5227773893909478E+17</c:v>
                </c:pt>
                <c:pt idx="16398">
                  <c:v>9.5249288039468915E+17</c:v>
                </c:pt>
                <c:pt idx="16399">
                  <c:v>9.5256344718695014E+17</c:v>
                </c:pt>
                <c:pt idx="16400">
                  <c:v>9.5257678879960141E+17</c:v>
                </c:pt>
                <c:pt idx="16401">
                  <c:v>9.5265652374417293E+17</c:v>
                </c:pt>
                <c:pt idx="16402">
                  <c:v>9.5268243711627789E+17</c:v>
                </c:pt>
                <c:pt idx="16403">
                  <c:v>9.5271362856585101E+17</c:v>
                </c:pt>
                <c:pt idx="16404">
                  <c:v>9.5280119515415053E+17</c:v>
                </c:pt>
                <c:pt idx="16405">
                  <c:v>9.528443791318729E+17</c:v>
                </c:pt>
                <c:pt idx="16406">
                  <c:v>9.5305135947023872E+17</c:v>
                </c:pt>
                <c:pt idx="16407">
                  <c:v>9.5317416448529549E+17</c:v>
                </c:pt>
                <c:pt idx="16408">
                  <c:v>9.5323107593807078E+17</c:v>
                </c:pt>
                <c:pt idx="16409">
                  <c:v>9.532332768960471E+17</c:v>
                </c:pt>
                <c:pt idx="16410">
                  <c:v>9.5323736278151885E+17</c:v>
                </c:pt>
                <c:pt idx="16411">
                  <c:v>9.5324278714214797E+17</c:v>
                </c:pt>
                <c:pt idx="16412">
                  <c:v>9.5327938143888934E+17</c:v>
                </c:pt>
                <c:pt idx="16413">
                  <c:v>9.532907658401568E+17</c:v>
                </c:pt>
                <c:pt idx="16414">
                  <c:v>9.5330253565614989E+17</c:v>
                </c:pt>
                <c:pt idx="16415">
                  <c:v>9.5334488513135718E+17</c:v>
                </c:pt>
                <c:pt idx="16416">
                  <c:v>9.5337049182488051E+17</c:v>
                </c:pt>
                <c:pt idx="16417">
                  <c:v>9.533837302428471E+17</c:v>
                </c:pt>
                <c:pt idx="16418">
                  <c:v>9.533849267639561E+17</c:v>
                </c:pt>
                <c:pt idx="16419">
                  <c:v>9.5339522875889805E+17</c:v>
                </c:pt>
                <c:pt idx="16420">
                  <c:v>9.5341821815535744E+17</c:v>
                </c:pt>
                <c:pt idx="16421">
                  <c:v>9.5356514164218483E+17</c:v>
                </c:pt>
                <c:pt idx="16422">
                  <c:v>9.5374550916510938E+17</c:v>
                </c:pt>
                <c:pt idx="16423">
                  <c:v>9.5396347694500019E+17</c:v>
                </c:pt>
                <c:pt idx="16424">
                  <c:v>9.5399709237108928E+17</c:v>
                </c:pt>
                <c:pt idx="16425">
                  <c:v>9.5401261958476134E+17</c:v>
                </c:pt>
                <c:pt idx="16426">
                  <c:v>9.540374831046592E+17</c:v>
                </c:pt>
                <c:pt idx="16427">
                  <c:v>9.5415893365105075E+17</c:v>
                </c:pt>
                <c:pt idx="16428">
                  <c:v>9.5416023307274112E+17</c:v>
                </c:pt>
                <c:pt idx="16429">
                  <c:v>9.541968000984905E+17</c:v>
                </c:pt>
                <c:pt idx="16430">
                  <c:v>9.5420999632722368E+17</c:v>
                </c:pt>
                <c:pt idx="16431">
                  <c:v>9.5422209233408883E+17</c:v>
                </c:pt>
                <c:pt idx="16432">
                  <c:v>9.5425899148795904E+17</c:v>
                </c:pt>
                <c:pt idx="16433">
                  <c:v>9.5427581220774605E+17</c:v>
                </c:pt>
                <c:pt idx="16434">
                  <c:v>9.5447418849951501E+17</c:v>
                </c:pt>
                <c:pt idx="16435">
                  <c:v>9.5457873168929139E+17</c:v>
                </c:pt>
                <c:pt idx="16436">
                  <c:v>9.5460369892372902E+17</c:v>
                </c:pt>
                <c:pt idx="16437">
                  <c:v>9.5461277166465446E+17</c:v>
                </c:pt>
                <c:pt idx="16438">
                  <c:v>9.546167090927127E+17</c:v>
                </c:pt>
                <c:pt idx="16439">
                  <c:v>9.5461692299911974E+17</c:v>
                </c:pt>
                <c:pt idx="16440">
                  <c:v>9.5463542189858701E+17</c:v>
                </c:pt>
                <c:pt idx="16441">
                  <c:v>9.5465004096181274E+17</c:v>
                </c:pt>
                <c:pt idx="16442">
                  <c:v>9.5465649810124518E+17</c:v>
                </c:pt>
                <c:pt idx="16443">
                  <c:v>9.546688345953431E+17</c:v>
                </c:pt>
                <c:pt idx="16444">
                  <c:v>9.547519912909111E+17</c:v>
                </c:pt>
                <c:pt idx="16445">
                  <c:v>9.5475746574046144E+17</c:v>
                </c:pt>
                <c:pt idx="16446">
                  <c:v>9.5476172296861568E+17</c:v>
                </c:pt>
                <c:pt idx="16447">
                  <c:v>9.5476387713479885E+17</c:v>
                </c:pt>
                <c:pt idx="16448">
                  <c:v>9.547639623728201E+17</c:v>
                </c:pt>
                <c:pt idx="16449">
                  <c:v>9.5476961844495782E+17</c:v>
                </c:pt>
                <c:pt idx="16450">
                  <c:v>9.5477435715936934E+17</c:v>
                </c:pt>
                <c:pt idx="16451">
                  <c:v>9.5478233718997146E+17</c:v>
                </c:pt>
                <c:pt idx="16452">
                  <c:v>9.5479686666154842E+17</c:v>
                </c:pt>
                <c:pt idx="16453">
                  <c:v>9.5482632190586138E+17</c:v>
                </c:pt>
                <c:pt idx="16454">
                  <c:v>9.5482759701659533E+17</c:v>
                </c:pt>
                <c:pt idx="16455">
                  <c:v>9.5482912584655309E+17</c:v>
                </c:pt>
                <c:pt idx="16456">
                  <c:v>9.5483743309080422E+17</c:v>
                </c:pt>
                <c:pt idx="16457">
                  <c:v>9.548565461665993E+17</c:v>
                </c:pt>
                <c:pt idx="16458">
                  <c:v>9.5485982205432858E+17</c:v>
                </c:pt>
                <c:pt idx="16459">
                  <c:v>9.5486181988664781E+17</c:v>
                </c:pt>
                <c:pt idx="16460">
                  <c:v>9.5488373746234995E+17</c:v>
                </c:pt>
                <c:pt idx="16461">
                  <c:v>9.5488632312189773E+17</c:v>
                </c:pt>
                <c:pt idx="16462">
                  <c:v>9.5489125577022707E+17</c:v>
                </c:pt>
                <c:pt idx="16463">
                  <c:v>9.5491931919153728E+17</c:v>
                </c:pt>
                <c:pt idx="16464">
                  <c:v>9.5492947198083226E+17</c:v>
                </c:pt>
                <c:pt idx="16465">
                  <c:v>9.5494944750614861E+17</c:v>
                </c:pt>
                <c:pt idx="16466">
                  <c:v>9.5497733659832154E+17</c:v>
                </c:pt>
                <c:pt idx="16467">
                  <c:v>9.5498270897625395E+17</c:v>
                </c:pt>
                <c:pt idx="16468">
                  <c:v>9.5507537257673933E+17</c:v>
                </c:pt>
                <c:pt idx="16469">
                  <c:v>9.5535410208088627E+17</c:v>
                </c:pt>
                <c:pt idx="16470">
                  <c:v>9.5539197993195277E+17</c:v>
                </c:pt>
                <c:pt idx="16471">
                  <c:v>9.5544128727397747E+17</c:v>
                </c:pt>
                <c:pt idx="16472">
                  <c:v>9.5546853045195814E+17</c:v>
                </c:pt>
                <c:pt idx="16473">
                  <c:v>9.5550778970202022E+17</c:v>
                </c:pt>
                <c:pt idx="16474">
                  <c:v>9.5551524703510362E+17</c:v>
                </c:pt>
                <c:pt idx="16475">
                  <c:v>9.5556084837051674E+17</c:v>
                </c:pt>
                <c:pt idx="16476">
                  <c:v>9.5556820839845517E+17</c:v>
                </c:pt>
                <c:pt idx="16477">
                  <c:v>9.555714288338025E+17</c:v>
                </c:pt>
                <c:pt idx="16478">
                  <c:v>9.5557559851406182E+17</c:v>
                </c:pt>
                <c:pt idx="16479">
                  <c:v>9.5564433282970586E+17</c:v>
                </c:pt>
                <c:pt idx="16480">
                  <c:v>9.556590779765865E+17</c:v>
                </c:pt>
                <c:pt idx="16481">
                  <c:v>9.5567727413632845E+17</c:v>
                </c:pt>
                <c:pt idx="16482">
                  <c:v>9.5571049555337638E+17</c:v>
                </c:pt>
                <c:pt idx="16483">
                  <c:v>9.5573912745748928E+17</c:v>
                </c:pt>
                <c:pt idx="16484">
                  <c:v>9.5602757134267994E+17</c:v>
                </c:pt>
                <c:pt idx="16485">
                  <c:v>9.5603659669201894E+17</c:v>
                </c:pt>
                <c:pt idx="16486">
                  <c:v>9.5613526741032154E+17</c:v>
                </c:pt>
                <c:pt idx="16487">
                  <c:v>9.5615525053122611E+17</c:v>
                </c:pt>
                <c:pt idx="16488">
                  <c:v>9.5622839197480154E+17</c:v>
                </c:pt>
                <c:pt idx="16489">
                  <c:v>9.562333517610185E+17</c:v>
                </c:pt>
                <c:pt idx="16490">
                  <c:v>9.5624838269794458E+17</c:v>
                </c:pt>
                <c:pt idx="16491">
                  <c:v>9.5624848103056486E+17</c:v>
                </c:pt>
                <c:pt idx="16492">
                  <c:v>9.5625513800139418E+17</c:v>
                </c:pt>
                <c:pt idx="16493">
                  <c:v>9.562634123368416E+17</c:v>
                </c:pt>
                <c:pt idx="16494">
                  <c:v>9.5629898128385907E+17</c:v>
                </c:pt>
                <c:pt idx="16495">
                  <c:v>9.5629943823817626E+17</c:v>
                </c:pt>
                <c:pt idx="16496">
                  <c:v>9.5632464859348096E+17</c:v>
                </c:pt>
                <c:pt idx="16497">
                  <c:v>9.5633350273233024E+17</c:v>
                </c:pt>
                <c:pt idx="16498">
                  <c:v>9.5638978282912218E+17</c:v>
                </c:pt>
                <c:pt idx="16499">
                  <c:v>9.5640130936451942E+17</c:v>
                </c:pt>
                <c:pt idx="16500">
                  <c:v>9.5640603305406733E+17</c:v>
                </c:pt>
                <c:pt idx="16501">
                  <c:v>9.5640964446974374E+17</c:v>
                </c:pt>
                <c:pt idx="16502">
                  <c:v>9.5644027343661658E+17</c:v>
                </c:pt>
                <c:pt idx="16503">
                  <c:v>9.5645881541038822E+17</c:v>
                </c:pt>
                <c:pt idx="16504">
                  <c:v>9.5650571434835315E+17</c:v>
                </c:pt>
                <c:pt idx="16505">
                  <c:v>9.5677649428421466E+17</c:v>
                </c:pt>
                <c:pt idx="16506">
                  <c:v>9.5683267924416422E+17</c:v>
                </c:pt>
                <c:pt idx="16507">
                  <c:v>9.5688904652611738E+17</c:v>
                </c:pt>
                <c:pt idx="16508">
                  <c:v>9.5695633092889946E+17</c:v>
                </c:pt>
                <c:pt idx="16509">
                  <c:v>9.570234593524681E+17</c:v>
                </c:pt>
                <c:pt idx="16510">
                  <c:v>9.5712275555100557E+17</c:v>
                </c:pt>
                <c:pt idx="16511">
                  <c:v>9.5714271264855411E+17</c:v>
                </c:pt>
                <c:pt idx="16512">
                  <c:v>9.5722376244726822E+17</c:v>
                </c:pt>
                <c:pt idx="16513">
                  <c:v>9.5741570612793638E+17</c:v>
                </c:pt>
                <c:pt idx="16514">
                  <c:v>9.5749521282220557E+17</c:v>
                </c:pt>
                <c:pt idx="16515">
                  <c:v>9.5753324693407194E+17</c:v>
                </c:pt>
                <c:pt idx="16516">
                  <c:v>9.5753671051835891E+17</c:v>
                </c:pt>
                <c:pt idx="16517">
                  <c:v>9.5762052970175731E+17</c:v>
                </c:pt>
                <c:pt idx="16518">
                  <c:v>9.5763292893443405E+17</c:v>
                </c:pt>
                <c:pt idx="16519">
                  <c:v>9.5763811630485914E+17</c:v>
                </c:pt>
                <c:pt idx="16520">
                  <c:v>9.5765351821253773E+17</c:v>
                </c:pt>
                <c:pt idx="16521">
                  <c:v>9.5767491165887258E+17</c:v>
                </c:pt>
                <c:pt idx="16522">
                  <c:v>9.5771222992501427E+17</c:v>
                </c:pt>
                <c:pt idx="16523">
                  <c:v>9.5772356182816858E+17</c:v>
                </c:pt>
                <c:pt idx="16524">
                  <c:v>9.577412469847936E+17</c:v>
                </c:pt>
                <c:pt idx="16525">
                  <c:v>9.5776672321485286E+17</c:v>
                </c:pt>
                <c:pt idx="16526">
                  <c:v>9.5785084669115942E+17</c:v>
                </c:pt>
                <c:pt idx="16527">
                  <c:v>9.578765400488681E+17</c:v>
                </c:pt>
                <c:pt idx="16528">
                  <c:v>9.5789615077504269E+17</c:v>
                </c:pt>
                <c:pt idx="16529">
                  <c:v>9.5797013072895411E+17</c:v>
                </c:pt>
                <c:pt idx="16530">
                  <c:v>9.5802620068622221E+17</c:v>
                </c:pt>
                <c:pt idx="16531">
                  <c:v>9.58043994952736E+17</c:v>
                </c:pt>
                <c:pt idx="16532">
                  <c:v>9.5808384101091853E+17</c:v>
                </c:pt>
                <c:pt idx="16533">
                  <c:v>9.58246671235472E+17</c:v>
                </c:pt>
                <c:pt idx="16534">
                  <c:v>9.5828501183823949E+17</c:v>
                </c:pt>
                <c:pt idx="16535">
                  <c:v>9.5830628602399923E+17</c:v>
                </c:pt>
                <c:pt idx="16536">
                  <c:v>9.5833598594441894E+17</c:v>
                </c:pt>
                <c:pt idx="16537">
                  <c:v>9.5833674976965325E+17</c:v>
                </c:pt>
                <c:pt idx="16538">
                  <c:v>9.5834383580886208E+17</c:v>
                </c:pt>
                <c:pt idx="16539">
                  <c:v>9.5838397146043149E+17</c:v>
                </c:pt>
                <c:pt idx="16540">
                  <c:v>9.5838958170901389E+17</c:v>
                </c:pt>
                <c:pt idx="16541">
                  <c:v>9.5839354137767898E+17</c:v>
                </c:pt>
                <c:pt idx="16542">
                  <c:v>9.5840194142484326E+17</c:v>
                </c:pt>
                <c:pt idx="16543">
                  <c:v>9.5841428041214682E+17</c:v>
                </c:pt>
                <c:pt idx="16544">
                  <c:v>9.5843226854438438E+17</c:v>
                </c:pt>
                <c:pt idx="16545">
                  <c:v>9.5850098720126246E+17</c:v>
                </c:pt>
                <c:pt idx="16546">
                  <c:v>9.5850135745302362E+17</c:v>
                </c:pt>
                <c:pt idx="16547">
                  <c:v>9.5851600718327949E+17</c:v>
                </c:pt>
                <c:pt idx="16548">
                  <c:v>9.5855288551551974E+17</c:v>
                </c:pt>
                <c:pt idx="16549">
                  <c:v>9.5856825161530701E+17</c:v>
                </c:pt>
                <c:pt idx="16550">
                  <c:v>9.5858783938723162E+17</c:v>
                </c:pt>
                <c:pt idx="16551">
                  <c:v>9.5859126635126643E+17</c:v>
                </c:pt>
                <c:pt idx="16552">
                  <c:v>9.5868199599176806E+17</c:v>
                </c:pt>
                <c:pt idx="16553">
                  <c:v>9.5869589059767194E+17</c:v>
                </c:pt>
                <c:pt idx="16554">
                  <c:v>9.587022427249792E+17</c:v>
                </c:pt>
                <c:pt idx="16555">
                  <c:v>9.5877721882489344E+17</c:v>
                </c:pt>
                <c:pt idx="16556">
                  <c:v>9.5878382649377984E+17</c:v>
                </c:pt>
                <c:pt idx="16557">
                  <c:v>9.5879013093387981E+17</c:v>
                </c:pt>
                <c:pt idx="16558">
                  <c:v>9.5882742534618547E+17</c:v>
                </c:pt>
                <c:pt idx="16559">
                  <c:v>9.589671082540928E+17</c:v>
                </c:pt>
                <c:pt idx="16560">
                  <c:v>9.5896937889826637E+17</c:v>
                </c:pt>
                <c:pt idx="16561">
                  <c:v>9.5899229000552858E+17</c:v>
                </c:pt>
                <c:pt idx="16562">
                  <c:v>9.5902928116686438E+17</c:v>
                </c:pt>
                <c:pt idx="16563">
                  <c:v>9.590882245887593E+17</c:v>
                </c:pt>
                <c:pt idx="16564">
                  <c:v>9.5912705464978995E+17</c:v>
                </c:pt>
                <c:pt idx="16565">
                  <c:v>9.5913572972334848E+17</c:v>
                </c:pt>
                <c:pt idx="16566">
                  <c:v>9.5915649396369894E+17</c:v>
                </c:pt>
                <c:pt idx="16567">
                  <c:v>9.5915951133656896E+17</c:v>
                </c:pt>
                <c:pt idx="16568">
                  <c:v>9.5916805980129523E+17</c:v>
                </c:pt>
                <c:pt idx="16569">
                  <c:v>9.5918211635335578E+17</c:v>
                </c:pt>
                <c:pt idx="16570">
                  <c:v>9.5919540370246886E+17</c:v>
                </c:pt>
                <c:pt idx="16571">
                  <c:v>9.5924471873357235E+17</c:v>
                </c:pt>
                <c:pt idx="16572">
                  <c:v>9.5929579838059725E+17</c:v>
                </c:pt>
                <c:pt idx="16573">
                  <c:v>9.5938289219801549E+17</c:v>
                </c:pt>
                <c:pt idx="16574">
                  <c:v>9.5940346563101581E+17</c:v>
                </c:pt>
                <c:pt idx="16575">
                  <c:v>9.5941156260531635E+17</c:v>
                </c:pt>
                <c:pt idx="16576">
                  <c:v>9.5964202830918886E+17</c:v>
                </c:pt>
                <c:pt idx="16577">
                  <c:v>9.5969384150978611E+17</c:v>
                </c:pt>
                <c:pt idx="16578">
                  <c:v>9.5970433205138726E+17</c:v>
                </c:pt>
                <c:pt idx="16579">
                  <c:v>9.5970818303171571E+17</c:v>
                </c:pt>
                <c:pt idx="16580">
                  <c:v>9.5971456887513152E+17</c:v>
                </c:pt>
                <c:pt idx="16581">
                  <c:v>9.5971720136001331E+17</c:v>
                </c:pt>
                <c:pt idx="16582">
                  <c:v>9.5972113312018944E+17</c:v>
                </c:pt>
                <c:pt idx="16583">
                  <c:v>9.5972640077626483E+17</c:v>
                </c:pt>
                <c:pt idx="16584">
                  <c:v>9.5973193725303194E+17</c:v>
                </c:pt>
                <c:pt idx="16585">
                  <c:v>9.5973345084654054E+17</c:v>
                </c:pt>
                <c:pt idx="16586">
                  <c:v>9.5976712841746125E+17</c:v>
                </c:pt>
                <c:pt idx="16587">
                  <c:v>9.5978530861729869E+17</c:v>
                </c:pt>
                <c:pt idx="16588">
                  <c:v>9.5981073611289741E+17</c:v>
                </c:pt>
                <c:pt idx="16589">
                  <c:v>9.5985632943811853E+17</c:v>
                </c:pt>
                <c:pt idx="16590">
                  <c:v>9.5986909870029376E+17</c:v>
                </c:pt>
                <c:pt idx="16591">
                  <c:v>9.598868740068256E+17</c:v>
                </c:pt>
                <c:pt idx="16592">
                  <c:v>9.5990378131835789E+17</c:v>
                </c:pt>
                <c:pt idx="16593">
                  <c:v>9.5992782243525914E+17</c:v>
                </c:pt>
                <c:pt idx="16594">
                  <c:v>9.6000240422381581E+17</c:v>
                </c:pt>
                <c:pt idx="16595">
                  <c:v>9.6000632757337549E+17</c:v>
                </c:pt>
                <c:pt idx="16596">
                  <c:v>9.6001921670008294E+17</c:v>
                </c:pt>
                <c:pt idx="16597">
                  <c:v>9.6002304614140186E+17</c:v>
                </c:pt>
                <c:pt idx="16598">
                  <c:v>9.6003939136288397E+17</c:v>
                </c:pt>
                <c:pt idx="16599">
                  <c:v>9.6010159258635917E+17</c:v>
                </c:pt>
                <c:pt idx="16600">
                  <c:v>9.6012978356576128E+17</c:v>
                </c:pt>
                <c:pt idx="16601">
                  <c:v>9.6018054837963085E+17</c:v>
                </c:pt>
                <c:pt idx="16602">
                  <c:v>9.604367987393975E+17</c:v>
                </c:pt>
                <c:pt idx="16603">
                  <c:v>9.6050675625005171E+17</c:v>
                </c:pt>
                <c:pt idx="16604">
                  <c:v>9.6055785594824026E+17</c:v>
                </c:pt>
                <c:pt idx="16605">
                  <c:v>9.6056272767263424E+17</c:v>
                </c:pt>
                <c:pt idx="16606">
                  <c:v>9.605656170134528E+17</c:v>
                </c:pt>
                <c:pt idx="16607">
                  <c:v>9.6059662076525043E+17</c:v>
                </c:pt>
                <c:pt idx="16608">
                  <c:v>9.6061344104854989E+17</c:v>
                </c:pt>
                <c:pt idx="16609">
                  <c:v>9.6062897312619443E+17</c:v>
                </c:pt>
                <c:pt idx="16610">
                  <c:v>9.6064810179191834E+17</c:v>
                </c:pt>
                <c:pt idx="16611">
                  <c:v>9.6067400524920563E+17</c:v>
                </c:pt>
                <c:pt idx="16612">
                  <c:v>9.608295696910368E+17</c:v>
                </c:pt>
                <c:pt idx="16613">
                  <c:v>9.6084936223144883E+17</c:v>
                </c:pt>
                <c:pt idx="16614">
                  <c:v>9.6086290698605082E+17</c:v>
                </c:pt>
                <c:pt idx="16615">
                  <c:v>9.6117039471606899E+17</c:v>
                </c:pt>
                <c:pt idx="16616">
                  <c:v>9.6122223433035699E+17</c:v>
                </c:pt>
                <c:pt idx="16617">
                  <c:v>9.6130652402908237E+17</c:v>
                </c:pt>
                <c:pt idx="16618">
                  <c:v>9.6131885390747674E+17</c:v>
                </c:pt>
                <c:pt idx="16619">
                  <c:v>9.6132943203227827E+17</c:v>
                </c:pt>
                <c:pt idx="16620">
                  <c:v>9.61335961746416E+17</c:v>
                </c:pt>
                <c:pt idx="16621">
                  <c:v>9.6144650133594355E+17</c:v>
                </c:pt>
                <c:pt idx="16622">
                  <c:v>9.6146185983645568E+17</c:v>
                </c:pt>
                <c:pt idx="16623">
                  <c:v>9.6152106399797683E+17</c:v>
                </c:pt>
                <c:pt idx="16624">
                  <c:v>9.615323835006016E+17</c:v>
                </c:pt>
                <c:pt idx="16625">
                  <c:v>9.6180544265215616E+17</c:v>
                </c:pt>
                <c:pt idx="16626">
                  <c:v>9.6188646059785523E+17</c:v>
                </c:pt>
                <c:pt idx="16627">
                  <c:v>9.6204486815918067E+17</c:v>
                </c:pt>
                <c:pt idx="16628">
                  <c:v>9.6222311307943872E+17</c:v>
                </c:pt>
                <c:pt idx="16629">
                  <c:v>9.6226374524774195E+17</c:v>
                </c:pt>
                <c:pt idx="16630">
                  <c:v>9.6226613247847539E+17</c:v>
                </c:pt>
                <c:pt idx="16631">
                  <c:v>9.622672852196713E+17</c:v>
                </c:pt>
                <c:pt idx="16632">
                  <c:v>9.6226831550944179E+17</c:v>
                </c:pt>
                <c:pt idx="16633">
                  <c:v>9.6226926403832499E+17</c:v>
                </c:pt>
                <c:pt idx="16634">
                  <c:v>9.6227059806933773E+17</c:v>
                </c:pt>
                <c:pt idx="16635">
                  <c:v>9.624198836686697E+17</c:v>
                </c:pt>
                <c:pt idx="16636">
                  <c:v>9.6257962062412915E+17</c:v>
                </c:pt>
                <c:pt idx="16637">
                  <c:v>9.6262602200262349E+17</c:v>
                </c:pt>
                <c:pt idx="16638">
                  <c:v>9.6263889072386458E+17</c:v>
                </c:pt>
                <c:pt idx="16639">
                  <c:v>9.6268930316069683E+17</c:v>
                </c:pt>
                <c:pt idx="16640">
                  <c:v>9.6272921762454029E+17</c:v>
                </c:pt>
                <c:pt idx="16641">
                  <c:v>9.6275268390205786E+17</c:v>
                </c:pt>
                <c:pt idx="16642">
                  <c:v>9.627666915655063E+17</c:v>
                </c:pt>
                <c:pt idx="16643">
                  <c:v>9.6278158177552602E+17</c:v>
                </c:pt>
                <c:pt idx="16644">
                  <c:v>9.627963463349737E+17</c:v>
                </c:pt>
                <c:pt idx="16645">
                  <c:v>9.6282729961014874E+17</c:v>
                </c:pt>
                <c:pt idx="16646">
                  <c:v>9.6283154849017549E+17</c:v>
                </c:pt>
                <c:pt idx="16647">
                  <c:v>9.6284932275447168E+17</c:v>
                </c:pt>
                <c:pt idx="16648">
                  <c:v>9.6289248181573683E+17</c:v>
                </c:pt>
                <c:pt idx="16649">
                  <c:v>9.6289288365343104E+17</c:v>
                </c:pt>
                <c:pt idx="16650">
                  <c:v>9.6294986322296717E+17</c:v>
                </c:pt>
                <c:pt idx="16651">
                  <c:v>9.6295006543547392E+17</c:v>
                </c:pt>
                <c:pt idx="16652">
                  <c:v>9.6304879185220096E+17</c:v>
                </c:pt>
                <c:pt idx="16653">
                  <c:v>9.6328050326857651E+17</c:v>
                </c:pt>
                <c:pt idx="16654">
                  <c:v>9.6331227404460928E+17</c:v>
                </c:pt>
                <c:pt idx="16655">
                  <c:v>9.634177109267447E+17</c:v>
                </c:pt>
                <c:pt idx="16656">
                  <c:v>9.6343810407954266E+17</c:v>
                </c:pt>
                <c:pt idx="16657">
                  <c:v>9.6344531098928691E+17</c:v>
                </c:pt>
                <c:pt idx="16658">
                  <c:v>9.634456298135401E+17</c:v>
                </c:pt>
                <c:pt idx="16659">
                  <c:v>9.6346720917997837E+17</c:v>
                </c:pt>
                <c:pt idx="16660">
                  <c:v>9.6348290321407424E+17</c:v>
                </c:pt>
                <c:pt idx="16661">
                  <c:v>9.6356744320642816E+17</c:v>
                </c:pt>
                <c:pt idx="16662">
                  <c:v>9.6360371196904614E+17</c:v>
                </c:pt>
                <c:pt idx="16663">
                  <c:v>9.6361815417074214E+17</c:v>
                </c:pt>
                <c:pt idx="16664">
                  <c:v>9.6362672436429018E+17</c:v>
                </c:pt>
                <c:pt idx="16665">
                  <c:v>9.636436505903913E+17</c:v>
                </c:pt>
                <c:pt idx="16666">
                  <c:v>9.6365048078326054E+17</c:v>
                </c:pt>
                <c:pt idx="16667">
                  <c:v>9.6369681322370803E+17</c:v>
                </c:pt>
                <c:pt idx="16668">
                  <c:v>9.637097435009001E+17</c:v>
                </c:pt>
                <c:pt idx="16669">
                  <c:v>9.6370974951266906E+17</c:v>
                </c:pt>
                <c:pt idx="16670">
                  <c:v>9.63710605645136E+17</c:v>
                </c:pt>
                <c:pt idx="16671">
                  <c:v>9.6372495165208371E+17</c:v>
                </c:pt>
                <c:pt idx="16672">
                  <c:v>9.6379506558585958E+17</c:v>
                </c:pt>
                <c:pt idx="16673">
                  <c:v>9.6380450909194675E+17</c:v>
                </c:pt>
                <c:pt idx="16674">
                  <c:v>9.6411607363009536E+17</c:v>
                </c:pt>
                <c:pt idx="16675">
                  <c:v>9.6411844170456358E+17</c:v>
                </c:pt>
                <c:pt idx="16676">
                  <c:v>9.641195497447552E+17</c:v>
                </c:pt>
                <c:pt idx="16677">
                  <c:v>9.6413311681998899E+17</c:v>
                </c:pt>
                <c:pt idx="16678">
                  <c:v>9.6414488915726259E+17</c:v>
                </c:pt>
                <c:pt idx="16679">
                  <c:v>9.6419154567836954E+17</c:v>
                </c:pt>
                <c:pt idx="16680">
                  <c:v>9.6424870268152973E+17</c:v>
                </c:pt>
                <c:pt idx="16681">
                  <c:v>9.6427411972038618E+17</c:v>
                </c:pt>
                <c:pt idx="16682">
                  <c:v>9.6432086474199757E+17</c:v>
                </c:pt>
                <c:pt idx="16683">
                  <c:v>9.6432549505823245E+17</c:v>
                </c:pt>
                <c:pt idx="16684">
                  <c:v>9.6440347892301478E+17</c:v>
                </c:pt>
                <c:pt idx="16685">
                  <c:v>9.6442074212366349E+17</c:v>
                </c:pt>
                <c:pt idx="16686">
                  <c:v>9.6444565721728371E+17</c:v>
                </c:pt>
                <c:pt idx="16687">
                  <c:v>9.6454241599355546E+17</c:v>
                </c:pt>
                <c:pt idx="16688">
                  <c:v>9.6469856114298368E+17</c:v>
                </c:pt>
                <c:pt idx="16689">
                  <c:v>9.6476959012803738E+17</c:v>
                </c:pt>
                <c:pt idx="16690">
                  <c:v>9.648467299659319E+17</c:v>
                </c:pt>
                <c:pt idx="16691">
                  <c:v>9.6485982289448115E+17</c:v>
                </c:pt>
                <c:pt idx="16692">
                  <c:v>9.648665389322345E+17</c:v>
                </c:pt>
                <c:pt idx="16693">
                  <c:v>9.6488754930264461E+17</c:v>
                </c:pt>
                <c:pt idx="16694">
                  <c:v>9.649017406148983E+17</c:v>
                </c:pt>
                <c:pt idx="16695">
                  <c:v>9.6490229044651021E+17</c:v>
                </c:pt>
                <c:pt idx="16696">
                  <c:v>9.6491098753688026E+17</c:v>
                </c:pt>
                <c:pt idx="16697">
                  <c:v>9.6491313038955456E+17</c:v>
                </c:pt>
                <c:pt idx="16698">
                  <c:v>9.6491439124494362E+17</c:v>
                </c:pt>
                <c:pt idx="16699">
                  <c:v>9.6492111158568384E+17</c:v>
                </c:pt>
                <c:pt idx="16700">
                  <c:v>9.6492507186915814E+17</c:v>
                </c:pt>
                <c:pt idx="16701">
                  <c:v>9.6492893591149363E+17</c:v>
                </c:pt>
                <c:pt idx="16702">
                  <c:v>9.6493239709887424E+17</c:v>
                </c:pt>
                <c:pt idx="16703">
                  <c:v>9.6493291736865011E+17</c:v>
                </c:pt>
                <c:pt idx="16704">
                  <c:v>9.6495489155158707E+17</c:v>
                </c:pt>
                <c:pt idx="16705">
                  <c:v>9.649909915978775E+17</c:v>
                </c:pt>
                <c:pt idx="16706">
                  <c:v>9.6508226617309914E+17</c:v>
                </c:pt>
                <c:pt idx="16707">
                  <c:v>9.6509311445747085E+17</c:v>
                </c:pt>
                <c:pt idx="16708">
                  <c:v>9.6510586536821862E+17</c:v>
                </c:pt>
                <c:pt idx="16709">
                  <c:v>9.6511156176776333E+17</c:v>
                </c:pt>
                <c:pt idx="16710">
                  <c:v>9.6514657343515853E+17</c:v>
                </c:pt>
                <c:pt idx="16711">
                  <c:v>9.6515966545739162E+17</c:v>
                </c:pt>
                <c:pt idx="16712">
                  <c:v>9.6516575493976294E+17</c:v>
                </c:pt>
                <c:pt idx="16713">
                  <c:v>9.6516698377153408E+17</c:v>
                </c:pt>
                <c:pt idx="16714">
                  <c:v>9.6521284411674752E+17</c:v>
                </c:pt>
                <c:pt idx="16715">
                  <c:v>9.6530461841603149E+17</c:v>
                </c:pt>
                <c:pt idx="16716">
                  <c:v>9.6550423083477453E+17</c:v>
                </c:pt>
                <c:pt idx="16717">
                  <c:v>9.6550650886469926E+17</c:v>
                </c:pt>
                <c:pt idx="16718">
                  <c:v>9.655124211389833E+17</c:v>
                </c:pt>
                <c:pt idx="16719">
                  <c:v>9.6559756607205069E+17</c:v>
                </c:pt>
                <c:pt idx="16720">
                  <c:v>9.6560442988738816E+17</c:v>
                </c:pt>
                <c:pt idx="16721">
                  <c:v>9.6561502478619994E+17</c:v>
                </c:pt>
                <c:pt idx="16722">
                  <c:v>9.6563109834010765E+17</c:v>
                </c:pt>
                <c:pt idx="16723">
                  <c:v>9.6563360096618854E+17</c:v>
                </c:pt>
                <c:pt idx="16724">
                  <c:v>9.656956398961952E+17</c:v>
                </c:pt>
                <c:pt idx="16725">
                  <c:v>9.657075407258656E+17</c:v>
                </c:pt>
                <c:pt idx="16726">
                  <c:v>9.6574854501792E+17</c:v>
                </c:pt>
                <c:pt idx="16727">
                  <c:v>9.6578730402180096E+17</c:v>
                </c:pt>
                <c:pt idx="16728">
                  <c:v>9.6585837064488013E+17</c:v>
                </c:pt>
                <c:pt idx="16729">
                  <c:v>9.6600907257919142E+17</c:v>
                </c:pt>
                <c:pt idx="16730">
                  <c:v>9.6610948444366208E+17</c:v>
                </c:pt>
                <c:pt idx="16731">
                  <c:v>9.6611737526330906E+17</c:v>
                </c:pt>
                <c:pt idx="16732">
                  <c:v>9.6614235542398054E+17</c:v>
                </c:pt>
                <c:pt idx="16733">
                  <c:v>9.6614857154606554E+17</c:v>
                </c:pt>
                <c:pt idx="16734">
                  <c:v>9.6617126682847078E+17</c:v>
                </c:pt>
                <c:pt idx="16735">
                  <c:v>9.6617827706700915E+17</c:v>
                </c:pt>
                <c:pt idx="16736">
                  <c:v>9.661921918528009E+17</c:v>
                </c:pt>
                <c:pt idx="16737">
                  <c:v>9.66199005479616E+17</c:v>
                </c:pt>
                <c:pt idx="16738">
                  <c:v>9.6620341378629965E+17</c:v>
                </c:pt>
                <c:pt idx="16739">
                  <c:v>9.6622880344324838E+17</c:v>
                </c:pt>
                <c:pt idx="16740">
                  <c:v>9.6623549975179034E+17</c:v>
                </c:pt>
                <c:pt idx="16741">
                  <c:v>9.6623902822523379E+17</c:v>
                </c:pt>
                <c:pt idx="16742">
                  <c:v>9.6624371055331251E+17</c:v>
                </c:pt>
                <c:pt idx="16743">
                  <c:v>9.6633578771966682E+17</c:v>
                </c:pt>
                <c:pt idx="16744">
                  <c:v>9.6634239544799424E+17</c:v>
                </c:pt>
                <c:pt idx="16745">
                  <c:v>9.6635962721060493E+17</c:v>
                </c:pt>
                <c:pt idx="16746">
                  <c:v>9.6641940860834432E+17</c:v>
                </c:pt>
                <c:pt idx="16747">
                  <c:v>9.6648579312631475E+17</c:v>
                </c:pt>
                <c:pt idx="16748">
                  <c:v>9.6658011824002842E+17</c:v>
                </c:pt>
                <c:pt idx="16749">
                  <c:v>9.6680758094129344E+17</c:v>
                </c:pt>
                <c:pt idx="16750">
                  <c:v>9.6688576305212941E+17</c:v>
                </c:pt>
                <c:pt idx="16751">
                  <c:v>9.6698280852040486E+17</c:v>
                </c:pt>
                <c:pt idx="16752">
                  <c:v>9.6701900311258112E+17</c:v>
                </c:pt>
                <c:pt idx="16753">
                  <c:v>9.6707815236133581E+17</c:v>
                </c:pt>
                <c:pt idx="16754">
                  <c:v>9.671231980767145E+17</c:v>
                </c:pt>
                <c:pt idx="16755">
                  <c:v>9.6730551252400358E+17</c:v>
                </c:pt>
                <c:pt idx="16756">
                  <c:v>9.6778628467938189E+17</c:v>
                </c:pt>
                <c:pt idx="16757">
                  <c:v>9.6780756068926758E+17</c:v>
                </c:pt>
                <c:pt idx="16758">
                  <c:v>9.678771378427191E+17</c:v>
                </c:pt>
                <c:pt idx="16759">
                  <c:v>9.6793618087265408E+17</c:v>
                </c:pt>
                <c:pt idx="16760">
                  <c:v>9.6800751021642381E+17</c:v>
                </c:pt>
                <c:pt idx="16761">
                  <c:v>9.6801000285197261E+17</c:v>
                </c:pt>
                <c:pt idx="16762">
                  <c:v>9.6801896488159002E+17</c:v>
                </c:pt>
                <c:pt idx="16763">
                  <c:v>9.6804163535059187E+17</c:v>
                </c:pt>
                <c:pt idx="16764">
                  <c:v>9.6805833559532813E+17</c:v>
                </c:pt>
                <c:pt idx="16765">
                  <c:v>9.6806169518508109E+17</c:v>
                </c:pt>
                <c:pt idx="16766">
                  <c:v>9.6820569120611814E+17</c:v>
                </c:pt>
                <c:pt idx="16767">
                  <c:v>9.6836064829958438E+17</c:v>
                </c:pt>
                <c:pt idx="16768">
                  <c:v>9.6840131922668992E+17</c:v>
                </c:pt>
                <c:pt idx="16769">
                  <c:v>9.6846328092953754E+17</c:v>
                </c:pt>
                <c:pt idx="16770">
                  <c:v>9.6846989897912448E+17</c:v>
                </c:pt>
                <c:pt idx="16771">
                  <c:v>9.6847057594539904E+17</c:v>
                </c:pt>
                <c:pt idx="16772">
                  <c:v>9.6848218239982246E+17</c:v>
                </c:pt>
                <c:pt idx="16773">
                  <c:v>9.6851705108799987E+17</c:v>
                </c:pt>
                <c:pt idx="16774">
                  <c:v>9.6857425909018688E+17</c:v>
                </c:pt>
                <c:pt idx="16775">
                  <c:v>9.6860090355109299E+17</c:v>
                </c:pt>
                <c:pt idx="16776">
                  <c:v>9.686052070706281E+17</c:v>
                </c:pt>
                <c:pt idx="16777">
                  <c:v>9.6872649738922253E+17</c:v>
                </c:pt>
                <c:pt idx="16778">
                  <c:v>9.6873177737760896E+17</c:v>
                </c:pt>
                <c:pt idx="16779">
                  <c:v>9.687323447803671E+17</c:v>
                </c:pt>
                <c:pt idx="16780">
                  <c:v>9.68736920734304E+17</c:v>
                </c:pt>
                <c:pt idx="16781">
                  <c:v>9.6874322490791334E+17</c:v>
                </c:pt>
                <c:pt idx="16782">
                  <c:v>9.6885311260256435E+17</c:v>
                </c:pt>
                <c:pt idx="16783">
                  <c:v>9.6902645858489408E+17</c:v>
                </c:pt>
                <c:pt idx="16784">
                  <c:v>9.6906366164727539E+17</c:v>
                </c:pt>
                <c:pt idx="16785">
                  <c:v>9.69153635326928E+17</c:v>
                </c:pt>
                <c:pt idx="16786">
                  <c:v>9.6917415046140186E+17</c:v>
                </c:pt>
                <c:pt idx="16787">
                  <c:v>9.6919303711777562E+17</c:v>
                </c:pt>
                <c:pt idx="16788">
                  <c:v>9.6926101384863565E+17</c:v>
                </c:pt>
                <c:pt idx="16789">
                  <c:v>9.6926532054497408E+17</c:v>
                </c:pt>
                <c:pt idx="16790">
                  <c:v>9.692706283117719E+17</c:v>
                </c:pt>
                <c:pt idx="16791">
                  <c:v>9.6927102766682957E+17</c:v>
                </c:pt>
                <c:pt idx="16792">
                  <c:v>9.692762504087735E+17</c:v>
                </c:pt>
                <c:pt idx="16793">
                  <c:v>9.6927872456874368E+17</c:v>
                </c:pt>
                <c:pt idx="16794">
                  <c:v>9.6928214855938842E+17</c:v>
                </c:pt>
                <c:pt idx="16795">
                  <c:v>9.6928447909728128E+17</c:v>
                </c:pt>
                <c:pt idx="16796">
                  <c:v>9.6944148454402048E+17</c:v>
                </c:pt>
                <c:pt idx="16797">
                  <c:v>9.6946545415452134E+17</c:v>
                </c:pt>
                <c:pt idx="16798">
                  <c:v>9.6978252545623462E+17</c:v>
                </c:pt>
                <c:pt idx="16799">
                  <c:v>9.6978504788493568E+17</c:v>
                </c:pt>
                <c:pt idx="16800">
                  <c:v>9.6985568741047782E+17</c:v>
                </c:pt>
                <c:pt idx="16801">
                  <c:v>9.6987843264137344E+17</c:v>
                </c:pt>
                <c:pt idx="16802">
                  <c:v>9.6993919200116378E+17</c:v>
                </c:pt>
                <c:pt idx="16803">
                  <c:v>9.6994180135214618E+17</c:v>
                </c:pt>
                <c:pt idx="16804">
                  <c:v>9.6999723459912384E+17</c:v>
                </c:pt>
                <c:pt idx="16805">
                  <c:v>9.7007437781100966E+17</c:v>
                </c:pt>
                <c:pt idx="16806">
                  <c:v>9.7008773337200461E+17</c:v>
                </c:pt>
                <c:pt idx="16807">
                  <c:v>9.7012616814557683E+17</c:v>
                </c:pt>
                <c:pt idx="16808">
                  <c:v>9.7016503467837082E+17</c:v>
                </c:pt>
                <c:pt idx="16809">
                  <c:v>9.7027881877722342E+17</c:v>
                </c:pt>
                <c:pt idx="16810">
                  <c:v>9.7037137236980467E+17</c:v>
                </c:pt>
                <c:pt idx="16811">
                  <c:v>9.7057690418471014E+17</c:v>
                </c:pt>
                <c:pt idx="16812">
                  <c:v>9.7058274529660672E+17</c:v>
                </c:pt>
                <c:pt idx="16813">
                  <c:v>9.7065098138678566E+17</c:v>
                </c:pt>
                <c:pt idx="16814">
                  <c:v>9.7071456226803187E+17</c:v>
                </c:pt>
                <c:pt idx="16815">
                  <c:v>9.707177717205655E+17</c:v>
                </c:pt>
                <c:pt idx="16816">
                  <c:v>9.707263652814816E+17</c:v>
                </c:pt>
                <c:pt idx="16817">
                  <c:v>9.7079100563776512E+17</c:v>
                </c:pt>
                <c:pt idx="16818">
                  <c:v>9.7086151551881536E+17</c:v>
                </c:pt>
                <c:pt idx="16819">
                  <c:v>9.7091083266061798E+17</c:v>
                </c:pt>
                <c:pt idx="16820">
                  <c:v>9.709700162378167E+17</c:v>
                </c:pt>
                <c:pt idx="16821">
                  <c:v>9.7098144170021683E+17</c:v>
                </c:pt>
                <c:pt idx="16822">
                  <c:v>9.7100266511441344E+17</c:v>
                </c:pt>
                <c:pt idx="16823">
                  <c:v>9.7134677218420518E+17</c:v>
                </c:pt>
                <c:pt idx="16824">
                  <c:v>9.7140074806030566E+17</c:v>
                </c:pt>
                <c:pt idx="16825">
                  <c:v>9.7140621251726643E+17</c:v>
                </c:pt>
                <c:pt idx="16826">
                  <c:v>9.7149358398402714E+17</c:v>
                </c:pt>
                <c:pt idx="16827">
                  <c:v>9.7150991970904922E+17</c:v>
                </c:pt>
                <c:pt idx="16828">
                  <c:v>9.7157515142118669E+17</c:v>
                </c:pt>
                <c:pt idx="16829">
                  <c:v>9.7157816342691443E+17</c:v>
                </c:pt>
                <c:pt idx="16830">
                  <c:v>9.7158032903048998E+17</c:v>
                </c:pt>
                <c:pt idx="16831">
                  <c:v>9.7168025304350618E+17</c:v>
                </c:pt>
                <c:pt idx="16832">
                  <c:v>9.7192990236818317E+17</c:v>
                </c:pt>
                <c:pt idx="16833">
                  <c:v>9.7196104252661542E+17</c:v>
                </c:pt>
                <c:pt idx="16834">
                  <c:v>9.7202040347807821E+17</c:v>
                </c:pt>
                <c:pt idx="16835">
                  <c:v>9.7208533133312794E+17</c:v>
                </c:pt>
                <c:pt idx="16836">
                  <c:v>9.7210496069961882E+17</c:v>
                </c:pt>
                <c:pt idx="16837">
                  <c:v>9.7211169582535846E+17</c:v>
                </c:pt>
                <c:pt idx="16838">
                  <c:v>9.7213115281216269E+17</c:v>
                </c:pt>
                <c:pt idx="16839">
                  <c:v>9.7214730015650035E+17</c:v>
                </c:pt>
                <c:pt idx="16840">
                  <c:v>9.7215164734847194E+17</c:v>
                </c:pt>
                <c:pt idx="16841">
                  <c:v>9.7216843058167846E+17</c:v>
                </c:pt>
                <c:pt idx="16842">
                  <c:v>9.721803529309161E+17</c:v>
                </c:pt>
                <c:pt idx="16843">
                  <c:v>9.7218684489688179E+17</c:v>
                </c:pt>
                <c:pt idx="16844">
                  <c:v>9.7219036501376448E+17</c:v>
                </c:pt>
                <c:pt idx="16845">
                  <c:v>9.7223837543505677E+17</c:v>
                </c:pt>
                <c:pt idx="16846">
                  <c:v>9.722476499396023E+17</c:v>
                </c:pt>
                <c:pt idx="16847">
                  <c:v>9.7225215849634931E+17</c:v>
                </c:pt>
                <c:pt idx="16848">
                  <c:v>9.7225727219230118E+17</c:v>
                </c:pt>
                <c:pt idx="16849">
                  <c:v>9.7225821723279104E+17</c:v>
                </c:pt>
                <c:pt idx="16850">
                  <c:v>9.7226811421691213E+17</c:v>
                </c:pt>
                <c:pt idx="16851">
                  <c:v>9.7227938231645184E+17</c:v>
                </c:pt>
                <c:pt idx="16852">
                  <c:v>9.7229469645026688E+17</c:v>
                </c:pt>
                <c:pt idx="16853">
                  <c:v>9.7230146108308275E+17</c:v>
                </c:pt>
                <c:pt idx="16854">
                  <c:v>9.7231080594623821E+17</c:v>
                </c:pt>
                <c:pt idx="16855">
                  <c:v>9.7231330674194202E+17</c:v>
                </c:pt>
                <c:pt idx="16856">
                  <c:v>9.7231893038671078E+17</c:v>
                </c:pt>
                <c:pt idx="16857">
                  <c:v>9.7232811998403507E+17</c:v>
                </c:pt>
                <c:pt idx="16858">
                  <c:v>9.7233081345639014E+17</c:v>
                </c:pt>
                <c:pt idx="16859">
                  <c:v>9.7233775336907571E+17</c:v>
                </c:pt>
                <c:pt idx="16860">
                  <c:v>9.7235586724516723E+17</c:v>
                </c:pt>
                <c:pt idx="16861">
                  <c:v>9.7237106088568102E+17</c:v>
                </c:pt>
                <c:pt idx="16862">
                  <c:v>9.7237351639169958E+17</c:v>
                </c:pt>
                <c:pt idx="16863">
                  <c:v>9.7238966239141338E+17</c:v>
                </c:pt>
                <c:pt idx="16864">
                  <c:v>9.7240336721586074E+17</c:v>
                </c:pt>
                <c:pt idx="16865">
                  <c:v>9.7243007606363904E+17</c:v>
                </c:pt>
                <c:pt idx="16866">
                  <c:v>9.7246145944930381E+17</c:v>
                </c:pt>
                <c:pt idx="16867">
                  <c:v>9.7263423176847334E+17</c:v>
                </c:pt>
                <c:pt idx="16868">
                  <c:v>9.7271383088083277E+17</c:v>
                </c:pt>
                <c:pt idx="16869">
                  <c:v>9.7271929156933453E+17</c:v>
                </c:pt>
                <c:pt idx="16870">
                  <c:v>9.7272473824447834E+17</c:v>
                </c:pt>
                <c:pt idx="16871">
                  <c:v>9.7278574739730586E+17</c:v>
                </c:pt>
                <c:pt idx="16872">
                  <c:v>9.7278939231415398E+17</c:v>
                </c:pt>
                <c:pt idx="16873">
                  <c:v>9.7280050207604749E+17</c:v>
                </c:pt>
                <c:pt idx="16874">
                  <c:v>9.7280682937876365E+17</c:v>
                </c:pt>
                <c:pt idx="16875">
                  <c:v>9.728112554716407E+17</c:v>
                </c:pt>
                <c:pt idx="16876">
                  <c:v>9.7281388021712205E+17</c:v>
                </c:pt>
                <c:pt idx="16877">
                  <c:v>9.7281646242470118E+17</c:v>
                </c:pt>
                <c:pt idx="16878">
                  <c:v>9.7281787739060454E+17</c:v>
                </c:pt>
                <c:pt idx="16879">
                  <c:v>9.7282110145520832E+17</c:v>
                </c:pt>
                <c:pt idx="16880">
                  <c:v>9.7282278539412416E+17</c:v>
                </c:pt>
                <c:pt idx="16881">
                  <c:v>9.728257106522537E+17</c:v>
                </c:pt>
                <c:pt idx="16882">
                  <c:v>9.7284089924282765E+17</c:v>
                </c:pt>
                <c:pt idx="16883">
                  <c:v>9.7286132912004083E+17</c:v>
                </c:pt>
                <c:pt idx="16884">
                  <c:v>9.7287912206383782E+17</c:v>
                </c:pt>
                <c:pt idx="16885">
                  <c:v>9.7289172507035059E+17</c:v>
                </c:pt>
                <c:pt idx="16886">
                  <c:v>9.7289291821142016E+17</c:v>
                </c:pt>
                <c:pt idx="16887">
                  <c:v>9.7290168738589466E+17</c:v>
                </c:pt>
                <c:pt idx="16888">
                  <c:v>9.7290711408812416E+17</c:v>
                </c:pt>
                <c:pt idx="16889">
                  <c:v>9.7290869783810368E+17</c:v>
                </c:pt>
                <c:pt idx="16890">
                  <c:v>9.7292817867981734E+17</c:v>
                </c:pt>
                <c:pt idx="16891">
                  <c:v>9.729498107121399E+17</c:v>
                </c:pt>
                <c:pt idx="16892">
                  <c:v>9.7295321363895757E+17</c:v>
                </c:pt>
                <c:pt idx="16893">
                  <c:v>9.7295948742491072E+17</c:v>
                </c:pt>
                <c:pt idx="16894">
                  <c:v>9.7296557765537574E+17</c:v>
                </c:pt>
                <c:pt idx="16895">
                  <c:v>9.7296807953702938E+17</c:v>
                </c:pt>
                <c:pt idx="16896">
                  <c:v>9.7298609055984435E+17</c:v>
                </c:pt>
                <c:pt idx="16897">
                  <c:v>9.7300651984222502E+17</c:v>
                </c:pt>
                <c:pt idx="16898">
                  <c:v>9.7324290609051226E+17</c:v>
                </c:pt>
                <c:pt idx="16899">
                  <c:v>9.7343613821035328E+17</c:v>
                </c:pt>
                <c:pt idx="16900">
                  <c:v>9.7344288105187674E+17</c:v>
                </c:pt>
                <c:pt idx="16901">
                  <c:v>9.7351244420227098E+17</c:v>
                </c:pt>
                <c:pt idx="16902">
                  <c:v>9.7351882487826573E+17</c:v>
                </c:pt>
                <c:pt idx="16903">
                  <c:v>9.7357075983137421E+17</c:v>
                </c:pt>
                <c:pt idx="16904">
                  <c:v>9.7367368190366106E+17</c:v>
                </c:pt>
                <c:pt idx="16905">
                  <c:v>9.7372270528115328E+17</c:v>
                </c:pt>
                <c:pt idx="16906">
                  <c:v>9.7372839311354726E+17</c:v>
                </c:pt>
                <c:pt idx="16907">
                  <c:v>9.7384744188813683E+17</c:v>
                </c:pt>
                <c:pt idx="16908">
                  <c:v>9.7390040233230298E+17</c:v>
                </c:pt>
                <c:pt idx="16909">
                  <c:v>9.7390802762149978E+17</c:v>
                </c:pt>
                <c:pt idx="16910">
                  <c:v>9.7391147706946509E+17</c:v>
                </c:pt>
                <c:pt idx="16911">
                  <c:v>9.7411377343018483E+17</c:v>
                </c:pt>
                <c:pt idx="16912">
                  <c:v>9.7415272421538496E+17</c:v>
                </c:pt>
                <c:pt idx="16913">
                  <c:v>9.7417240907924557E+17</c:v>
                </c:pt>
                <c:pt idx="16914">
                  <c:v>9.7417255053868416E+17</c:v>
                </c:pt>
                <c:pt idx="16915">
                  <c:v>9.7425698413900326E+17</c:v>
                </c:pt>
                <c:pt idx="16916">
                  <c:v>9.7428311903015898E+17</c:v>
                </c:pt>
                <c:pt idx="16917">
                  <c:v>9.7429462856156237E+17</c:v>
                </c:pt>
                <c:pt idx="16918">
                  <c:v>9.7434055859777357E+17</c:v>
                </c:pt>
                <c:pt idx="16919">
                  <c:v>9.7437731345885299E+17</c:v>
                </c:pt>
                <c:pt idx="16920">
                  <c:v>9.7438395857444749E+17</c:v>
                </c:pt>
                <c:pt idx="16921">
                  <c:v>9.7445596495987418E+17</c:v>
                </c:pt>
                <c:pt idx="16922">
                  <c:v>9.7452821985759821E+17</c:v>
                </c:pt>
                <c:pt idx="16923">
                  <c:v>9.7457302552498739E+17</c:v>
                </c:pt>
                <c:pt idx="16924">
                  <c:v>9.7459614083564608E+17</c:v>
                </c:pt>
                <c:pt idx="16925">
                  <c:v>9.749361442684407E+17</c:v>
                </c:pt>
                <c:pt idx="16926">
                  <c:v>9.7493737656160845E+17</c:v>
                </c:pt>
                <c:pt idx="16927">
                  <c:v>9.7494439682726106E+17</c:v>
                </c:pt>
                <c:pt idx="16928">
                  <c:v>9.749493408268073E+17</c:v>
                </c:pt>
                <c:pt idx="16929">
                  <c:v>9.7498681692920947E+17</c:v>
                </c:pt>
                <c:pt idx="16930">
                  <c:v>9.7506452754920179E+17</c:v>
                </c:pt>
                <c:pt idx="16931">
                  <c:v>9.7510176775735245E+17</c:v>
                </c:pt>
                <c:pt idx="16932">
                  <c:v>9.7510453671224141E+17</c:v>
                </c:pt>
                <c:pt idx="16933">
                  <c:v>9.7514547591342131E+17</c:v>
                </c:pt>
                <c:pt idx="16934">
                  <c:v>9.7516590712724544E+17</c:v>
                </c:pt>
                <c:pt idx="16935">
                  <c:v>9.7518732426214182E+17</c:v>
                </c:pt>
                <c:pt idx="16936">
                  <c:v>9.7524158770176538E+17</c:v>
                </c:pt>
                <c:pt idx="16937">
                  <c:v>9.7526208668035558E+17</c:v>
                </c:pt>
                <c:pt idx="16938">
                  <c:v>9.7526209006752538E+17</c:v>
                </c:pt>
                <c:pt idx="16939">
                  <c:v>9.7537991121548058E+17</c:v>
                </c:pt>
                <c:pt idx="16940">
                  <c:v>9.7565963854538253E+17</c:v>
                </c:pt>
                <c:pt idx="16941">
                  <c:v>9.7567468995494848E+17</c:v>
                </c:pt>
                <c:pt idx="16942">
                  <c:v>9.7568307641625037E+17</c:v>
                </c:pt>
                <c:pt idx="16943">
                  <c:v>9.7568903816147738E+17</c:v>
                </c:pt>
                <c:pt idx="16944">
                  <c:v>9.7570950357306509E+17</c:v>
                </c:pt>
                <c:pt idx="16945">
                  <c:v>9.7572013531507149E+17</c:v>
                </c:pt>
                <c:pt idx="16946">
                  <c:v>9.7573679416841549E+17</c:v>
                </c:pt>
                <c:pt idx="16947">
                  <c:v>9.7575872444826714E+17</c:v>
                </c:pt>
                <c:pt idx="16948">
                  <c:v>9.7576738042436928E+17</c:v>
                </c:pt>
                <c:pt idx="16949">
                  <c:v>9.7578753088909645E+17</c:v>
                </c:pt>
                <c:pt idx="16950">
                  <c:v>9.7579322204104858E+17</c:v>
                </c:pt>
                <c:pt idx="16951">
                  <c:v>9.7579803775931776E+17</c:v>
                </c:pt>
                <c:pt idx="16952">
                  <c:v>9.7580160819811917E+17</c:v>
                </c:pt>
                <c:pt idx="16953">
                  <c:v>9.7581933692847782E+17</c:v>
                </c:pt>
                <c:pt idx="16954">
                  <c:v>9.7582017734376307E+17</c:v>
                </c:pt>
                <c:pt idx="16955">
                  <c:v>9.7584834698850739E+17</c:v>
                </c:pt>
                <c:pt idx="16956">
                  <c:v>9.758504098479639E+17</c:v>
                </c:pt>
                <c:pt idx="16957">
                  <c:v>9.7585475283979981E+17</c:v>
                </c:pt>
                <c:pt idx="16958">
                  <c:v>9.7585995291325542E+17</c:v>
                </c:pt>
                <c:pt idx="16959">
                  <c:v>9.7590056627941107E+17</c:v>
                </c:pt>
                <c:pt idx="16960">
                  <c:v>9.7593406328006387E+17</c:v>
                </c:pt>
                <c:pt idx="16961">
                  <c:v>9.7596044629045248E+17</c:v>
                </c:pt>
                <c:pt idx="16962">
                  <c:v>9.7596522512056269E+17</c:v>
                </c:pt>
                <c:pt idx="16963">
                  <c:v>9.7599225135271949E+17</c:v>
                </c:pt>
                <c:pt idx="16964">
                  <c:v>9.7602363153553536E+17</c:v>
                </c:pt>
                <c:pt idx="16965">
                  <c:v>9.7604538774849152E+17</c:v>
                </c:pt>
                <c:pt idx="16966">
                  <c:v>9.7613112258764595E+17</c:v>
                </c:pt>
                <c:pt idx="16967">
                  <c:v>9.7633124366129101E+17</c:v>
                </c:pt>
                <c:pt idx="16968">
                  <c:v>9.7640254703059328E+17</c:v>
                </c:pt>
                <c:pt idx="16969">
                  <c:v>9.7647744992113178E+17</c:v>
                </c:pt>
                <c:pt idx="16970">
                  <c:v>9.7648030394089203E+17</c:v>
                </c:pt>
                <c:pt idx="16971">
                  <c:v>9.7648725710741338E+17</c:v>
                </c:pt>
                <c:pt idx="16972">
                  <c:v>9.7652784033471898E+17</c:v>
                </c:pt>
                <c:pt idx="16973">
                  <c:v>9.7654373584888077E+17</c:v>
                </c:pt>
                <c:pt idx="16974">
                  <c:v>9.7655730085140621E+17</c:v>
                </c:pt>
                <c:pt idx="16975">
                  <c:v>9.7656012778270195E+17</c:v>
                </c:pt>
                <c:pt idx="16976">
                  <c:v>9.7658224213990323E+17</c:v>
                </c:pt>
                <c:pt idx="16977">
                  <c:v>9.7661858504470221E+17</c:v>
                </c:pt>
                <c:pt idx="16978">
                  <c:v>9.769496963320576E+17</c:v>
                </c:pt>
                <c:pt idx="16979">
                  <c:v>9.7703805103104294E+17</c:v>
                </c:pt>
                <c:pt idx="16980">
                  <c:v>9.7705446961800947E+17</c:v>
                </c:pt>
                <c:pt idx="16981">
                  <c:v>9.7705853478972096E+17</c:v>
                </c:pt>
                <c:pt idx="16982">
                  <c:v>9.7711791794984755E+17</c:v>
                </c:pt>
                <c:pt idx="16983">
                  <c:v>9.7717261515543437E+17</c:v>
                </c:pt>
                <c:pt idx="16984">
                  <c:v>9.7719007043140416E+17</c:v>
                </c:pt>
                <c:pt idx="16985">
                  <c:v>9.7726636334939072E+17</c:v>
                </c:pt>
                <c:pt idx="16986">
                  <c:v>9.7748740415016986E+17</c:v>
                </c:pt>
                <c:pt idx="16987">
                  <c:v>9.7757266807729907E+17</c:v>
                </c:pt>
                <c:pt idx="16988">
                  <c:v>9.778031558793623E+17</c:v>
                </c:pt>
                <c:pt idx="16989">
                  <c:v>9.7784085419287757E+17</c:v>
                </c:pt>
                <c:pt idx="16990">
                  <c:v>9.7797378940905792E+17</c:v>
                </c:pt>
                <c:pt idx="16991">
                  <c:v>9.7801594344943219E+17</c:v>
                </c:pt>
                <c:pt idx="16992">
                  <c:v>9.7806039419264589E+17</c:v>
                </c:pt>
                <c:pt idx="16993">
                  <c:v>9.7806862283044416E+17</c:v>
                </c:pt>
                <c:pt idx="16994">
                  <c:v>9.7807959777426739E+17</c:v>
                </c:pt>
                <c:pt idx="16995">
                  <c:v>9.7820726066185715E+17</c:v>
                </c:pt>
                <c:pt idx="16996">
                  <c:v>9.7821300375859226E+17</c:v>
                </c:pt>
                <c:pt idx="16997">
                  <c:v>9.7824242651022259E+17</c:v>
                </c:pt>
                <c:pt idx="16998">
                  <c:v>9.7824308936927757E+17</c:v>
                </c:pt>
                <c:pt idx="16999">
                  <c:v>9.7848006893707456E+17</c:v>
                </c:pt>
                <c:pt idx="17000">
                  <c:v>9.786239592821527E+17</c:v>
                </c:pt>
                <c:pt idx="17001">
                  <c:v>9.7869025292701427E+17</c:v>
                </c:pt>
                <c:pt idx="17002">
                  <c:v>9.7870312065461158E+17</c:v>
                </c:pt>
                <c:pt idx="17003">
                  <c:v>9.7871631098811789E+17</c:v>
                </c:pt>
                <c:pt idx="17004">
                  <c:v>9.7872077984463194E+17</c:v>
                </c:pt>
                <c:pt idx="17005">
                  <c:v>9.7876926734673357E+17</c:v>
                </c:pt>
                <c:pt idx="17006">
                  <c:v>9.7895099639834086E+17</c:v>
                </c:pt>
                <c:pt idx="17007">
                  <c:v>9.7896333307546278E+17</c:v>
                </c:pt>
                <c:pt idx="17008">
                  <c:v>9.7896845998203418E+17</c:v>
                </c:pt>
                <c:pt idx="17009">
                  <c:v>9.7898414033775987E+17</c:v>
                </c:pt>
                <c:pt idx="17010">
                  <c:v>9.7899087273297728E+17</c:v>
                </c:pt>
                <c:pt idx="17011">
                  <c:v>9.7899945725484147E+17</c:v>
                </c:pt>
                <c:pt idx="17012">
                  <c:v>9.7900249422233152E+17</c:v>
                </c:pt>
                <c:pt idx="17013">
                  <c:v>9.7901224058266931E+17</c:v>
                </c:pt>
                <c:pt idx="17014">
                  <c:v>9.7920265284449229E+17</c:v>
                </c:pt>
                <c:pt idx="17015">
                  <c:v>9.7923492980027789E+17</c:v>
                </c:pt>
                <c:pt idx="17016">
                  <c:v>9.7923641724191782E+17</c:v>
                </c:pt>
                <c:pt idx="17017">
                  <c:v>9.793010021287488E+17</c:v>
                </c:pt>
                <c:pt idx="17018">
                  <c:v>9.7931317938288141E+17</c:v>
                </c:pt>
                <c:pt idx="17019">
                  <c:v>9.7932340256562394E+17</c:v>
                </c:pt>
                <c:pt idx="17020">
                  <c:v>9.7932973454744947E+17</c:v>
                </c:pt>
                <c:pt idx="17021">
                  <c:v>9.7933850934982976E+17</c:v>
                </c:pt>
                <c:pt idx="17022">
                  <c:v>9.7933918164410035E+17</c:v>
                </c:pt>
                <c:pt idx="17023">
                  <c:v>9.7935764356862093E+17</c:v>
                </c:pt>
                <c:pt idx="17024">
                  <c:v>9.7937075461654426E+17</c:v>
                </c:pt>
                <c:pt idx="17025">
                  <c:v>9.7938356531605965E+17</c:v>
                </c:pt>
                <c:pt idx="17026">
                  <c:v>9.7941305167294707E+17</c:v>
                </c:pt>
                <c:pt idx="17027">
                  <c:v>9.7943343549918528E+17</c:v>
                </c:pt>
                <c:pt idx="17028">
                  <c:v>9.7943792724027136E+17</c:v>
                </c:pt>
                <c:pt idx="17029">
                  <c:v>9.7949097421053184E+17</c:v>
                </c:pt>
                <c:pt idx="17030">
                  <c:v>9.7949852213050035E+17</c:v>
                </c:pt>
                <c:pt idx="17031">
                  <c:v>9.7953676916909325E+17</c:v>
                </c:pt>
                <c:pt idx="17032">
                  <c:v>9.7956111074948864E+17</c:v>
                </c:pt>
                <c:pt idx="17033">
                  <c:v>9.7958432495546342E+17</c:v>
                </c:pt>
                <c:pt idx="17034">
                  <c:v>9.7960720678791565E+17</c:v>
                </c:pt>
                <c:pt idx="17035">
                  <c:v>9.7961921832974259E+17</c:v>
                </c:pt>
                <c:pt idx="17036">
                  <c:v>9.7962112704172992E+17</c:v>
                </c:pt>
                <c:pt idx="17037">
                  <c:v>9.7962291884401267E+17</c:v>
                </c:pt>
                <c:pt idx="17038">
                  <c:v>9.7962943274981376E+17</c:v>
                </c:pt>
                <c:pt idx="17039">
                  <c:v>9.7963484205605939E+17</c:v>
                </c:pt>
                <c:pt idx="17040">
                  <c:v>9.7963507810389901E+17</c:v>
                </c:pt>
                <c:pt idx="17041">
                  <c:v>9.7964592368036032E+17</c:v>
                </c:pt>
                <c:pt idx="17042">
                  <c:v>9.7964905443039667E+17</c:v>
                </c:pt>
                <c:pt idx="17043">
                  <c:v>9.7967071920718118E+17</c:v>
                </c:pt>
                <c:pt idx="17044">
                  <c:v>9.7967403760836723E+17</c:v>
                </c:pt>
                <c:pt idx="17045">
                  <c:v>9.7967589696069824E+17</c:v>
                </c:pt>
                <c:pt idx="17046">
                  <c:v>9.7967681521635763E+17</c:v>
                </c:pt>
                <c:pt idx="17047">
                  <c:v>9.7968996828513715E+17</c:v>
                </c:pt>
                <c:pt idx="17048">
                  <c:v>9.7995642936713754E+17</c:v>
                </c:pt>
                <c:pt idx="17049">
                  <c:v>9.7999132219540979E+17</c:v>
                </c:pt>
                <c:pt idx="17050">
                  <c:v>9.7999133000747597E+17</c:v>
                </c:pt>
                <c:pt idx="17051">
                  <c:v>9.799913354690665E+17</c:v>
                </c:pt>
                <c:pt idx="17052">
                  <c:v>9.8000506525921882E+17</c:v>
                </c:pt>
                <c:pt idx="17053">
                  <c:v>9.8000706740044544E+17</c:v>
                </c:pt>
                <c:pt idx="17054">
                  <c:v>9.8001795648095539E+17</c:v>
                </c:pt>
                <c:pt idx="17055">
                  <c:v>9.8001882464476442E+17</c:v>
                </c:pt>
                <c:pt idx="17056">
                  <c:v>9.8003864805967693E+17</c:v>
                </c:pt>
                <c:pt idx="17057">
                  <c:v>9.8009984009331507E+17</c:v>
                </c:pt>
                <c:pt idx="17058">
                  <c:v>9.8010447834965773E+17</c:v>
                </c:pt>
                <c:pt idx="17059">
                  <c:v>9.8012245961629619E+17</c:v>
                </c:pt>
                <c:pt idx="17060">
                  <c:v>9.8014685252449894E+17</c:v>
                </c:pt>
                <c:pt idx="17061">
                  <c:v>9.8016313919882675E+17</c:v>
                </c:pt>
                <c:pt idx="17062">
                  <c:v>9.8019157751161562E+17</c:v>
                </c:pt>
                <c:pt idx="17063">
                  <c:v>9.8022030240832538E+17</c:v>
                </c:pt>
                <c:pt idx="17064">
                  <c:v>9.803551985364439E+17</c:v>
                </c:pt>
                <c:pt idx="17065">
                  <c:v>9.8044610736857062E+17</c:v>
                </c:pt>
                <c:pt idx="17066">
                  <c:v>9.8056793254173043E+17</c:v>
                </c:pt>
                <c:pt idx="17067">
                  <c:v>9.8069688812003162E+17</c:v>
                </c:pt>
                <c:pt idx="17068">
                  <c:v>9.8076858864580378E+17</c:v>
                </c:pt>
                <c:pt idx="17069">
                  <c:v>9.8077387692296768E+17</c:v>
                </c:pt>
                <c:pt idx="17070">
                  <c:v>9.8084564069758771E+17</c:v>
                </c:pt>
                <c:pt idx="17071">
                  <c:v>9.8084595559272282E+17</c:v>
                </c:pt>
                <c:pt idx="17072">
                  <c:v>9.8086208653856486E+17</c:v>
                </c:pt>
                <c:pt idx="17073">
                  <c:v>9.8090235209483021E+17</c:v>
                </c:pt>
                <c:pt idx="17074">
                  <c:v>9.8091294605703629E+17</c:v>
                </c:pt>
                <c:pt idx="17075">
                  <c:v>9.8097756700318246E+17</c:v>
                </c:pt>
                <c:pt idx="17076">
                  <c:v>9.8101316339876544E+17</c:v>
                </c:pt>
                <c:pt idx="17077">
                  <c:v>9.8102214401118618E+17</c:v>
                </c:pt>
                <c:pt idx="17078">
                  <c:v>9.8102642554544934E+17</c:v>
                </c:pt>
                <c:pt idx="17079">
                  <c:v>9.8106805697451968E+17</c:v>
                </c:pt>
                <c:pt idx="17080">
                  <c:v>9.8108241295614118E+17</c:v>
                </c:pt>
                <c:pt idx="17081">
                  <c:v>9.8113935729363853E+17</c:v>
                </c:pt>
                <c:pt idx="17082">
                  <c:v>9.8116866158776422E+17</c:v>
                </c:pt>
                <c:pt idx="17083">
                  <c:v>9.811834007481344E+17</c:v>
                </c:pt>
                <c:pt idx="17084">
                  <c:v>9.8134619486474432E+17</c:v>
                </c:pt>
                <c:pt idx="17085">
                  <c:v>9.8146166505377933E+17</c:v>
                </c:pt>
                <c:pt idx="17086">
                  <c:v>9.815118334000599E+17</c:v>
                </c:pt>
                <c:pt idx="17087">
                  <c:v>9.8153385577804838E+17</c:v>
                </c:pt>
                <c:pt idx="17088">
                  <c:v>9.8157523892993229E+17</c:v>
                </c:pt>
                <c:pt idx="17089">
                  <c:v>9.8158584223596493E+17</c:v>
                </c:pt>
                <c:pt idx="17090">
                  <c:v>9.8162140788507443E+17</c:v>
                </c:pt>
                <c:pt idx="17091">
                  <c:v>9.816568066664832E+17</c:v>
                </c:pt>
                <c:pt idx="17092">
                  <c:v>9.8167237527315072E+17</c:v>
                </c:pt>
                <c:pt idx="17093">
                  <c:v>9.8167977969496115E+17</c:v>
                </c:pt>
                <c:pt idx="17094">
                  <c:v>9.8168242779908544E+17</c:v>
                </c:pt>
                <c:pt idx="17095">
                  <c:v>9.8175217226318579E+17</c:v>
                </c:pt>
                <c:pt idx="17096">
                  <c:v>9.8179113100051456E+17</c:v>
                </c:pt>
                <c:pt idx="17097">
                  <c:v>9.8179124344909504E+17</c:v>
                </c:pt>
                <c:pt idx="17098">
                  <c:v>9.8179427275103475E+17</c:v>
                </c:pt>
                <c:pt idx="17099">
                  <c:v>9.8186590264043699E+17</c:v>
                </c:pt>
                <c:pt idx="17100">
                  <c:v>9.8189203700806669E+17</c:v>
                </c:pt>
                <c:pt idx="17101">
                  <c:v>9.8189782188757043E+17</c:v>
                </c:pt>
                <c:pt idx="17102">
                  <c:v>9.8225331275237606E+17</c:v>
                </c:pt>
                <c:pt idx="17103">
                  <c:v>9.8229842121037632E+17</c:v>
                </c:pt>
                <c:pt idx="17104">
                  <c:v>9.8232864427772518E+17</c:v>
                </c:pt>
                <c:pt idx="17105">
                  <c:v>9.8236311386872768E+17</c:v>
                </c:pt>
                <c:pt idx="17106">
                  <c:v>9.8253068831366157E+17</c:v>
                </c:pt>
                <c:pt idx="17107">
                  <c:v>9.8256706664533325E+17</c:v>
                </c:pt>
                <c:pt idx="17108">
                  <c:v>9.8257939048267059E+17</c:v>
                </c:pt>
                <c:pt idx="17109">
                  <c:v>9.8258866186193536E+17</c:v>
                </c:pt>
                <c:pt idx="17110">
                  <c:v>9.8261288732620173E+17</c:v>
                </c:pt>
                <c:pt idx="17111">
                  <c:v>9.826252907877312E+17</c:v>
                </c:pt>
                <c:pt idx="17112">
                  <c:v>9.8262828018403866E+17</c:v>
                </c:pt>
                <c:pt idx="17113">
                  <c:v>9.8263103860912141E+17</c:v>
                </c:pt>
                <c:pt idx="17114">
                  <c:v>9.8263514137533875E+17</c:v>
                </c:pt>
                <c:pt idx="17115">
                  <c:v>9.8263913378386394E+17</c:v>
                </c:pt>
                <c:pt idx="17116">
                  <c:v>9.8264362572473062E+17</c:v>
                </c:pt>
                <c:pt idx="17117">
                  <c:v>9.8290026455483226E+17</c:v>
                </c:pt>
                <c:pt idx="17118">
                  <c:v>9.8292526045015821E+17</c:v>
                </c:pt>
                <c:pt idx="17119">
                  <c:v>9.829601789261536E+17</c:v>
                </c:pt>
                <c:pt idx="17120">
                  <c:v>9.8296609944633037E+17</c:v>
                </c:pt>
                <c:pt idx="17121">
                  <c:v>9.8297019382234611E+17</c:v>
                </c:pt>
                <c:pt idx="17122">
                  <c:v>9.8297286462145242E+17</c:v>
                </c:pt>
                <c:pt idx="17123">
                  <c:v>9.8298129820966822E+17</c:v>
                </c:pt>
                <c:pt idx="17124">
                  <c:v>9.8298791710712858E+17</c:v>
                </c:pt>
                <c:pt idx="17125">
                  <c:v>9.8299994282991654E+17</c:v>
                </c:pt>
                <c:pt idx="17126">
                  <c:v>9.8301104656659571E+17</c:v>
                </c:pt>
                <c:pt idx="17127">
                  <c:v>9.8305569678045594E+17</c:v>
                </c:pt>
                <c:pt idx="17128">
                  <c:v>9.8307362129256218E+17</c:v>
                </c:pt>
                <c:pt idx="17129">
                  <c:v>9.8314208798571661E+17</c:v>
                </c:pt>
                <c:pt idx="17130">
                  <c:v>9.8318346879018714E+17</c:v>
                </c:pt>
                <c:pt idx="17131">
                  <c:v>9.8324230734836006E+17</c:v>
                </c:pt>
                <c:pt idx="17132">
                  <c:v>9.8325282976317926E+17</c:v>
                </c:pt>
                <c:pt idx="17133">
                  <c:v>9.8325717531777715E+17</c:v>
                </c:pt>
                <c:pt idx="17134">
                  <c:v>9.8327027658478733E+17</c:v>
                </c:pt>
                <c:pt idx="17135">
                  <c:v>9.8331802835774528E+17</c:v>
                </c:pt>
                <c:pt idx="17136">
                  <c:v>9.8333397573745472E+17</c:v>
                </c:pt>
                <c:pt idx="17137">
                  <c:v>9.8362392103472525E+17</c:v>
                </c:pt>
                <c:pt idx="17138">
                  <c:v>9.8362399641592051E+17</c:v>
                </c:pt>
                <c:pt idx="17139">
                  <c:v>9.8362751376152013E+17</c:v>
                </c:pt>
                <c:pt idx="17140">
                  <c:v>9.836753238168329E+17</c:v>
                </c:pt>
                <c:pt idx="17141">
                  <c:v>9.8373624702343949E+17</c:v>
                </c:pt>
                <c:pt idx="17142">
                  <c:v>9.8374792274360704E+17</c:v>
                </c:pt>
                <c:pt idx="17143">
                  <c:v>9.8376084247084134E+17</c:v>
                </c:pt>
                <c:pt idx="17144">
                  <c:v>9.8376417660862848E+17</c:v>
                </c:pt>
                <c:pt idx="17145">
                  <c:v>9.837704843027671E+17</c:v>
                </c:pt>
                <c:pt idx="17146">
                  <c:v>9.8377333871903155E+17</c:v>
                </c:pt>
                <c:pt idx="17147">
                  <c:v>9.8377376853103437E+17</c:v>
                </c:pt>
                <c:pt idx="17148">
                  <c:v>9.8377681928075392E+17</c:v>
                </c:pt>
                <c:pt idx="17149">
                  <c:v>9.8378655446267149E+17</c:v>
                </c:pt>
                <c:pt idx="17150">
                  <c:v>9.8379039448021568E+17</c:v>
                </c:pt>
                <c:pt idx="17151">
                  <c:v>9.8383395962752666E+17</c:v>
                </c:pt>
                <c:pt idx="17152">
                  <c:v>9.8385111876182925E+17</c:v>
                </c:pt>
                <c:pt idx="17153">
                  <c:v>9.8396633139325914E+17</c:v>
                </c:pt>
                <c:pt idx="17154">
                  <c:v>9.8397270035165632E+17</c:v>
                </c:pt>
                <c:pt idx="17155">
                  <c:v>9.8403186531235494E+17</c:v>
                </c:pt>
                <c:pt idx="17156">
                  <c:v>9.8431650964447398E+17</c:v>
                </c:pt>
                <c:pt idx="17157">
                  <c:v>9.8433627846679834E+17</c:v>
                </c:pt>
                <c:pt idx="17158">
                  <c:v>9.8435496039121293E+17</c:v>
                </c:pt>
                <c:pt idx="17159">
                  <c:v>9.8437885638197363E+17</c:v>
                </c:pt>
                <c:pt idx="17160">
                  <c:v>9.8438207404052685E+17</c:v>
                </c:pt>
                <c:pt idx="17161">
                  <c:v>9.8438817012760691E+17</c:v>
                </c:pt>
                <c:pt idx="17162">
                  <c:v>9.843944070719104E+17</c:v>
                </c:pt>
                <c:pt idx="17163">
                  <c:v>9.8439799647557837E+17</c:v>
                </c:pt>
                <c:pt idx="17164">
                  <c:v>9.84417251011616E+17</c:v>
                </c:pt>
                <c:pt idx="17165">
                  <c:v>9.8442146619503437E+17</c:v>
                </c:pt>
                <c:pt idx="17166">
                  <c:v>9.8442342010608589E+17</c:v>
                </c:pt>
                <c:pt idx="17167">
                  <c:v>9.8442495066163379E+17</c:v>
                </c:pt>
                <c:pt idx="17168">
                  <c:v>9.8442628999309862E+17</c:v>
                </c:pt>
                <c:pt idx="17169">
                  <c:v>9.8448330221107635E+17</c:v>
                </c:pt>
                <c:pt idx="17170">
                  <c:v>9.8448343747068109E+17</c:v>
                </c:pt>
                <c:pt idx="17171">
                  <c:v>9.84486957429824E+17</c:v>
                </c:pt>
                <c:pt idx="17172">
                  <c:v>9.8449033953585651E+17</c:v>
                </c:pt>
                <c:pt idx="17173">
                  <c:v>9.8449421647975834E+17</c:v>
                </c:pt>
                <c:pt idx="17174">
                  <c:v>9.8450296464494106E+17</c:v>
                </c:pt>
                <c:pt idx="17175">
                  <c:v>9.8451976450179405E+17</c:v>
                </c:pt>
                <c:pt idx="17176">
                  <c:v>9.8452311579751808E+17</c:v>
                </c:pt>
                <c:pt idx="17177">
                  <c:v>9.8464807977871283E+17</c:v>
                </c:pt>
                <c:pt idx="17178">
                  <c:v>9.8480001558726976E+17</c:v>
                </c:pt>
                <c:pt idx="17179">
                  <c:v>9.8482102648685619E+17</c:v>
                </c:pt>
                <c:pt idx="17180">
                  <c:v>9.8483085538481638E+17</c:v>
                </c:pt>
                <c:pt idx="17181">
                  <c:v>9.8501041591579891E+17</c:v>
                </c:pt>
                <c:pt idx="17182">
                  <c:v>9.8504890523687219E+17</c:v>
                </c:pt>
                <c:pt idx="17183">
                  <c:v>9.850675792636704E+17</c:v>
                </c:pt>
                <c:pt idx="17184">
                  <c:v>9.8522089965273702E+17</c:v>
                </c:pt>
                <c:pt idx="17185">
                  <c:v>9.8527502144036275E+17</c:v>
                </c:pt>
                <c:pt idx="17186">
                  <c:v>9.852954174689335E+17</c:v>
                </c:pt>
                <c:pt idx="17187">
                  <c:v>9.8534759827308659E+17</c:v>
                </c:pt>
                <c:pt idx="17188">
                  <c:v>9.8541917137728717E+17</c:v>
                </c:pt>
                <c:pt idx="17189">
                  <c:v>9.8543206304510272E+17</c:v>
                </c:pt>
                <c:pt idx="17190">
                  <c:v>9.8552779361696179E+17</c:v>
                </c:pt>
                <c:pt idx="17191">
                  <c:v>9.8574769457077146E+17</c:v>
                </c:pt>
                <c:pt idx="17192">
                  <c:v>9.858024900958848E+17</c:v>
                </c:pt>
                <c:pt idx="17193">
                  <c:v>9.8585111991543334E+17</c:v>
                </c:pt>
                <c:pt idx="17194">
                  <c:v>9.8587586352100979E+17</c:v>
                </c:pt>
                <c:pt idx="17195">
                  <c:v>9.8590351368915059E+17</c:v>
                </c:pt>
                <c:pt idx="17196">
                  <c:v>9.8591893069651878E+17</c:v>
                </c:pt>
                <c:pt idx="17197">
                  <c:v>9.8593572742289818E+17</c:v>
                </c:pt>
                <c:pt idx="17198">
                  <c:v>9.8596864177456986E+17</c:v>
                </c:pt>
                <c:pt idx="17199">
                  <c:v>9.8597794271561472E+17</c:v>
                </c:pt>
                <c:pt idx="17200">
                  <c:v>9.8598677049675891E+17</c:v>
                </c:pt>
                <c:pt idx="17201">
                  <c:v>9.8599509671516493E+17</c:v>
                </c:pt>
                <c:pt idx="17202">
                  <c:v>9.8600194756308838E+17</c:v>
                </c:pt>
                <c:pt idx="17203">
                  <c:v>9.8608948582257779E+17</c:v>
                </c:pt>
                <c:pt idx="17204">
                  <c:v>9.8610812635407168E+17</c:v>
                </c:pt>
                <c:pt idx="17205">
                  <c:v>9.8643913178330394E+17</c:v>
                </c:pt>
                <c:pt idx="17206">
                  <c:v>9.8646521859913651E+17</c:v>
                </c:pt>
                <c:pt idx="17207">
                  <c:v>9.8653862260605862E+17</c:v>
                </c:pt>
                <c:pt idx="17208">
                  <c:v>9.8654797504365619E+17</c:v>
                </c:pt>
                <c:pt idx="17209">
                  <c:v>9.8655270450766682E+17</c:v>
                </c:pt>
                <c:pt idx="17210">
                  <c:v>9.8659396767670925E+17</c:v>
                </c:pt>
                <c:pt idx="17211">
                  <c:v>9.8664221322606963E+17</c:v>
                </c:pt>
                <c:pt idx="17212">
                  <c:v>9.8682518023383334E+17</c:v>
                </c:pt>
                <c:pt idx="17213">
                  <c:v>9.868516853944777E+17</c:v>
                </c:pt>
                <c:pt idx="17214">
                  <c:v>9.8690846676820365E+17</c:v>
                </c:pt>
                <c:pt idx="17215">
                  <c:v>9.8696397630014131E+17</c:v>
                </c:pt>
                <c:pt idx="17216">
                  <c:v>9.8699662556588493E+17</c:v>
                </c:pt>
                <c:pt idx="17217">
                  <c:v>9.8718038053164941E+17</c:v>
                </c:pt>
                <c:pt idx="17218">
                  <c:v>9.8723946689692595E+17</c:v>
                </c:pt>
                <c:pt idx="17219">
                  <c:v>9.8724901835424832E+17</c:v>
                </c:pt>
                <c:pt idx="17220">
                  <c:v>9.8725082383406554E+17</c:v>
                </c:pt>
                <c:pt idx="17221">
                  <c:v>9.8726759238749107E+17</c:v>
                </c:pt>
                <c:pt idx="17222">
                  <c:v>9.8727108344766899E+17</c:v>
                </c:pt>
                <c:pt idx="17223">
                  <c:v>9.8729010465426982E+17</c:v>
                </c:pt>
                <c:pt idx="17224">
                  <c:v>9.8738074454322061E+17</c:v>
                </c:pt>
                <c:pt idx="17225">
                  <c:v>9.8739158386607603E+17</c:v>
                </c:pt>
                <c:pt idx="17226">
                  <c:v>9.8740262923325414E+17</c:v>
                </c:pt>
                <c:pt idx="17227">
                  <c:v>9.8742617360866291E+17</c:v>
                </c:pt>
                <c:pt idx="17228">
                  <c:v>9.8744771443333658E+17</c:v>
                </c:pt>
                <c:pt idx="17229">
                  <c:v>9.8745042377860147E+17</c:v>
                </c:pt>
                <c:pt idx="17230">
                  <c:v>9.8745532490004045E+17</c:v>
                </c:pt>
                <c:pt idx="17231">
                  <c:v>9.8747579121514906E+17</c:v>
                </c:pt>
                <c:pt idx="17232">
                  <c:v>9.8749523976679258E+17</c:v>
                </c:pt>
                <c:pt idx="17233">
                  <c:v>9.875391966021385E+17</c:v>
                </c:pt>
                <c:pt idx="17234">
                  <c:v>9.8755317700524979E+17</c:v>
                </c:pt>
                <c:pt idx="17235">
                  <c:v>9.8757414030198989E+17</c:v>
                </c:pt>
                <c:pt idx="17236">
                  <c:v>9.8759521576067968E+17</c:v>
                </c:pt>
                <c:pt idx="17237">
                  <c:v>9.8763416229199706E+17</c:v>
                </c:pt>
                <c:pt idx="17238">
                  <c:v>9.8796282744394995E+17</c:v>
                </c:pt>
                <c:pt idx="17239">
                  <c:v>9.8796650055754278E+17</c:v>
                </c:pt>
                <c:pt idx="17240">
                  <c:v>9.8801006268640755E+17</c:v>
                </c:pt>
                <c:pt idx="17241">
                  <c:v>9.880422014278793E+17</c:v>
                </c:pt>
                <c:pt idx="17242">
                  <c:v>9.8804500659056614E+17</c:v>
                </c:pt>
                <c:pt idx="17243">
                  <c:v>9.8805934156782182E+17</c:v>
                </c:pt>
                <c:pt idx="17244">
                  <c:v>9.8807919827931891E+17</c:v>
                </c:pt>
                <c:pt idx="17245">
                  <c:v>9.8808946664841907E+17</c:v>
                </c:pt>
                <c:pt idx="17246">
                  <c:v>9.8809728764106637E+17</c:v>
                </c:pt>
                <c:pt idx="17247">
                  <c:v>9.8810360188286797E+17</c:v>
                </c:pt>
                <c:pt idx="17248">
                  <c:v>9.8810954194429466E+17</c:v>
                </c:pt>
                <c:pt idx="17249">
                  <c:v>9.8812265770514176E+17</c:v>
                </c:pt>
                <c:pt idx="17250">
                  <c:v>9.8813071830034189E+17</c:v>
                </c:pt>
                <c:pt idx="17251">
                  <c:v>9.881351599823817E+17</c:v>
                </c:pt>
                <c:pt idx="17252">
                  <c:v>9.8815575278602496E+17</c:v>
                </c:pt>
                <c:pt idx="17253">
                  <c:v>9.8815940557854643E+17</c:v>
                </c:pt>
                <c:pt idx="17254">
                  <c:v>9.8816435383105293E+17</c:v>
                </c:pt>
                <c:pt idx="17255">
                  <c:v>9.8816441259773274E+17</c:v>
                </c:pt>
                <c:pt idx="17256">
                  <c:v>9.8817740860981978E+17</c:v>
                </c:pt>
                <c:pt idx="17257">
                  <c:v>9.8819131380657651E+17</c:v>
                </c:pt>
                <c:pt idx="17258">
                  <c:v>9.8819303413432883E+17</c:v>
                </c:pt>
                <c:pt idx="17259">
                  <c:v>9.8819583593630938E+17</c:v>
                </c:pt>
                <c:pt idx="17260">
                  <c:v>9.882492005405911E+17</c:v>
                </c:pt>
                <c:pt idx="17261">
                  <c:v>9.8826855806789632E+17</c:v>
                </c:pt>
                <c:pt idx="17262">
                  <c:v>9.8827342800851853E+17</c:v>
                </c:pt>
                <c:pt idx="17263">
                  <c:v>9.8827594350564698E+17</c:v>
                </c:pt>
                <c:pt idx="17264">
                  <c:v>9.8827815599639923E+17</c:v>
                </c:pt>
                <c:pt idx="17265">
                  <c:v>9.8831790205657434E+17</c:v>
                </c:pt>
                <c:pt idx="17266">
                  <c:v>9.883268564000329E+17</c:v>
                </c:pt>
                <c:pt idx="17267">
                  <c:v>9.8834326762894029E+17</c:v>
                </c:pt>
                <c:pt idx="17268">
                  <c:v>9.8835256225126771E+17</c:v>
                </c:pt>
                <c:pt idx="17269">
                  <c:v>9.883589874168585E+17</c:v>
                </c:pt>
                <c:pt idx="17270">
                  <c:v>9.8836799334780326E+17</c:v>
                </c:pt>
                <c:pt idx="17271">
                  <c:v>9.8837686926865677E+17</c:v>
                </c:pt>
                <c:pt idx="17272">
                  <c:v>9.8840267360366298E+17</c:v>
                </c:pt>
                <c:pt idx="17273">
                  <c:v>9.8863662896159526E+17</c:v>
                </c:pt>
                <c:pt idx="17274">
                  <c:v>9.8865308976600269E+17</c:v>
                </c:pt>
                <c:pt idx="17275">
                  <c:v>9.8868967398210586E+17</c:v>
                </c:pt>
                <c:pt idx="17276">
                  <c:v>9.8869949009520154E+17</c:v>
                </c:pt>
                <c:pt idx="17277">
                  <c:v>9.8872077093919194E+17</c:v>
                </c:pt>
                <c:pt idx="17278">
                  <c:v>9.8873335459397184E+17</c:v>
                </c:pt>
                <c:pt idx="17279">
                  <c:v>9.887873937019511E+17</c:v>
                </c:pt>
                <c:pt idx="17280">
                  <c:v>9.8880740858348403E+17</c:v>
                </c:pt>
                <c:pt idx="17281">
                  <c:v>9.8881940444775078E+17</c:v>
                </c:pt>
                <c:pt idx="17282">
                  <c:v>9.8882491048205453E+17</c:v>
                </c:pt>
                <c:pt idx="17283">
                  <c:v>9.888360322461769E+17</c:v>
                </c:pt>
                <c:pt idx="17284">
                  <c:v>9.8884349941404634E+17</c:v>
                </c:pt>
                <c:pt idx="17285">
                  <c:v>9.888506962591735E+17</c:v>
                </c:pt>
                <c:pt idx="17286">
                  <c:v>9.8886664128799155E+17</c:v>
                </c:pt>
                <c:pt idx="17287">
                  <c:v>9.888778202824407E+17</c:v>
                </c:pt>
                <c:pt idx="17288">
                  <c:v>9.8892575005738074E+17</c:v>
                </c:pt>
                <c:pt idx="17289">
                  <c:v>9.8900939315287283E+17</c:v>
                </c:pt>
                <c:pt idx="17290">
                  <c:v>9.8903725744845901E+17</c:v>
                </c:pt>
                <c:pt idx="17291">
                  <c:v>9.8905499445430938E+17</c:v>
                </c:pt>
                <c:pt idx="17292">
                  <c:v>9.8910514467212275E+17</c:v>
                </c:pt>
                <c:pt idx="17293">
                  <c:v>9.8914157665136998E+17</c:v>
                </c:pt>
                <c:pt idx="17294">
                  <c:v>9.8934135708777651E+17</c:v>
                </c:pt>
                <c:pt idx="17295">
                  <c:v>9.8937560339343514E+17</c:v>
                </c:pt>
                <c:pt idx="17296">
                  <c:v>9.8938708315219405E+17</c:v>
                </c:pt>
                <c:pt idx="17297">
                  <c:v>9.8944714245914048E+17</c:v>
                </c:pt>
                <c:pt idx="17298">
                  <c:v>9.8944715012754176E+17</c:v>
                </c:pt>
                <c:pt idx="17299">
                  <c:v>9.8944715540781261E+17</c:v>
                </c:pt>
                <c:pt idx="17300">
                  <c:v>9.8952621073862515E+17</c:v>
                </c:pt>
                <c:pt idx="17301">
                  <c:v>9.8975155098166208E+17</c:v>
                </c:pt>
                <c:pt idx="17302">
                  <c:v>9.898034236466665E+17</c:v>
                </c:pt>
                <c:pt idx="17303">
                  <c:v>9.8982195183132096E+17</c:v>
                </c:pt>
                <c:pt idx="17304">
                  <c:v>9.9011426529264614E+17</c:v>
                </c:pt>
                <c:pt idx="17305">
                  <c:v>9.9012260897060122E+17</c:v>
                </c:pt>
                <c:pt idx="17306">
                  <c:v>9.9012449180719258E+17</c:v>
                </c:pt>
                <c:pt idx="17307">
                  <c:v>9.9013533542441126E+17</c:v>
                </c:pt>
                <c:pt idx="17308">
                  <c:v>9.9014507628227174E+17</c:v>
                </c:pt>
                <c:pt idx="17309">
                  <c:v>9.9014985471173632E+17</c:v>
                </c:pt>
                <c:pt idx="17310">
                  <c:v>9.9015603452616858E+17</c:v>
                </c:pt>
                <c:pt idx="17311">
                  <c:v>9.9023852462684058E+17</c:v>
                </c:pt>
                <c:pt idx="17312">
                  <c:v>9.9024787973527309E+17</c:v>
                </c:pt>
                <c:pt idx="17313">
                  <c:v>9.9026092582787994E+17</c:v>
                </c:pt>
                <c:pt idx="17314">
                  <c:v>9.9026837779578048E+17</c:v>
                </c:pt>
                <c:pt idx="17315">
                  <c:v>9.9027848842537882E+17</c:v>
                </c:pt>
                <c:pt idx="17316">
                  <c:v>9.9028567545143667E+17</c:v>
                </c:pt>
                <c:pt idx="17317">
                  <c:v>9.9036514394829658E+17</c:v>
                </c:pt>
                <c:pt idx="17318">
                  <c:v>9.9042805585853248E+17</c:v>
                </c:pt>
                <c:pt idx="17319">
                  <c:v>9.9042811989366374E+17</c:v>
                </c:pt>
                <c:pt idx="17320">
                  <c:v>9.9042816107598643E+17</c:v>
                </c:pt>
                <c:pt idx="17321">
                  <c:v>9.9042824926043802E+17</c:v>
                </c:pt>
                <c:pt idx="17322">
                  <c:v>9.9044074067870963E+17</c:v>
                </c:pt>
                <c:pt idx="17323">
                  <c:v>9.9044199393112512E+17</c:v>
                </c:pt>
                <c:pt idx="17324">
                  <c:v>9.904491891424073E+17</c:v>
                </c:pt>
                <c:pt idx="17325">
                  <c:v>9.9048488940498842E+17</c:v>
                </c:pt>
                <c:pt idx="17326">
                  <c:v>9.90485581101168E+17</c:v>
                </c:pt>
                <c:pt idx="17327">
                  <c:v>9.9062980174748851E+17</c:v>
                </c:pt>
                <c:pt idx="17328">
                  <c:v>9.9092815031046579E+17</c:v>
                </c:pt>
                <c:pt idx="17329">
                  <c:v>9.9093483302731277E+17</c:v>
                </c:pt>
                <c:pt idx="17330">
                  <c:v>9.9095381430956122E+17</c:v>
                </c:pt>
                <c:pt idx="17331">
                  <c:v>9.909745893170039E+17</c:v>
                </c:pt>
                <c:pt idx="17332">
                  <c:v>9.9098864273210048E+17</c:v>
                </c:pt>
                <c:pt idx="17333">
                  <c:v>9.9101111353474483E+17</c:v>
                </c:pt>
                <c:pt idx="17334">
                  <c:v>9.9103649196418227E+17</c:v>
                </c:pt>
                <c:pt idx="17335">
                  <c:v>9.910545557932119E+17</c:v>
                </c:pt>
                <c:pt idx="17336">
                  <c:v>9.912041090606281E+17</c:v>
                </c:pt>
                <c:pt idx="17337">
                  <c:v>9.9132345707909146E+17</c:v>
                </c:pt>
                <c:pt idx="17338">
                  <c:v>9.9132600151349466E+17</c:v>
                </c:pt>
                <c:pt idx="17339">
                  <c:v>9.9152066568614451E+17</c:v>
                </c:pt>
                <c:pt idx="17340">
                  <c:v>9.9163575901798989E+17</c:v>
                </c:pt>
                <c:pt idx="17341">
                  <c:v>9.9166009668619763E+17</c:v>
                </c:pt>
                <c:pt idx="17342">
                  <c:v>9.9170329601685248E+17</c:v>
                </c:pt>
                <c:pt idx="17343">
                  <c:v>9.9171185638058688E+17</c:v>
                </c:pt>
                <c:pt idx="17344">
                  <c:v>9.9171359495758029E+17</c:v>
                </c:pt>
                <c:pt idx="17345">
                  <c:v>9.9173664712616243E+17</c:v>
                </c:pt>
                <c:pt idx="17346">
                  <c:v>9.9174614319814234E+17</c:v>
                </c:pt>
                <c:pt idx="17347">
                  <c:v>9.9178891154664294E+17</c:v>
                </c:pt>
                <c:pt idx="17348">
                  <c:v>9.9179202830154061E+17</c:v>
                </c:pt>
                <c:pt idx="17349">
                  <c:v>9.9182692088080371E+17</c:v>
                </c:pt>
                <c:pt idx="17350">
                  <c:v>9.9183609807436339E+17</c:v>
                </c:pt>
                <c:pt idx="17351">
                  <c:v>9.9187054952970291E+17</c:v>
                </c:pt>
                <c:pt idx="17352">
                  <c:v>9.9187163413634086E+17</c:v>
                </c:pt>
                <c:pt idx="17353">
                  <c:v>9.9192187414201882E+17</c:v>
                </c:pt>
                <c:pt idx="17354">
                  <c:v>9.9227883794793434E+17</c:v>
                </c:pt>
                <c:pt idx="17355">
                  <c:v>9.923368308622903E+17</c:v>
                </c:pt>
                <c:pt idx="17356">
                  <c:v>9.9241610648086157E+17</c:v>
                </c:pt>
                <c:pt idx="17357">
                  <c:v>9.9253113197160128E+17</c:v>
                </c:pt>
                <c:pt idx="17358">
                  <c:v>9.9254531972329818E+17</c:v>
                </c:pt>
                <c:pt idx="17359">
                  <c:v>9.9255139425562138E+17</c:v>
                </c:pt>
                <c:pt idx="17360">
                  <c:v>9.9256352326898982E+17</c:v>
                </c:pt>
                <c:pt idx="17361">
                  <c:v>9.9264129143596634E+17</c:v>
                </c:pt>
                <c:pt idx="17362">
                  <c:v>9.9271505363996211E+17</c:v>
                </c:pt>
                <c:pt idx="17363">
                  <c:v>9.927279311820073E+17</c:v>
                </c:pt>
                <c:pt idx="17364">
                  <c:v>9.9281182933843827E+17</c:v>
                </c:pt>
                <c:pt idx="17365">
                  <c:v>9.9298547875248742E+17</c:v>
                </c:pt>
                <c:pt idx="17366">
                  <c:v>9.9304492006201357E+17</c:v>
                </c:pt>
                <c:pt idx="17367">
                  <c:v>9.9306213678728986E+17</c:v>
                </c:pt>
                <c:pt idx="17368">
                  <c:v>9.9307611297095718E+17</c:v>
                </c:pt>
                <c:pt idx="17369">
                  <c:v>9.9308249819609779E+17</c:v>
                </c:pt>
                <c:pt idx="17370">
                  <c:v>9.9311713181613414E+17</c:v>
                </c:pt>
                <c:pt idx="17371">
                  <c:v>9.9311777918648102E+17</c:v>
                </c:pt>
                <c:pt idx="17372">
                  <c:v>9.9318886625111949E+17</c:v>
                </c:pt>
                <c:pt idx="17373">
                  <c:v>9.9322109182297818E+17</c:v>
                </c:pt>
                <c:pt idx="17374">
                  <c:v>9.9327416784714726E+17</c:v>
                </c:pt>
                <c:pt idx="17375">
                  <c:v>9.9331226676134144E+17</c:v>
                </c:pt>
                <c:pt idx="17376">
                  <c:v>9.9334270225911053E+17</c:v>
                </c:pt>
                <c:pt idx="17377">
                  <c:v>9.9334846396347904E+17</c:v>
                </c:pt>
                <c:pt idx="17378">
                  <c:v>9.9335387405001088E+17</c:v>
                </c:pt>
                <c:pt idx="17379">
                  <c:v>9.9340840167778291E+17</c:v>
                </c:pt>
                <c:pt idx="17380">
                  <c:v>9.9346355141196134E+17</c:v>
                </c:pt>
                <c:pt idx="17381">
                  <c:v>9.9349921934410534E+17</c:v>
                </c:pt>
                <c:pt idx="17382">
                  <c:v>9.9369729545389235E+17</c:v>
                </c:pt>
                <c:pt idx="17383">
                  <c:v>9.9376112878269402E+17</c:v>
                </c:pt>
                <c:pt idx="17384">
                  <c:v>9.9376235456911962E+17</c:v>
                </c:pt>
                <c:pt idx="17385">
                  <c:v>9.9379261964329715E+17</c:v>
                </c:pt>
                <c:pt idx="17386">
                  <c:v>9.9382614860994842E+17</c:v>
                </c:pt>
                <c:pt idx="17387">
                  <c:v>9.9383778125019878E+17</c:v>
                </c:pt>
                <c:pt idx="17388">
                  <c:v>9.9385725209504832E+17</c:v>
                </c:pt>
                <c:pt idx="17389">
                  <c:v>9.9387215826479949E+17</c:v>
                </c:pt>
                <c:pt idx="17390">
                  <c:v>9.9390260843216781E+17</c:v>
                </c:pt>
                <c:pt idx="17391">
                  <c:v>9.9392560499377766E+17</c:v>
                </c:pt>
                <c:pt idx="17392">
                  <c:v>9.9394311413779891E+17</c:v>
                </c:pt>
                <c:pt idx="17393">
                  <c:v>9.9396688599628096E+17</c:v>
                </c:pt>
                <c:pt idx="17394">
                  <c:v>9.9396951953766234E+17</c:v>
                </c:pt>
                <c:pt idx="17395">
                  <c:v>9.93983860075824E+17</c:v>
                </c:pt>
                <c:pt idx="17396">
                  <c:v>9.9401081755180915E+17</c:v>
                </c:pt>
                <c:pt idx="17397">
                  <c:v>9.9408005913578867E+17</c:v>
                </c:pt>
                <c:pt idx="17398">
                  <c:v>9.9413687131322867E+17</c:v>
                </c:pt>
                <c:pt idx="17399">
                  <c:v>9.9414586256750182E+17</c:v>
                </c:pt>
                <c:pt idx="17400">
                  <c:v>9.9437244039677312E+17</c:v>
                </c:pt>
                <c:pt idx="17401">
                  <c:v>9.9448298129862554E+17</c:v>
                </c:pt>
                <c:pt idx="17402">
                  <c:v>9.9453946062062067E+17</c:v>
                </c:pt>
                <c:pt idx="17403">
                  <c:v>9.9459470908517709E+17</c:v>
                </c:pt>
                <c:pt idx="17404">
                  <c:v>9.9459635923307494E+17</c:v>
                </c:pt>
                <c:pt idx="17405">
                  <c:v>9.9460644627217318E+17</c:v>
                </c:pt>
                <c:pt idx="17406">
                  <c:v>9.9461252355903629E+17</c:v>
                </c:pt>
                <c:pt idx="17407">
                  <c:v>9.9462421050305178E+17</c:v>
                </c:pt>
                <c:pt idx="17408">
                  <c:v>9.9462494680058253E+17</c:v>
                </c:pt>
                <c:pt idx="17409">
                  <c:v>9.9463155948915072E+17</c:v>
                </c:pt>
                <c:pt idx="17410">
                  <c:v>9.9464060060868019E+17</c:v>
                </c:pt>
                <c:pt idx="17411">
                  <c:v>9.9466345984356365E+17</c:v>
                </c:pt>
                <c:pt idx="17412">
                  <c:v>9.9467595717356518E+17</c:v>
                </c:pt>
                <c:pt idx="17413">
                  <c:v>9.9468174625512166E+17</c:v>
                </c:pt>
                <c:pt idx="17414">
                  <c:v>9.9468182594987789E+17</c:v>
                </c:pt>
                <c:pt idx="17415">
                  <c:v>9.9468757184333939E+17</c:v>
                </c:pt>
                <c:pt idx="17416">
                  <c:v>9.946989629195767E+17</c:v>
                </c:pt>
                <c:pt idx="17417">
                  <c:v>9.9470024008079859E+17</c:v>
                </c:pt>
                <c:pt idx="17418">
                  <c:v>9.9483064702757235E+17</c:v>
                </c:pt>
                <c:pt idx="17419">
                  <c:v>9.9486259720816832E+17</c:v>
                </c:pt>
                <c:pt idx="17420">
                  <c:v>9.9491327776698022E+17</c:v>
                </c:pt>
                <c:pt idx="17421">
                  <c:v>9.9522552538004531E+17</c:v>
                </c:pt>
                <c:pt idx="17422">
                  <c:v>9.9523347057118362E+17</c:v>
                </c:pt>
                <c:pt idx="17423">
                  <c:v>9.953055054366953E+17</c:v>
                </c:pt>
                <c:pt idx="17424">
                  <c:v>9.9543854045824678E+17</c:v>
                </c:pt>
                <c:pt idx="17425">
                  <c:v>9.95448841878928E+17</c:v>
                </c:pt>
                <c:pt idx="17426">
                  <c:v>9.9549832444173107E+17</c:v>
                </c:pt>
                <c:pt idx="17427">
                  <c:v>9.9551851281140147E+17</c:v>
                </c:pt>
                <c:pt idx="17428">
                  <c:v>9.9562351473433677E+17</c:v>
                </c:pt>
                <c:pt idx="17429">
                  <c:v>9.9571309971524838E+17</c:v>
                </c:pt>
                <c:pt idx="17430">
                  <c:v>9.9586891708157965E+17</c:v>
                </c:pt>
                <c:pt idx="17431">
                  <c:v>9.9588423496889626E+17</c:v>
                </c:pt>
                <c:pt idx="17432">
                  <c:v>9.9594500098078938E+17</c:v>
                </c:pt>
                <c:pt idx="17433">
                  <c:v>9.9604280494024998E+17</c:v>
                </c:pt>
                <c:pt idx="17434">
                  <c:v>9.9605946961311936E+17</c:v>
                </c:pt>
                <c:pt idx="17435">
                  <c:v>9.9606524628454093E+17</c:v>
                </c:pt>
                <c:pt idx="17436">
                  <c:v>9.9608111456640282E+17</c:v>
                </c:pt>
                <c:pt idx="17437">
                  <c:v>9.9610023924996134E+17</c:v>
                </c:pt>
                <c:pt idx="17438">
                  <c:v>9.9610866705710182E+17</c:v>
                </c:pt>
                <c:pt idx="17439">
                  <c:v>9.9611328137657958E+17</c:v>
                </c:pt>
                <c:pt idx="17440">
                  <c:v>9.9611837569601408E+17</c:v>
                </c:pt>
                <c:pt idx="17441">
                  <c:v>9.9613027600086157E+17</c:v>
                </c:pt>
                <c:pt idx="17442">
                  <c:v>9.9613070129947392E+17</c:v>
                </c:pt>
                <c:pt idx="17443">
                  <c:v>9.9613594183630298E+17</c:v>
                </c:pt>
                <c:pt idx="17444">
                  <c:v>9.9613885971501491E+17</c:v>
                </c:pt>
                <c:pt idx="17445">
                  <c:v>9.961460644494912E+17</c:v>
                </c:pt>
                <c:pt idx="17446">
                  <c:v>9.9615076591897741E+17</c:v>
                </c:pt>
                <c:pt idx="17447">
                  <c:v>9.9615658239375859E+17</c:v>
                </c:pt>
                <c:pt idx="17448">
                  <c:v>9.961600042982473E+17</c:v>
                </c:pt>
                <c:pt idx="17449">
                  <c:v>9.9616942877013158E+17</c:v>
                </c:pt>
                <c:pt idx="17450">
                  <c:v>9.9617177771470592E+17</c:v>
                </c:pt>
                <c:pt idx="17451">
                  <c:v>9.9617368410617562E+17</c:v>
                </c:pt>
                <c:pt idx="17452">
                  <c:v>9.9626919533528832E+17</c:v>
                </c:pt>
                <c:pt idx="17453">
                  <c:v>9.963059083818304E+17</c:v>
                </c:pt>
                <c:pt idx="17454">
                  <c:v>9.9631135958344614E+17</c:v>
                </c:pt>
                <c:pt idx="17455">
                  <c:v>9.966246817192599E+17</c:v>
                </c:pt>
                <c:pt idx="17456">
                  <c:v>9.9668718891239078E+17</c:v>
                </c:pt>
                <c:pt idx="17457">
                  <c:v>9.9669639124038157E+17</c:v>
                </c:pt>
                <c:pt idx="17458">
                  <c:v>9.968119016321367E+17</c:v>
                </c:pt>
                <c:pt idx="17459">
                  <c:v>9.9684158829727616E+17</c:v>
                </c:pt>
                <c:pt idx="17460">
                  <c:v>9.9687406554082586E+17</c:v>
                </c:pt>
                <c:pt idx="17461">
                  <c:v>9.9692798722033754E+17</c:v>
                </c:pt>
                <c:pt idx="17462">
                  <c:v>9.9705743365877478E+17</c:v>
                </c:pt>
                <c:pt idx="17463">
                  <c:v>9.9706017989690214E+17</c:v>
                </c:pt>
                <c:pt idx="17464">
                  <c:v>9.9718297743334182E+17</c:v>
                </c:pt>
                <c:pt idx="17465">
                  <c:v>9.9742333563234598E+17</c:v>
                </c:pt>
                <c:pt idx="17466">
                  <c:v>9.9742736047998502E+17</c:v>
                </c:pt>
                <c:pt idx="17467">
                  <c:v>9.9746029303205478E+17</c:v>
                </c:pt>
                <c:pt idx="17468">
                  <c:v>9.9750469380449997E+17</c:v>
                </c:pt>
                <c:pt idx="17469">
                  <c:v>9.975147854758313E+17</c:v>
                </c:pt>
                <c:pt idx="17470">
                  <c:v>9.9765238966613568E+17</c:v>
                </c:pt>
                <c:pt idx="17471">
                  <c:v>9.9771093327700621E+17</c:v>
                </c:pt>
                <c:pt idx="17472">
                  <c:v>9.9774072240471552E+17</c:v>
                </c:pt>
                <c:pt idx="17473">
                  <c:v>9.9779142013664077E+17</c:v>
                </c:pt>
                <c:pt idx="17474">
                  <c:v>9.978965182247584E+17</c:v>
                </c:pt>
                <c:pt idx="17475">
                  <c:v>9.9811507907783821E+17</c:v>
                </c:pt>
                <c:pt idx="17476">
                  <c:v>9.9812915852426342E+17</c:v>
                </c:pt>
                <c:pt idx="17477">
                  <c:v>9.9812930672594739E+17</c:v>
                </c:pt>
                <c:pt idx="17478">
                  <c:v>9.9813709179621286E+17</c:v>
                </c:pt>
                <c:pt idx="17479">
                  <c:v>9.981464942452631E+17</c:v>
                </c:pt>
                <c:pt idx="17480">
                  <c:v>9.9819494274573568E+17</c:v>
                </c:pt>
                <c:pt idx="17481">
                  <c:v>9.9824939490211878E+17</c:v>
                </c:pt>
                <c:pt idx="17482">
                  <c:v>9.9832652384764122E+17</c:v>
                </c:pt>
                <c:pt idx="17483">
                  <c:v>9.9836963551297958E+17</c:v>
                </c:pt>
                <c:pt idx="17484">
                  <c:v>9.9845808185033741E+17</c:v>
                </c:pt>
                <c:pt idx="17485">
                  <c:v>9.9845808919190733E+17</c:v>
                </c:pt>
                <c:pt idx="17486">
                  <c:v>9.9847210534129101E+17</c:v>
                </c:pt>
                <c:pt idx="17487">
                  <c:v>9.9850548923002598E+17</c:v>
                </c:pt>
                <c:pt idx="17488">
                  <c:v>9.9850549533538355E+17</c:v>
                </c:pt>
                <c:pt idx="17489">
                  <c:v>9.9850549940483622E+17</c:v>
                </c:pt>
                <c:pt idx="17490">
                  <c:v>9.9851083381159053E+17</c:v>
                </c:pt>
                <c:pt idx="17491">
                  <c:v>9.9860718107838003E+17</c:v>
                </c:pt>
                <c:pt idx="17492">
                  <c:v>9.9884787621914278E+17</c:v>
                </c:pt>
                <c:pt idx="17493">
                  <c:v>9.9886074116112115E+17</c:v>
                </c:pt>
                <c:pt idx="17494">
                  <c:v>9.988856653816567E+17</c:v>
                </c:pt>
                <c:pt idx="17495">
                  <c:v>9.9890533710142362E+17</c:v>
                </c:pt>
                <c:pt idx="17496">
                  <c:v>9.9899451358655501E+17</c:v>
                </c:pt>
                <c:pt idx="17497">
                  <c:v>9.9900899021761344E+17</c:v>
                </c:pt>
                <c:pt idx="17498">
                  <c:v>9.990126016003264E+17</c:v>
                </c:pt>
                <c:pt idx="17499">
                  <c:v>9.990175906476745E+17</c:v>
                </c:pt>
                <c:pt idx="17500">
                  <c:v>9.9903089720028429E+17</c:v>
                </c:pt>
                <c:pt idx="17501">
                  <c:v>9.9906996797629658E+17</c:v>
                </c:pt>
                <c:pt idx="17502">
                  <c:v>9.9909840400636646E+17</c:v>
                </c:pt>
                <c:pt idx="17503">
                  <c:v>9.9924665288756992E+17</c:v>
                </c:pt>
                <c:pt idx="17504">
                  <c:v>9.9933336084185754E+17</c:v>
                </c:pt>
                <c:pt idx="17505">
                  <c:v>9.9952978170493517E+17</c:v>
                </c:pt>
                <c:pt idx="17506">
                  <c:v>9.9960230247990016E+17</c:v>
                </c:pt>
                <c:pt idx="17507">
                  <c:v>9.9963472298193357E+17</c:v>
                </c:pt>
                <c:pt idx="17508">
                  <c:v>9.9963658359184563E+17</c:v>
                </c:pt>
                <c:pt idx="17509">
                  <c:v>9.9969627692056589E+17</c:v>
                </c:pt>
                <c:pt idx="17510">
                  <c:v>9.9970821693445786E+17</c:v>
                </c:pt>
                <c:pt idx="17511">
                  <c:v>9.9971109304778765E+17</c:v>
                </c:pt>
                <c:pt idx="17512">
                  <c:v>9.9971551095746739E+17</c:v>
                </c:pt>
                <c:pt idx="17513">
                  <c:v>9.9973279476727501E+17</c:v>
                </c:pt>
                <c:pt idx="17514">
                  <c:v>9.997339320509833E+17</c:v>
                </c:pt>
                <c:pt idx="17515">
                  <c:v>9.9973648789301376E+17</c:v>
                </c:pt>
                <c:pt idx="17516">
                  <c:v>9.9975911876623142E+17</c:v>
                </c:pt>
                <c:pt idx="17517">
                  <c:v>9.9977262849745459E+17</c:v>
                </c:pt>
                <c:pt idx="17518">
                  <c:v>9.9993077452118323E+17</c:v>
                </c:pt>
                <c:pt idx="17519">
                  <c:v>1.000015071305007E+18</c:v>
                </c:pt>
                <c:pt idx="17520">
                  <c:v>1.000319192419196E+18</c:v>
                </c:pt>
                <c:pt idx="17521">
                  <c:v>1.00033345789153E+18</c:v>
                </c:pt>
                <c:pt idx="17522">
                  <c:v>1.000344878482981E+18</c:v>
                </c:pt>
                <c:pt idx="17523">
                  <c:v>1.000370178448442E+18</c:v>
                </c:pt>
                <c:pt idx="17524">
                  <c:v>1.000379067289248E+18</c:v>
                </c:pt>
                <c:pt idx="17525">
                  <c:v>1.000383587454672E+18</c:v>
                </c:pt>
                <c:pt idx="17526">
                  <c:v>1.000390987758159E+18</c:v>
                </c:pt>
                <c:pt idx="17527">
                  <c:v>1.0003971350003331E+18</c:v>
                </c:pt>
                <c:pt idx="17528">
                  <c:v>1.0004104807084131E+18</c:v>
                </c:pt>
                <c:pt idx="17529">
                  <c:v>1.0004173192962639E+18</c:v>
                </c:pt>
                <c:pt idx="17530">
                  <c:v>1.0004225479934001E+18</c:v>
                </c:pt>
                <c:pt idx="17531">
                  <c:v>1.000425129996775E+18</c:v>
                </c:pt>
                <c:pt idx="17532">
                  <c:v>1.000427460611415E+18</c:v>
                </c:pt>
                <c:pt idx="17533">
                  <c:v>1.0004939242400719E+18</c:v>
                </c:pt>
                <c:pt idx="17534">
                  <c:v>1.000495048844535E+18</c:v>
                </c:pt>
                <c:pt idx="17535">
                  <c:v>1.000496155831721E+18</c:v>
                </c:pt>
                <c:pt idx="17536">
                  <c:v>1.000578328688223E+18</c:v>
                </c:pt>
                <c:pt idx="17537">
                  <c:v>1.0006302176150371E+18</c:v>
                </c:pt>
                <c:pt idx="17538">
                  <c:v>1.000638783716837E+18</c:v>
                </c:pt>
                <c:pt idx="17539">
                  <c:v>1.000644084368754E+18</c:v>
                </c:pt>
                <c:pt idx="17540">
                  <c:v>1.000658732914711E+18</c:v>
                </c:pt>
                <c:pt idx="17541">
                  <c:v>1.0010289524449949E+18</c:v>
                </c:pt>
                <c:pt idx="17542">
                  <c:v>1.001143254997979E+18</c:v>
                </c:pt>
                <c:pt idx="17543">
                  <c:v>1.001194326474938E+18</c:v>
                </c:pt>
                <c:pt idx="17544">
                  <c:v>1.0012200328313469E+18</c:v>
                </c:pt>
                <c:pt idx="17545">
                  <c:v>1.0012212068881999E+18</c:v>
                </c:pt>
                <c:pt idx="17546">
                  <c:v>1.001225267982023E+18</c:v>
                </c:pt>
                <c:pt idx="17547">
                  <c:v>1.001256851145686E+18</c:v>
                </c:pt>
                <c:pt idx="17548">
                  <c:v>1.001340630048689E+18</c:v>
                </c:pt>
                <c:pt idx="17549">
                  <c:v>1.001419047913417E+18</c:v>
                </c:pt>
                <c:pt idx="17550">
                  <c:v>1.001720989270213E+18</c:v>
                </c:pt>
                <c:pt idx="17551">
                  <c:v>1.001771206253465E+18</c:v>
                </c:pt>
                <c:pt idx="17552">
                  <c:v>1.001780080527754E+18</c:v>
                </c:pt>
                <c:pt idx="17553">
                  <c:v>1.001879086290368E+18</c:v>
                </c:pt>
                <c:pt idx="17554">
                  <c:v>1.001884987855423E+18</c:v>
                </c:pt>
                <c:pt idx="17555">
                  <c:v>1.001931390275569E+18</c:v>
                </c:pt>
                <c:pt idx="17556">
                  <c:v>1.001944811453266E+18</c:v>
                </c:pt>
                <c:pt idx="17557">
                  <c:v>1.00194507937866E+18</c:v>
                </c:pt>
                <c:pt idx="17558">
                  <c:v>1.001957840102553E+18</c:v>
                </c:pt>
                <c:pt idx="17559">
                  <c:v>1.001958971893138E+18</c:v>
                </c:pt>
                <c:pt idx="17560">
                  <c:v>1.002036193969735E+18</c:v>
                </c:pt>
                <c:pt idx="17561">
                  <c:v>1.002117705740823E+18</c:v>
                </c:pt>
                <c:pt idx="17562">
                  <c:v>1.002141050754369E+18</c:v>
                </c:pt>
                <c:pt idx="17563">
                  <c:v>1.0023473232361411E+18</c:v>
                </c:pt>
                <c:pt idx="17564">
                  <c:v>1.002375995042746E+18</c:v>
                </c:pt>
                <c:pt idx="17565">
                  <c:v>1.002424188255346E+18</c:v>
                </c:pt>
                <c:pt idx="17566">
                  <c:v>1.002542489310218E+18</c:v>
                </c:pt>
                <c:pt idx="17567">
                  <c:v>1.0025754698385469E+18</c:v>
                </c:pt>
                <c:pt idx="17568">
                  <c:v>1.002639773550454E+18</c:v>
                </c:pt>
                <c:pt idx="17569">
                  <c:v>1.002687206056523E+18</c:v>
                </c:pt>
                <c:pt idx="17570">
                  <c:v>1.002726545948946E+18</c:v>
                </c:pt>
                <c:pt idx="17571">
                  <c:v>1.002779178121057E+18</c:v>
                </c:pt>
                <c:pt idx="17572">
                  <c:v>1.002797906443575E+18</c:v>
                </c:pt>
                <c:pt idx="17573">
                  <c:v>1.0028201950276669E+18</c:v>
                </c:pt>
                <c:pt idx="17574">
                  <c:v>1.002863901375114E+18</c:v>
                </c:pt>
                <c:pt idx="17575">
                  <c:v>1.002892671665663E+18</c:v>
                </c:pt>
                <c:pt idx="17576">
                  <c:v>1.002947163437147E+18</c:v>
                </c:pt>
                <c:pt idx="17577">
                  <c:v>1.002963309745697E+18</c:v>
                </c:pt>
                <c:pt idx="17578">
                  <c:v>1.002969981527034E+18</c:v>
                </c:pt>
                <c:pt idx="17579">
                  <c:v>1.0029783158285251E+18</c:v>
                </c:pt>
                <c:pt idx="17580">
                  <c:v>1.002984532412974E+18</c:v>
                </c:pt>
                <c:pt idx="17581">
                  <c:v>1.00300081342661E+18</c:v>
                </c:pt>
                <c:pt idx="17582">
                  <c:v>1.00315107337814E+18</c:v>
                </c:pt>
                <c:pt idx="17583">
                  <c:v>1.003179702818097E+18</c:v>
                </c:pt>
                <c:pt idx="17584">
                  <c:v>1.003220632667434E+18</c:v>
                </c:pt>
                <c:pt idx="17585">
                  <c:v>1.003250197970812E+18</c:v>
                </c:pt>
                <c:pt idx="17586">
                  <c:v>1.00328047339843E+18</c:v>
                </c:pt>
                <c:pt idx="17587">
                  <c:v>1.003295697991247E+18</c:v>
                </c:pt>
                <c:pt idx="17588">
                  <c:v>1.003318613286534E+18</c:v>
                </c:pt>
                <c:pt idx="17589">
                  <c:v>1.003319888143173E+18</c:v>
                </c:pt>
                <c:pt idx="17590">
                  <c:v>1.003326986219669E+18</c:v>
                </c:pt>
                <c:pt idx="17591">
                  <c:v>1.00332792277657E+18</c:v>
                </c:pt>
                <c:pt idx="17592">
                  <c:v>1.003345557403199E+18</c:v>
                </c:pt>
                <c:pt idx="17593">
                  <c:v>1.003350963616066E+18</c:v>
                </c:pt>
                <c:pt idx="17594">
                  <c:v>1.003370850528913E+18</c:v>
                </c:pt>
                <c:pt idx="17595">
                  <c:v>1.0033806483205309E+18</c:v>
                </c:pt>
                <c:pt idx="17596">
                  <c:v>1.003390861390032E+18</c:v>
                </c:pt>
                <c:pt idx="17597">
                  <c:v>1.003444577434038E+18</c:v>
                </c:pt>
                <c:pt idx="17598">
                  <c:v>1.003459900054442E+18</c:v>
                </c:pt>
                <c:pt idx="17599">
                  <c:v>1.0034634385424189E+18</c:v>
                </c:pt>
                <c:pt idx="17600">
                  <c:v>1.0034721579501091E+18</c:v>
                </c:pt>
                <c:pt idx="17601">
                  <c:v>1.0035061107512561E+18</c:v>
                </c:pt>
                <c:pt idx="17602">
                  <c:v>1.003525134057044E+18</c:v>
                </c:pt>
                <c:pt idx="17603">
                  <c:v>1.003547057168463E+18</c:v>
                </c:pt>
                <c:pt idx="17604">
                  <c:v>1.003558929822625E+18</c:v>
                </c:pt>
                <c:pt idx="17605">
                  <c:v>1.0035590389610589E+18</c:v>
                </c:pt>
                <c:pt idx="17606">
                  <c:v>1.003650096821078E+18</c:v>
                </c:pt>
                <c:pt idx="17607">
                  <c:v>1.003655204892005E+18</c:v>
                </c:pt>
                <c:pt idx="17608">
                  <c:v>1.003669442828281E+18</c:v>
                </c:pt>
                <c:pt idx="17609">
                  <c:v>1.00371498293821E+18</c:v>
                </c:pt>
                <c:pt idx="17610">
                  <c:v>1.003799966649964E+18</c:v>
                </c:pt>
                <c:pt idx="17611">
                  <c:v>1.003801883657045E+18</c:v>
                </c:pt>
                <c:pt idx="17612">
                  <c:v>1.003804844587198E+18</c:v>
                </c:pt>
                <c:pt idx="17613">
                  <c:v>1.003815222228923E+18</c:v>
                </c:pt>
                <c:pt idx="17614">
                  <c:v>1.003822593707615E+18</c:v>
                </c:pt>
                <c:pt idx="17615">
                  <c:v>1.003830707143036E+18</c:v>
                </c:pt>
                <c:pt idx="17616">
                  <c:v>1.003841234298378E+18</c:v>
                </c:pt>
                <c:pt idx="17617">
                  <c:v>1.0038579947716081E+18</c:v>
                </c:pt>
                <c:pt idx="17618">
                  <c:v>1.003875889612396E+18</c:v>
                </c:pt>
                <c:pt idx="17619">
                  <c:v>1.0038939876980029E+18</c:v>
                </c:pt>
                <c:pt idx="17620">
                  <c:v>1.00390894496167E+18</c:v>
                </c:pt>
                <c:pt idx="17621">
                  <c:v>1.003924620357926E+18</c:v>
                </c:pt>
                <c:pt idx="17622">
                  <c:v>1.003935401408842E+18</c:v>
                </c:pt>
                <c:pt idx="17623">
                  <c:v>1.003938855303454E+18</c:v>
                </c:pt>
                <c:pt idx="17624">
                  <c:v>1.003953063927087E+18</c:v>
                </c:pt>
                <c:pt idx="17625">
                  <c:v>1.0040086996699441E+18</c:v>
                </c:pt>
                <c:pt idx="17626">
                  <c:v>1.004017121910839E+18</c:v>
                </c:pt>
                <c:pt idx="17627">
                  <c:v>1.004025192629593E+18</c:v>
                </c:pt>
                <c:pt idx="17628">
                  <c:v>1.004034792272738E+18</c:v>
                </c:pt>
                <c:pt idx="17629">
                  <c:v>1.004048517121294E+18</c:v>
                </c:pt>
                <c:pt idx="17630">
                  <c:v>1.004052763783337E+18</c:v>
                </c:pt>
                <c:pt idx="17631">
                  <c:v>1.004060184983022E+18</c:v>
                </c:pt>
                <c:pt idx="17632">
                  <c:v>1.0040744894043331E+18</c:v>
                </c:pt>
                <c:pt idx="17633">
                  <c:v>1.004083439508036E+18</c:v>
                </c:pt>
                <c:pt idx="17634">
                  <c:v>1.004086157623039E+18</c:v>
                </c:pt>
                <c:pt idx="17635">
                  <c:v>1.004096828392754E+18</c:v>
                </c:pt>
                <c:pt idx="17636">
                  <c:v>1.004104862818487E+18</c:v>
                </c:pt>
                <c:pt idx="17637">
                  <c:v>1.00410895512666E+18</c:v>
                </c:pt>
                <c:pt idx="17638">
                  <c:v>1.004111627795823E+18</c:v>
                </c:pt>
                <c:pt idx="17639">
                  <c:v>1.004115557915769E+18</c:v>
                </c:pt>
                <c:pt idx="17640">
                  <c:v>1.004168571270406E+18</c:v>
                </c:pt>
                <c:pt idx="17641">
                  <c:v>1.004248199981838E+18</c:v>
                </c:pt>
                <c:pt idx="17642">
                  <c:v>1.004289135786939E+18</c:v>
                </c:pt>
                <c:pt idx="17643">
                  <c:v>1.00429883002105E+18</c:v>
                </c:pt>
                <c:pt idx="17644">
                  <c:v>1.004350381398924E+18</c:v>
                </c:pt>
                <c:pt idx="17645">
                  <c:v>1.0043668406551119E+18</c:v>
                </c:pt>
                <c:pt idx="17646">
                  <c:v>1.0043912506377841E+18</c:v>
                </c:pt>
                <c:pt idx="17647">
                  <c:v>1.004611755664942E+18</c:v>
                </c:pt>
                <c:pt idx="17648">
                  <c:v>1.004650476804178E+18</c:v>
                </c:pt>
                <c:pt idx="17649">
                  <c:v>1.004776104299634E+18</c:v>
                </c:pt>
                <c:pt idx="17650">
                  <c:v>1.0048415452495601E+18</c:v>
                </c:pt>
                <c:pt idx="17651">
                  <c:v>1.0048461886599491E+18</c:v>
                </c:pt>
                <c:pt idx="17652">
                  <c:v>1.004858183454869E+18</c:v>
                </c:pt>
                <c:pt idx="17653">
                  <c:v>1.004884017107408E+18</c:v>
                </c:pt>
                <c:pt idx="17654">
                  <c:v>1.0050707780737949E+18</c:v>
                </c:pt>
                <c:pt idx="17655">
                  <c:v>1.005086011474383E+18</c:v>
                </c:pt>
                <c:pt idx="17656">
                  <c:v>1.005245028936303E+18</c:v>
                </c:pt>
                <c:pt idx="17657">
                  <c:v>1.005349973299956E+18</c:v>
                </c:pt>
                <c:pt idx="17658">
                  <c:v>1.005389627661948E+18</c:v>
                </c:pt>
                <c:pt idx="17659">
                  <c:v>1.0053901653926269E+18</c:v>
                </c:pt>
                <c:pt idx="17660">
                  <c:v>1.005395554990433E+18</c:v>
                </c:pt>
                <c:pt idx="17661">
                  <c:v>1.0054375708053731E+18</c:v>
                </c:pt>
                <c:pt idx="17662">
                  <c:v>1.005445532741113E+18</c:v>
                </c:pt>
                <c:pt idx="17663">
                  <c:v>1.005447362709182E+18</c:v>
                </c:pt>
                <c:pt idx="17664">
                  <c:v>1.005449286849536E+18</c:v>
                </c:pt>
                <c:pt idx="17665">
                  <c:v>1.0054539301854691E+18</c:v>
                </c:pt>
                <c:pt idx="17666">
                  <c:v>1.005455187232895E+18</c:v>
                </c:pt>
                <c:pt idx="17667">
                  <c:v>1.005471065603126E+18</c:v>
                </c:pt>
                <c:pt idx="17668">
                  <c:v>1.00550639308381E+18</c:v>
                </c:pt>
                <c:pt idx="17669">
                  <c:v>1.005520510555547E+18</c:v>
                </c:pt>
                <c:pt idx="17670">
                  <c:v>1.005533509598602E+18</c:v>
                </c:pt>
                <c:pt idx="17671">
                  <c:v>1.0055442714146959E+18</c:v>
                </c:pt>
                <c:pt idx="17672">
                  <c:v>1.005581555432928E+18</c:v>
                </c:pt>
                <c:pt idx="17673">
                  <c:v>1.0056040151292559E+18</c:v>
                </c:pt>
                <c:pt idx="17674">
                  <c:v>1.005661937201887E+18</c:v>
                </c:pt>
                <c:pt idx="17675">
                  <c:v>1.005712279381903E+18</c:v>
                </c:pt>
                <c:pt idx="17676">
                  <c:v>1.005734079605658E+18</c:v>
                </c:pt>
                <c:pt idx="17677">
                  <c:v>1.005920046301094E+18</c:v>
                </c:pt>
                <c:pt idx="17678">
                  <c:v>1.006027711180021E+18</c:v>
                </c:pt>
                <c:pt idx="17679">
                  <c:v>1.006115921692641E+18</c:v>
                </c:pt>
                <c:pt idx="17680">
                  <c:v>1.00613491109214E+18</c:v>
                </c:pt>
                <c:pt idx="17681">
                  <c:v>1.006171560667344E+18</c:v>
                </c:pt>
                <c:pt idx="17682">
                  <c:v>1.006188658462529E+18</c:v>
                </c:pt>
                <c:pt idx="17683">
                  <c:v>1.006225456236058E+18</c:v>
                </c:pt>
                <c:pt idx="17684">
                  <c:v>1.006230898065998E+18</c:v>
                </c:pt>
                <c:pt idx="17685">
                  <c:v>1.006237292420277E+18</c:v>
                </c:pt>
                <c:pt idx="17686">
                  <c:v>1.0062400535437469E+18</c:v>
                </c:pt>
                <c:pt idx="17687">
                  <c:v>1.006256762593935E+18</c:v>
                </c:pt>
                <c:pt idx="17688">
                  <c:v>1.006277692090491E+18</c:v>
                </c:pt>
                <c:pt idx="17689">
                  <c:v>1.0063154927526051E+18</c:v>
                </c:pt>
                <c:pt idx="17690">
                  <c:v>1.006332196690478E+18</c:v>
                </c:pt>
                <c:pt idx="17691">
                  <c:v>1.0063439611510109E+18</c:v>
                </c:pt>
                <c:pt idx="17692">
                  <c:v>1.006447935558544E+18</c:v>
                </c:pt>
                <c:pt idx="17693">
                  <c:v>1.006453420451262E+18</c:v>
                </c:pt>
                <c:pt idx="17694">
                  <c:v>1.006463958138095E+18</c:v>
                </c:pt>
                <c:pt idx="17695">
                  <c:v>1.006465541999495E+18</c:v>
                </c:pt>
                <c:pt idx="17696">
                  <c:v>1.00648036354254E+18</c:v>
                </c:pt>
                <c:pt idx="17697">
                  <c:v>1.006513164318932E+18</c:v>
                </c:pt>
                <c:pt idx="17698">
                  <c:v>1.006532925643122E+18</c:v>
                </c:pt>
                <c:pt idx="17699">
                  <c:v>1.006613243107298E+18</c:v>
                </c:pt>
                <c:pt idx="17700">
                  <c:v>1.006791843126704E+18</c:v>
                </c:pt>
                <c:pt idx="17701">
                  <c:v>1.006813777539492E+18</c:v>
                </c:pt>
                <c:pt idx="17702">
                  <c:v>1.006837949839744E+18</c:v>
                </c:pt>
                <c:pt idx="17703">
                  <c:v>1.006915724829707E+18</c:v>
                </c:pt>
                <c:pt idx="17704">
                  <c:v>1.006959146834218E+18</c:v>
                </c:pt>
                <c:pt idx="17705">
                  <c:v>1.006970560780814E+18</c:v>
                </c:pt>
                <c:pt idx="17706">
                  <c:v>1.0069778771904611E+18</c:v>
                </c:pt>
                <c:pt idx="17707">
                  <c:v>1.007061654308287E+18</c:v>
                </c:pt>
                <c:pt idx="17708">
                  <c:v>1.0071501287777999E+18</c:v>
                </c:pt>
                <c:pt idx="17709">
                  <c:v>1.007165866519606E+18</c:v>
                </c:pt>
                <c:pt idx="17710">
                  <c:v>1.0076268883838909E+18</c:v>
                </c:pt>
                <c:pt idx="17711">
                  <c:v>1.007668458783195E+18</c:v>
                </c:pt>
                <c:pt idx="17712">
                  <c:v>1.007688702168255E+18</c:v>
                </c:pt>
                <c:pt idx="17713">
                  <c:v>1.007696238527236E+18</c:v>
                </c:pt>
                <c:pt idx="17714">
                  <c:v>1.007705078963209E+18</c:v>
                </c:pt>
                <c:pt idx="17715">
                  <c:v>1.007778952319545E+18</c:v>
                </c:pt>
                <c:pt idx="17716">
                  <c:v>1.007815499509471E+18</c:v>
                </c:pt>
                <c:pt idx="17717">
                  <c:v>1.0078780366614749E+18</c:v>
                </c:pt>
                <c:pt idx="17718">
                  <c:v>1.007900624096154E+18</c:v>
                </c:pt>
                <c:pt idx="17719">
                  <c:v>1.00790200026442E+18</c:v>
                </c:pt>
                <c:pt idx="17720">
                  <c:v>1.007903943069658E+18</c:v>
                </c:pt>
                <c:pt idx="17721">
                  <c:v>1.0079098153321359E+18</c:v>
                </c:pt>
                <c:pt idx="17722">
                  <c:v>1.007911563923648E+18</c:v>
                </c:pt>
                <c:pt idx="17723">
                  <c:v>1.0080042648021571E+18</c:v>
                </c:pt>
                <c:pt idx="17724">
                  <c:v>1.008215436706684E+18</c:v>
                </c:pt>
                <c:pt idx="17725">
                  <c:v>1.008381168738583E+18</c:v>
                </c:pt>
                <c:pt idx="17726">
                  <c:v>1.008407377136998E+18</c:v>
                </c:pt>
                <c:pt idx="17727">
                  <c:v>1.008449047914529E+18</c:v>
                </c:pt>
                <c:pt idx="17728">
                  <c:v>1.00845177064719E+18</c:v>
                </c:pt>
                <c:pt idx="17729">
                  <c:v>1.008501062214583E+18</c:v>
                </c:pt>
                <c:pt idx="17730">
                  <c:v>1.0088909495086001E+18</c:v>
                </c:pt>
                <c:pt idx="17731">
                  <c:v>1.008956861788801E+18</c:v>
                </c:pt>
                <c:pt idx="17732">
                  <c:v>1.009012703774017E+18</c:v>
                </c:pt>
                <c:pt idx="17733">
                  <c:v>1.0090300654489679E+18</c:v>
                </c:pt>
                <c:pt idx="17734">
                  <c:v>1.00903473545125E+18</c:v>
                </c:pt>
                <c:pt idx="17735">
                  <c:v>1.009042192320023E+18</c:v>
                </c:pt>
                <c:pt idx="17736">
                  <c:v>1.009047567689564E+18</c:v>
                </c:pt>
                <c:pt idx="17737">
                  <c:v>1.009063422592581E+18</c:v>
                </c:pt>
                <c:pt idx="17738">
                  <c:v>1.009073883997167E+18</c:v>
                </c:pt>
                <c:pt idx="17739">
                  <c:v>1.009083246895061E+18</c:v>
                </c:pt>
                <c:pt idx="17740">
                  <c:v>1.009105345520398E+18</c:v>
                </c:pt>
                <c:pt idx="17741">
                  <c:v>1.009114166350171E+18</c:v>
                </c:pt>
                <c:pt idx="17742">
                  <c:v>1.009114731071563E+18</c:v>
                </c:pt>
                <c:pt idx="17743">
                  <c:v>1.009121011515925E+18</c:v>
                </c:pt>
                <c:pt idx="17744">
                  <c:v>1.009129717676745E+18</c:v>
                </c:pt>
                <c:pt idx="17745">
                  <c:v>1.009152817535279E+18</c:v>
                </c:pt>
                <c:pt idx="17746">
                  <c:v>1.00916659179911E+18</c:v>
                </c:pt>
                <c:pt idx="17747">
                  <c:v>1.009193159100549E+18</c:v>
                </c:pt>
                <c:pt idx="17748">
                  <c:v>1.0092036639435011E+18</c:v>
                </c:pt>
                <c:pt idx="17749">
                  <c:v>1.0092534407772451E+18</c:v>
                </c:pt>
                <c:pt idx="17750">
                  <c:v>1.00927587809914E+18</c:v>
                </c:pt>
                <c:pt idx="17751">
                  <c:v>1.009343977403273E+18</c:v>
                </c:pt>
                <c:pt idx="17752">
                  <c:v>1.0093525352387171E+18</c:v>
                </c:pt>
                <c:pt idx="17753">
                  <c:v>1.009357390683986E+18</c:v>
                </c:pt>
                <c:pt idx="17754">
                  <c:v>1.009403194622613E+18</c:v>
                </c:pt>
                <c:pt idx="17755">
                  <c:v>1.009420697717484E+18</c:v>
                </c:pt>
                <c:pt idx="17756">
                  <c:v>1.009433421457281E+18</c:v>
                </c:pt>
                <c:pt idx="17757">
                  <c:v>1.009490712595166E+18</c:v>
                </c:pt>
                <c:pt idx="17758">
                  <c:v>1.009666402662746E+18</c:v>
                </c:pt>
                <c:pt idx="17759">
                  <c:v>1.009670724856018E+18</c:v>
                </c:pt>
                <c:pt idx="17760">
                  <c:v>1.009699169315392E+18</c:v>
                </c:pt>
                <c:pt idx="17761">
                  <c:v>1.009765226841099E+18</c:v>
                </c:pt>
                <c:pt idx="17762">
                  <c:v>1.009775348215365E+18</c:v>
                </c:pt>
                <c:pt idx="17763">
                  <c:v>1.00982580331584E+18</c:v>
                </c:pt>
                <c:pt idx="17764">
                  <c:v>1.009839765336452E+18</c:v>
                </c:pt>
                <c:pt idx="17765">
                  <c:v>1.009884998171498E+18</c:v>
                </c:pt>
                <c:pt idx="17766">
                  <c:v>1.009887226072265E+18</c:v>
                </c:pt>
                <c:pt idx="17767">
                  <c:v>1.009895507251034E+18</c:v>
                </c:pt>
                <c:pt idx="17768">
                  <c:v>1.009925603843759E+18</c:v>
                </c:pt>
                <c:pt idx="17769">
                  <c:v>1.009927593559359E+18</c:v>
                </c:pt>
                <c:pt idx="17770">
                  <c:v>1.009956531317562E+18</c:v>
                </c:pt>
                <c:pt idx="17771">
                  <c:v>1.009959959551023E+18</c:v>
                </c:pt>
                <c:pt idx="17772">
                  <c:v>1.0099616077007439E+18</c:v>
                </c:pt>
                <c:pt idx="17773">
                  <c:v>1.009970904382778E+18</c:v>
                </c:pt>
                <c:pt idx="17774">
                  <c:v>1.010030214500992E+18</c:v>
                </c:pt>
                <c:pt idx="17775">
                  <c:v>1.010096061993084E+18</c:v>
                </c:pt>
                <c:pt idx="17776">
                  <c:v>1.010096348202235E+18</c:v>
                </c:pt>
                <c:pt idx="17777">
                  <c:v>1.0102074234734051E+18</c:v>
                </c:pt>
                <c:pt idx="17778">
                  <c:v>1.0102624181336611E+18</c:v>
                </c:pt>
                <c:pt idx="17779">
                  <c:v>1.010278530031233E+18</c:v>
                </c:pt>
                <c:pt idx="17780">
                  <c:v>1.0103413236463869E+18</c:v>
                </c:pt>
                <c:pt idx="17781">
                  <c:v>1.010439487657345E+18</c:v>
                </c:pt>
                <c:pt idx="17782">
                  <c:v>1.010461259108623E+18</c:v>
                </c:pt>
                <c:pt idx="17783">
                  <c:v>1.010468648354914E+18</c:v>
                </c:pt>
                <c:pt idx="17784">
                  <c:v>1.0104738929926851E+18</c:v>
                </c:pt>
                <c:pt idx="17785">
                  <c:v>1.0104796281116771E+18</c:v>
                </c:pt>
                <c:pt idx="17786">
                  <c:v>1.010485315121154E+18</c:v>
                </c:pt>
                <c:pt idx="17787">
                  <c:v>1.01048596193851E+18</c:v>
                </c:pt>
                <c:pt idx="17788">
                  <c:v>1.0104898094275709E+18</c:v>
                </c:pt>
                <c:pt idx="17789">
                  <c:v>1.010492329836162E+18</c:v>
                </c:pt>
                <c:pt idx="17790">
                  <c:v>1.0104953405398479E+18</c:v>
                </c:pt>
                <c:pt idx="17791">
                  <c:v>1.010501200449513E+18</c:v>
                </c:pt>
                <c:pt idx="17792">
                  <c:v>1.0105049261913201E+18</c:v>
                </c:pt>
                <c:pt idx="17793">
                  <c:v>1.0105105235030909E+18</c:v>
                </c:pt>
                <c:pt idx="17794">
                  <c:v>1.010514455208022E+18</c:v>
                </c:pt>
                <c:pt idx="17795">
                  <c:v>1.01054764553961E+18</c:v>
                </c:pt>
                <c:pt idx="17796">
                  <c:v>1.010584834662926E+18</c:v>
                </c:pt>
                <c:pt idx="17797">
                  <c:v>1.010657461838366E+18</c:v>
                </c:pt>
                <c:pt idx="17798">
                  <c:v>1.010673033373977E+18</c:v>
                </c:pt>
                <c:pt idx="17799">
                  <c:v>1.010693983010316E+18</c:v>
                </c:pt>
                <c:pt idx="17800">
                  <c:v>1.010698289999179E+18</c:v>
                </c:pt>
                <c:pt idx="17801">
                  <c:v>1.01070787460271E+18</c:v>
                </c:pt>
                <c:pt idx="17802">
                  <c:v>1.010740825664096E+18</c:v>
                </c:pt>
                <c:pt idx="17803">
                  <c:v>1.010798143297893E+18</c:v>
                </c:pt>
                <c:pt idx="17804">
                  <c:v>1.011070139428778E+18</c:v>
                </c:pt>
                <c:pt idx="17805">
                  <c:v>1.011153909875982E+18</c:v>
                </c:pt>
                <c:pt idx="17806">
                  <c:v>1.011164526880844E+18</c:v>
                </c:pt>
                <c:pt idx="17807">
                  <c:v>1.011185423579279E+18</c:v>
                </c:pt>
                <c:pt idx="17808">
                  <c:v>1.0112059940461571E+18</c:v>
                </c:pt>
                <c:pt idx="17809">
                  <c:v>1.011206339339439E+18</c:v>
                </c:pt>
                <c:pt idx="17810">
                  <c:v>1.011242500996082E+18</c:v>
                </c:pt>
                <c:pt idx="17811">
                  <c:v>1.011306047806398E+18</c:v>
                </c:pt>
                <c:pt idx="17812">
                  <c:v>1.01131557027358E+18</c:v>
                </c:pt>
                <c:pt idx="17813">
                  <c:v>1.01132078048991E+18</c:v>
                </c:pt>
                <c:pt idx="17814">
                  <c:v>1.011340412959934E+18</c:v>
                </c:pt>
                <c:pt idx="17815">
                  <c:v>1.011346020242496E+18</c:v>
                </c:pt>
                <c:pt idx="17816">
                  <c:v>1.011402288464294E+18</c:v>
                </c:pt>
                <c:pt idx="17817">
                  <c:v>1.0115148792929789E+18</c:v>
                </c:pt>
                <c:pt idx="17818">
                  <c:v>1.0115240014626851E+18</c:v>
                </c:pt>
                <c:pt idx="17819">
                  <c:v>1.011528041513498E+18</c:v>
                </c:pt>
                <c:pt idx="17820">
                  <c:v>1.011575026066086E+18</c:v>
                </c:pt>
                <c:pt idx="17821">
                  <c:v>1.011928474476703E+18</c:v>
                </c:pt>
                <c:pt idx="17822">
                  <c:v>1.012066594013531E+18</c:v>
                </c:pt>
                <c:pt idx="17823">
                  <c:v>1.012209471131826E+18</c:v>
                </c:pt>
                <c:pt idx="17824">
                  <c:v>1.0122481522268291E+18</c:v>
                </c:pt>
                <c:pt idx="17825">
                  <c:v>1.0122493428824241E+18</c:v>
                </c:pt>
                <c:pt idx="17826">
                  <c:v>1.012266697663174E+18</c:v>
                </c:pt>
                <c:pt idx="17827">
                  <c:v>1.012580984161557E+18</c:v>
                </c:pt>
                <c:pt idx="17828">
                  <c:v>1.0125870032467761E+18</c:v>
                </c:pt>
                <c:pt idx="17829">
                  <c:v>1.012698558179492E+18</c:v>
                </c:pt>
                <c:pt idx="17830">
                  <c:v>1.01272594804704E+18</c:v>
                </c:pt>
                <c:pt idx="17831">
                  <c:v>1.012731860206863E+18</c:v>
                </c:pt>
                <c:pt idx="17832">
                  <c:v>1.0127347866143E+18</c:v>
                </c:pt>
                <c:pt idx="17833">
                  <c:v>1.012767966433623E+18</c:v>
                </c:pt>
                <c:pt idx="17834">
                  <c:v>1.012805956863126E+18</c:v>
                </c:pt>
                <c:pt idx="17835">
                  <c:v>1.01282090252015E+18</c:v>
                </c:pt>
                <c:pt idx="17836">
                  <c:v>1.0128213407361201E+18</c:v>
                </c:pt>
                <c:pt idx="17837">
                  <c:v>1.01292145287781E+18</c:v>
                </c:pt>
                <c:pt idx="17838">
                  <c:v>1.0129664715885891E+18</c:v>
                </c:pt>
                <c:pt idx="17839">
                  <c:v>1.0129841686244291E+18</c:v>
                </c:pt>
                <c:pt idx="17840">
                  <c:v>1.013084798634905E+18</c:v>
                </c:pt>
                <c:pt idx="17841">
                  <c:v>1.013324006089926E+18</c:v>
                </c:pt>
                <c:pt idx="17842">
                  <c:v>1.013390702251268E+18</c:v>
                </c:pt>
                <c:pt idx="17843">
                  <c:v>1.0134367646448079E+18</c:v>
                </c:pt>
                <c:pt idx="17844">
                  <c:v>1.013479217614503E+18</c:v>
                </c:pt>
                <c:pt idx="17845">
                  <c:v>1.01350926426975E+18</c:v>
                </c:pt>
                <c:pt idx="17846">
                  <c:v>1.013525706773692E+18</c:v>
                </c:pt>
                <c:pt idx="17847">
                  <c:v>1.013540401587828E+18</c:v>
                </c:pt>
                <c:pt idx="17848">
                  <c:v>1.013578511138076E+18</c:v>
                </c:pt>
                <c:pt idx="17849">
                  <c:v>1.0136489707784079E+18</c:v>
                </c:pt>
                <c:pt idx="17850">
                  <c:v>1.0136505853681149E+18</c:v>
                </c:pt>
                <c:pt idx="17851">
                  <c:v>1.0136642675782159E+18</c:v>
                </c:pt>
                <c:pt idx="17852">
                  <c:v>1.013670797754677E+18</c:v>
                </c:pt>
                <c:pt idx="17853">
                  <c:v>1.013690376441738E+18</c:v>
                </c:pt>
                <c:pt idx="17854">
                  <c:v>1.014067283698671E+18</c:v>
                </c:pt>
                <c:pt idx="17855">
                  <c:v>1.014084014087541E+18</c:v>
                </c:pt>
                <c:pt idx="17856">
                  <c:v>1.014117619633694E+18</c:v>
                </c:pt>
                <c:pt idx="17857">
                  <c:v>1.014191327994927E+18</c:v>
                </c:pt>
                <c:pt idx="17858">
                  <c:v>1.01421145251341E+18</c:v>
                </c:pt>
                <c:pt idx="17859">
                  <c:v>1.014258174564951E+18</c:v>
                </c:pt>
                <c:pt idx="17860">
                  <c:v>1.014260815038967E+18</c:v>
                </c:pt>
                <c:pt idx="17861">
                  <c:v>1.014349159852571E+18</c:v>
                </c:pt>
                <c:pt idx="17862">
                  <c:v>1.014349196044873E+18</c:v>
                </c:pt>
                <c:pt idx="17863">
                  <c:v>1.014363104533191E+18</c:v>
                </c:pt>
                <c:pt idx="17864">
                  <c:v>1.0144159334395491E+18</c:v>
                </c:pt>
                <c:pt idx="17865">
                  <c:v>1.014700173439174E+18</c:v>
                </c:pt>
                <c:pt idx="17866">
                  <c:v>1.014736716576693E+18</c:v>
                </c:pt>
                <c:pt idx="17867">
                  <c:v>1.014778055301551E+18</c:v>
                </c:pt>
                <c:pt idx="17868">
                  <c:v>1.014817402088556E+18</c:v>
                </c:pt>
                <c:pt idx="17869">
                  <c:v>1.014872666138187E+18</c:v>
                </c:pt>
                <c:pt idx="17870">
                  <c:v>1.0148822486942051E+18</c:v>
                </c:pt>
                <c:pt idx="17871">
                  <c:v>1.0148829015068131E+18</c:v>
                </c:pt>
                <c:pt idx="17872">
                  <c:v>1.01492259463657E+18</c:v>
                </c:pt>
                <c:pt idx="17873">
                  <c:v>1.015014765606348E+18</c:v>
                </c:pt>
                <c:pt idx="17874">
                  <c:v>1.015074570261756E+18</c:v>
                </c:pt>
                <c:pt idx="17875">
                  <c:v>1.01510429982631E+18</c:v>
                </c:pt>
                <c:pt idx="17876">
                  <c:v>1.015118589880196E+18</c:v>
                </c:pt>
                <c:pt idx="17877">
                  <c:v>1.015140289834421E+18</c:v>
                </c:pt>
                <c:pt idx="17878">
                  <c:v>1.015165926383151E+18</c:v>
                </c:pt>
                <c:pt idx="17879">
                  <c:v>1.0151798602061199E+18</c:v>
                </c:pt>
                <c:pt idx="17880">
                  <c:v>1.015218921271812E+18</c:v>
                </c:pt>
                <c:pt idx="17881">
                  <c:v>1.015471708266388E+18</c:v>
                </c:pt>
                <c:pt idx="17882">
                  <c:v>1.015521896559721E+18</c:v>
                </c:pt>
                <c:pt idx="17883">
                  <c:v>1.015551295813743E+18</c:v>
                </c:pt>
                <c:pt idx="17884">
                  <c:v>1.015649384559897E+18</c:v>
                </c:pt>
                <c:pt idx="17885">
                  <c:v>1.015665262329829E+18</c:v>
                </c:pt>
                <c:pt idx="17886">
                  <c:v>1.015689827061162E+18</c:v>
                </c:pt>
                <c:pt idx="17887">
                  <c:v>1.015718267062841E+18</c:v>
                </c:pt>
                <c:pt idx="17888">
                  <c:v>1.015781309012405E+18</c:v>
                </c:pt>
                <c:pt idx="17889">
                  <c:v>1.015830278612814E+18</c:v>
                </c:pt>
                <c:pt idx="17890">
                  <c:v>1.015862041565723E+18</c:v>
                </c:pt>
                <c:pt idx="17891">
                  <c:v>1.015864098838139E+18</c:v>
                </c:pt>
                <c:pt idx="17892">
                  <c:v>1.015864841383294E+18</c:v>
                </c:pt>
                <c:pt idx="17893">
                  <c:v>1.015869478739255E+18</c:v>
                </c:pt>
                <c:pt idx="17894">
                  <c:v>1.015871006707073E+18</c:v>
                </c:pt>
                <c:pt idx="17895">
                  <c:v>1.015874627273385E+18</c:v>
                </c:pt>
                <c:pt idx="17896">
                  <c:v>1.015888943512908E+18</c:v>
                </c:pt>
                <c:pt idx="17897">
                  <c:v>1.015946771834702E+18</c:v>
                </c:pt>
                <c:pt idx="17898">
                  <c:v>1.0159843214871229E+18</c:v>
                </c:pt>
                <c:pt idx="17899">
                  <c:v>1.016212364773904E+18</c:v>
                </c:pt>
                <c:pt idx="17900">
                  <c:v>1.016285062523097E+18</c:v>
                </c:pt>
                <c:pt idx="17901">
                  <c:v>1.016305811633132E+18</c:v>
                </c:pt>
                <c:pt idx="17902">
                  <c:v>1.016323134995182E+18</c:v>
                </c:pt>
                <c:pt idx="17903">
                  <c:v>1.016326603606826E+18</c:v>
                </c:pt>
                <c:pt idx="17904">
                  <c:v>1.016363851359031E+18</c:v>
                </c:pt>
                <c:pt idx="17905">
                  <c:v>1.0163983978177891E+18</c:v>
                </c:pt>
                <c:pt idx="17906">
                  <c:v>1.016433340121452E+18</c:v>
                </c:pt>
                <c:pt idx="17907">
                  <c:v>1.016458936922203E+18</c:v>
                </c:pt>
                <c:pt idx="17908">
                  <c:v>1.016488338316678E+18</c:v>
                </c:pt>
                <c:pt idx="17909">
                  <c:v>1.016522231110626E+18</c:v>
                </c:pt>
                <c:pt idx="17910">
                  <c:v>1.01654990710209E+18</c:v>
                </c:pt>
                <c:pt idx="17911">
                  <c:v>1.016552855143079E+18</c:v>
                </c:pt>
                <c:pt idx="17912">
                  <c:v>1.016615079612074E+18</c:v>
                </c:pt>
                <c:pt idx="17913">
                  <c:v>1.016663125802743E+18</c:v>
                </c:pt>
                <c:pt idx="17914">
                  <c:v>1.016672018192257E+18</c:v>
                </c:pt>
                <c:pt idx="17915">
                  <c:v>1.016682037782709E+18</c:v>
                </c:pt>
                <c:pt idx="17916">
                  <c:v>1.01675366729079E+18</c:v>
                </c:pt>
                <c:pt idx="17917">
                  <c:v>1.01679079071298E+18</c:v>
                </c:pt>
                <c:pt idx="17918">
                  <c:v>1.016939479995142E+18</c:v>
                </c:pt>
                <c:pt idx="17919">
                  <c:v>1.016980729438748E+18</c:v>
                </c:pt>
                <c:pt idx="17920">
                  <c:v>1.017010935110519E+18</c:v>
                </c:pt>
                <c:pt idx="17921">
                  <c:v>1.017012234210321E+18</c:v>
                </c:pt>
                <c:pt idx="17922">
                  <c:v>1.0170373667364721E+18</c:v>
                </c:pt>
                <c:pt idx="17923">
                  <c:v>1.01704470751453E+18</c:v>
                </c:pt>
                <c:pt idx="17924">
                  <c:v>1.01706807610543E+18</c:v>
                </c:pt>
                <c:pt idx="17925">
                  <c:v>1.0170923258561949E+18</c:v>
                </c:pt>
                <c:pt idx="17926">
                  <c:v>1.017105235484671E+18</c:v>
                </c:pt>
                <c:pt idx="17927">
                  <c:v>1.017108218741236E+18</c:v>
                </c:pt>
                <c:pt idx="17928">
                  <c:v>1.017130394871545E+18</c:v>
                </c:pt>
                <c:pt idx="17929">
                  <c:v>1.017136303059498E+18</c:v>
                </c:pt>
                <c:pt idx="17930">
                  <c:v>1.017153480756774E+18</c:v>
                </c:pt>
                <c:pt idx="17931">
                  <c:v>1.017171848093588E+18</c:v>
                </c:pt>
                <c:pt idx="17932">
                  <c:v>1.017195330851975E+18</c:v>
                </c:pt>
                <c:pt idx="17933">
                  <c:v>1.017230715369911E+18</c:v>
                </c:pt>
                <c:pt idx="17934">
                  <c:v>1.017267215348575E+18</c:v>
                </c:pt>
                <c:pt idx="17935">
                  <c:v>1.0172785715726531E+18</c:v>
                </c:pt>
                <c:pt idx="17936">
                  <c:v>1.017282779711941E+18</c:v>
                </c:pt>
                <c:pt idx="17937">
                  <c:v>1.017295891368222E+18</c:v>
                </c:pt>
                <c:pt idx="17938">
                  <c:v>1.01729985607549E+18</c:v>
                </c:pt>
                <c:pt idx="17939">
                  <c:v>1.017306209862252E+18</c:v>
                </c:pt>
                <c:pt idx="17940">
                  <c:v>1.017332069286964E+18</c:v>
                </c:pt>
                <c:pt idx="17941">
                  <c:v>1.0173335170173251E+18</c:v>
                </c:pt>
                <c:pt idx="17942">
                  <c:v>1.017342532426341E+18</c:v>
                </c:pt>
                <c:pt idx="17943">
                  <c:v>1.017355925652276E+18</c:v>
                </c:pt>
                <c:pt idx="17944">
                  <c:v>1.017391404863275E+18</c:v>
                </c:pt>
                <c:pt idx="17945">
                  <c:v>1.01762533031529E+18</c:v>
                </c:pt>
                <c:pt idx="17946">
                  <c:v>1.017631043178326E+18</c:v>
                </c:pt>
                <c:pt idx="17947">
                  <c:v>1.017681076640549E+18</c:v>
                </c:pt>
                <c:pt idx="17948">
                  <c:v>1.01768664523971E+18</c:v>
                </c:pt>
                <c:pt idx="17949">
                  <c:v>1.017721244552891E+18</c:v>
                </c:pt>
                <c:pt idx="17950">
                  <c:v>1.017769547533536E+18</c:v>
                </c:pt>
                <c:pt idx="17951">
                  <c:v>1.017776380184437E+18</c:v>
                </c:pt>
                <c:pt idx="17952">
                  <c:v>1.017811117126122E+18</c:v>
                </c:pt>
                <c:pt idx="17953">
                  <c:v>1.017828107160465E+18</c:v>
                </c:pt>
                <c:pt idx="17954">
                  <c:v>1.017841404739886E+18</c:v>
                </c:pt>
                <c:pt idx="17955">
                  <c:v>1.017842933759511E+18</c:v>
                </c:pt>
                <c:pt idx="17956">
                  <c:v>1.01786002126422E+18</c:v>
                </c:pt>
                <c:pt idx="17957">
                  <c:v>1.0178910705164239E+18</c:v>
                </c:pt>
                <c:pt idx="17958">
                  <c:v>1.0179011804898161E+18</c:v>
                </c:pt>
                <c:pt idx="17959">
                  <c:v>1.01792593003087E+18</c:v>
                </c:pt>
                <c:pt idx="17960">
                  <c:v>1.0179269785298749E+18</c:v>
                </c:pt>
                <c:pt idx="17961">
                  <c:v>1.0179336644567971E+18</c:v>
                </c:pt>
                <c:pt idx="17962">
                  <c:v>1.0180123430891971E+18</c:v>
                </c:pt>
                <c:pt idx="17963">
                  <c:v>1.0181229250275761E+18</c:v>
                </c:pt>
                <c:pt idx="17964">
                  <c:v>1.018326060309609E+18</c:v>
                </c:pt>
                <c:pt idx="17965">
                  <c:v>1.01837873792389E+18</c:v>
                </c:pt>
                <c:pt idx="17966">
                  <c:v>1.018382627656688E+18</c:v>
                </c:pt>
                <c:pt idx="17967">
                  <c:v>1.018385955848619E+18</c:v>
                </c:pt>
                <c:pt idx="17968">
                  <c:v>1.0183893001354801E+18</c:v>
                </c:pt>
                <c:pt idx="17969">
                  <c:v>1.018403103372457E+18</c:v>
                </c:pt>
                <c:pt idx="17970">
                  <c:v>1.0184356236295971E+18</c:v>
                </c:pt>
                <c:pt idx="17971">
                  <c:v>1.018482015977159E+18</c:v>
                </c:pt>
                <c:pt idx="17972">
                  <c:v>1.018494518878299E+18</c:v>
                </c:pt>
                <c:pt idx="17973">
                  <c:v>1.018511078589375E+18</c:v>
                </c:pt>
                <c:pt idx="17974">
                  <c:v>1.0185125469254051E+18</c:v>
                </c:pt>
                <c:pt idx="17975">
                  <c:v>1.0185135768493681E+18</c:v>
                </c:pt>
                <c:pt idx="17976">
                  <c:v>1.01851463208618E+18</c:v>
                </c:pt>
                <c:pt idx="17977">
                  <c:v>1.01851572213496E+18</c:v>
                </c:pt>
                <c:pt idx="17978">
                  <c:v>1.018517024939018E+18</c:v>
                </c:pt>
                <c:pt idx="17979">
                  <c:v>1.018517622805098E+18</c:v>
                </c:pt>
                <c:pt idx="17980">
                  <c:v>1.018528743706834E+18</c:v>
                </c:pt>
                <c:pt idx="17981">
                  <c:v>1.018529541703606E+18</c:v>
                </c:pt>
                <c:pt idx="17982">
                  <c:v>1.018531121916362E+18</c:v>
                </c:pt>
                <c:pt idx="17983">
                  <c:v>1.0185318398720509E+18</c:v>
                </c:pt>
                <c:pt idx="17984">
                  <c:v>1.018532636980292E+18</c:v>
                </c:pt>
                <c:pt idx="17985">
                  <c:v>1.018533367858619E+18</c:v>
                </c:pt>
                <c:pt idx="17986">
                  <c:v>1.01853426855685E+18</c:v>
                </c:pt>
                <c:pt idx="17987">
                  <c:v>1.018537403340738E+18</c:v>
                </c:pt>
                <c:pt idx="17988">
                  <c:v>1.018538884864604E+18</c:v>
                </c:pt>
                <c:pt idx="17989">
                  <c:v>1.018539729478975E+18</c:v>
                </c:pt>
                <c:pt idx="17990">
                  <c:v>1.018576977618996E+18</c:v>
                </c:pt>
                <c:pt idx="17991">
                  <c:v>1.018577985746543E+18</c:v>
                </c:pt>
                <c:pt idx="17992">
                  <c:v>1.018579077734294E+18</c:v>
                </c:pt>
                <c:pt idx="17993">
                  <c:v>1.018581551748559E+18</c:v>
                </c:pt>
                <c:pt idx="17994">
                  <c:v>1.018582481008836E+18</c:v>
                </c:pt>
                <c:pt idx="17995">
                  <c:v>1.018583610316791E+18</c:v>
                </c:pt>
                <c:pt idx="17996">
                  <c:v>1.018589428918342E+18</c:v>
                </c:pt>
                <c:pt idx="17997">
                  <c:v>1.018655061473035E+18</c:v>
                </c:pt>
                <c:pt idx="17998">
                  <c:v>1.018662879291906E+18</c:v>
                </c:pt>
                <c:pt idx="17999">
                  <c:v>1.018721097680068E+18</c:v>
                </c:pt>
                <c:pt idx="18000">
                  <c:v>1.01872288307982E+18</c:v>
                </c:pt>
                <c:pt idx="18001">
                  <c:v>1.018723869029525E+18</c:v>
                </c:pt>
                <c:pt idx="18002">
                  <c:v>1.018739790984971E+18</c:v>
                </c:pt>
                <c:pt idx="18003">
                  <c:v>1.018751510171147E+18</c:v>
                </c:pt>
                <c:pt idx="18004">
                  <c:v>1.018762010659398E+18</c:v>
                </c:pt>
                <c:pt idx="18005">
                  <c:v>1.0187751548865891E+18</c:v>
                </c:pt>
                <c:pt idx="18006">
                  <c:v>1.018778598789762E+18</c:v>
                </c:pt>
                <c:pt idx="18007">
                  <c:v>1.018791909164325E+18</c:v>
                </c:pt>
                <c:pt idx="18008">
                  <c:v>1.018818203778917E+18</c:v>
                </c:pt>
                <c:pt idx="18009">
                  <c:v>1.0188300287197839E+18</c:v>
                </c:pt>
                <c:pt idx="18010">
                  <c:v>1.019006965299358E+18</c:v>
                </c:pt>
                <c:pt idx="18011">
                  <c:v>1.0190850369135119E+18</c:v>
                </c:pt>
                <c:pt idx="18012">
                  <c:v>1.01911810904547E+18</c:v>
                </c:pt>
                <c:pt idx="18013">
                  <c:v>1.019122271392895E+18</c:v>
                </c:pt>
                <c:pt idx="18014">
                  <c:v>1.019122964195904E+18</c:v>
                </c:pt>
                <c:pt idx="18015">
                  <c:v>1.0191552966910001E+18</c:v>
                </c:pt>
                <c:pt idx="18016">
                  <c:v>1.019171715449056E+18</c:v>
                </c:pt>
                <c:pt idx="18017">
                  <c:v>1.019171719845154E+18</c:v>
                </c:pt>
                <c:pt idx="18018">
                  <c:v>1.019196177255734E+18</c:v>
                </c:pt>
                <c:pt idx="18019">
                  <c:v>1.019199980471147E+18</c:v>
                </c:pt>
                <c:pt idx="18020">
                  <c:v>1.0192075763383069E+18</c:v>
                </c:pt>
                <c:pt idx="18021">
                  <c:v>1.019282223723499E+18</c:v>
                </c:pt>
                <c:pt idx="18022">
                  <c:v>1.019283184516346E+18</c:v>
                </c:pt>
                <c:pt idx="18023">
                  <c:v>1.0192869507575069E+18</c:v>
                </c:pt>
                <c:pt idx="18024">
                  <c:v>1.019289017880634E+18</c:v>
                </c:pt>
                <c:pt idx="18025">
                  <c:v>1.019294550359639E+18</c:v>
                </c:pt>
                <c:pt idx="18026">
                  <c:v>1.019321559469761E+18</c:v>
                </c:pt>
                <c:pt idx="18027">
                  <c:v>1.019322423054128E+18</c:v>
                </c:pt>
                <c:pt idx="18028">
                  <c:v>1.0193281168161201E+18</c:v>
                </c:pt>
                <c:pt idx="18029">
                  <c:v>1.019356265112628E+18</c:v>
                </c:pt>
                <c:pt idx="18030">
                  <c:v>1.019362409559995E+18</c:v>
                </c:pt>
                <c:pt idx="18031">
                  <c:v>1.019363671561147E+18</c:v>
                </c:pt>
                <c:pt idx="18032">
                  <c:v>1.01936511843015E+18</c:v>
                </c:pt>
                <c:pt idx="18033">
                  <c:v>1.019375520796034E+18</c:v>
                </c:pt>
                <c:pt idx="18034">
                  <c:v>1.019376825507066E+18</c:v>
                </c:pt>
                <c:pt idx="18035">
                  <c:v>1.019379850240489E+18</c:v>
                </c:pt>
                <c:pt idx="18036">
                  <c:v>1.019380649956715E+18</c:v>
                </c:pt>
                <c:pt idx="18037">
                  <c:v>1.019411582774176E+18</c:v>
                </c:pt>
                <c:pt idx="18038">
                  <c:v>1.019445473637723E+18</c:v>
                </c:pt>
                <c:pt idx="18039">
                  <c:v>1.019454713786562E+18</c:v>
                </c:pt>
                <c:pt idx="18040">
                  <c:v>1.019521229404356E+18</c:v>
                </c:pt>
                <c:pt idx="18041">
                  <c:v>1.01959620608898E+18</c:v>
                </c:pt>
                <c:pt idx="18042">
                  <c:v>1.019642933977529E+18</c:v>
                </c:pt>
                <c:pt idx="18043">
                  <c:v>1.0197412008925789E+18</c:v>
                </c:pt>
                <c:pt idx="18044">
                  <c:v>1.019862586737463E+18</c:v>
                </c:pt>
                <c:pt idx="18045">
                  <c:v>1.019949129907558E+18</c:v>
                </c:pt>
                <c:pt idx="18046">
                  <c:v>1.0199563702831171E+18</c:v>
                </c:pt>
                <c:pt idx="18047">
                  <c:v>1.0199755397974851E+18</c:v>
                </c:pt>
                <c:pt idx="18048">
                  <c:v>1.019982452529804E+18</c:v>
                </c:pt>
                <c:pt idx="18049">
                  <c:v>1.019987591200704E+18</c:v>
                </c:pt>
                <c:pt idx="18050">
                  <c:v>1.01999843450679E+18</c:v>
                </c:pt>
                <c:pt idx="18051">
                  <c:v>1.020007784133743E+18</c:v>
                </c:pt>
                <c:pt idx="18052">
                  <c:v>1.0200209961163441E+18</c:v>
                </c:pt>
                <c:pt idx="18053">
                  <c:v>1.0200349337434909E+18</c:v>
                </c:pt>
                <c:pt idx="18054">
                  <c:v>1.0200400615349629E+18</c:v>
                </c:pt>
                <c:pt idx="18055">
                  <c:v>1.0200440975958429E+18</c:v>
                </c:pt>
                <c:pt idx="18056">
                  <c:v>1.020074411129222E+18</c:v>
                </c:pt>
                <c:pt idx="18057">
                  <c:v>1.02007538383785E+18</c:v>
                </c:pt>
                <c:pt idx="18058">
                  <c:v>1.0200761658629469E+18</c:v>
                </c:pt>
                <c:pt idx="18059">
                  <c:v>1.020076825297924E+18</c:v>
                </c:pt>
                <c:pt idx="18060">
                  <c:v>1.020209186658421E+18</c:v>
                </c:pt>
                <c:pt idx="18061">
                  <c:v>1.02021398778938E+18</c:v>
                </c:pt>
                <c:pt idx="18062">
                  <c:v>1.020252357367572E+18</c:v>
                </c:pt>
                <c:pt idx="18063">
                  <c:v>1.020279255186314E+18</c:v>
                </c:pt>
                <c:pt idx="18064">
                  <c:v>1.020325546347488E+18</c:v>
                </c:pt>
                <c:pt idx="18065">
                  <c:v>1.0205313058162211E+18</c:v>
                </c:pt>
                <c:pt idx="18066">
                  <c:v>1.020560224356418E+18</c:v>
                </c:pt>
                <c:pt idx="18067">
                  <c:v>1.020584463043498E+18</c:v>
                </c:pt>
                <c:pt idx="18068">
                  <c:v>1.020589955805441E+18</c:v>
                </c:pt>
                <c:pt idx="18069">
                  <c:v>1.020605434272361E+18</c:v>
                </c:pt>
                <c:pt idx="18070">
                  <c:v>1.0206292603023389E+18</c:v>
                </c:pt>
                <c:pt idx="18071">
                  <c:v>1.020693714830123E+18</c:v>
                </c:pt>
                <c:pt idx="18072">
                  <c:v>1.020709181596846E+18</c:v>
                </c:pt>
                <c:pt idx="18073">
                  <c:v>1.02071289226811E+18</c:v>
                </c:pt>
                <c:pt idx="18074">
                  <c:v>1.020713748288116E+18</c:v>
                </c:pt>
                <c:pt idx="18075">
                  <c:v>1.020737100401729E+18</c:v>
                </c:pt>
                <c:pt idx="18076">
                  <c:v>1.020768616772224E+18</c:v>
                </c:pt>
                <c:pt idx="18077">
                  <c:v>1.020769984449025E+18</c:v>
                </c:pt>
                <c:pt idx="18078">
                  <c:v>1.020799575126818E+18</c:v>
                </c:pt>
                <c:pt idx="18079">
                  <c:v>1.020806568941204E+18</c:v>
                </c:pt>
                <c:pt idx="18080">
                  <c:v>1.020820854839057E+18</c:v>
                </c:pt>
                <c:pt idx="18081">
                  <c:v>1.020866960304028E+18</c:v>
                </c:pt>
                <c:pt idx="18082">
                  <c:v>1.020885101934087E+18</c:v>
                </c:pt>
                <c:pt idx="18083">
                  <c:v>1.020897240141476E+18</c:v>
                </c:pt>
                <c:pt idx="18084">
                  <c:v>1.021066022141959E+18</c:v>
                </c:pt>
                <c:pt idx="18085">
                  <c:v>1.0210705555162589E+18</c:v>
                </c:pt>
                <c:pt idx="18086">
                  <c:v>1.021105512127441E+18</c:v>
                </c:pt>
                <c:pt idx="18087">
                  <c:v>1.021291080849063E+18</c:v>
                </c:pt>
                <c:pt idx="18088">
                  <c:v>1.021291088880654E+18</c:v>
                </c:pt>
                <c:pt idx="18089">
                  <c:v>1.021388290360932E+18</c:v>
                </c:pt>
                <c:pt idx="18090">
                  <c:v>1.0214228291581629E+18</c:v>
                </c:pt>
                <c:pt idx="18091">
                  <c:v>1.021619165956453E+18</c:v>
                </c:pt>
                <c:pt idx="18092">
                  <c:v>1.021673959392647E+18</c:v>
                </c:pt>
                <c:pt idx="18093">
                  <c:v>1.0216742325071971E+18</c:v>
                </c:pt>
                <c:pt idx="18094">
                  <c:v>1.021760271054607E+18</c:v>
                </c:pt>
                <c:pt idx="18095">
                  <c:v>1.021996338858042E+18</c:v>
                </c:pt>
                <c:pt idx="18096">
                  <c:v>1.022120921525591E+18</c:v>
                </c:pt>
                <c:pt idx="18097">
                  <c:v>1.022137888811472E+18</c:v>
                </c:pt>
                <c:pt idx="18098">
                  <c:v>1.022164875240788E+18</c:v>
                </c:pt>
                <c:pt idx="18099">
                  <c:v>1.02227744041603E+18</c:v>
                </c:pt>
                <c:pt idx="18100">
                  <c:v>1.022315499229668E+18</c:v>
                </c:pt>
                <c:pt idx="18101">
                  <c:v>1.022320455125351E+18</c:v>
                </c:pt>
                <c:pt idx="18102">
                  <c:v>1.022367377511991E+18</c:v>
                </c:pt>
                <c:pt idx="18103">
                  <c:v>1.022426705933522E+18</c:v>
                </c:pt>
                <c:pt idx="18104">
                  <c:v>1.0224346620484611E+18</c:v>
                </c:pt>
                <c:pt idx="18105">
                  <c:v>1.022475828251262E+18</c:v>
                </c:pt>
                <c:pt idx="18106">
                  <c:v>1.0225319234981469E+18</c:v>
                </c:pt>
                <c:pt idx="18107">
                  <c:v>1.022534609622656E+18</c:v>
                </c:pt>
                <c:pt idx="18108">
                  <c:v>1.0226324677864131E+18</c:v>
                </c:pt>
                <c:pt idx="18109">
                  <c:v>1.022785039629254E+18</c:v>
                </c:pt>
                <c:pt idx="18110">
                  <c:v>1.022800351367551E+18</c:v>
                </c:pt>
                <c:pt idx="18111">
                  <c:v>1.022826968305009E+18</c:v>
                </c:pt>
                <c:pt idx="18112">
                  <c:v>1.0228655715350851E+18</c:v>
                </c:pt>
                <c:pt idx="18113">
                  <c:v>1.022865783853147E+18</c:v>
                </c:pt>
                <c:pt idx="18114">
                  <c:v>1.02289538103267E+18</c:v>
                </c:pt>
                <c:pt idx="18115">
                  <c:v>1.022927072321649E+18</c:v>
                </c:pt>
                <c:pt idx="18116">
                  <c:v>1.022985501057935E+18</c:v>
                </c:pt>
                <c:pt idx="18117">
                  <c:v>1.023017945002822E+18</c:v>
                </c:pt>
                <c:pt idx="18118">
                  <c:v>1.023027962264154E+18</c:v>
                </c:pt>
                <c:pt idx="18119">
                  <c:v>1.0230313457195919E+18</c:v>
                </c:pt>
                <c:pt idx="18120">
                  <c:v>1.023035205658059E+18</c:v>
                </c:pt>
                <c:pt idx="18121">
                  <c:v>1.023115982970057E+18</c:v>
                </c:pt>
                <c:pt idx="18122">
                  <c:v>1.023120444196519E+18</c:v>
                </c:pt>
                <c:pt idx="18123">
                  <c:v>1.023479614131126E+18</c:v>
                </c:pt>
                <c:pt idx="18124">
                  <c:v>1.023486796800871E+18</c:v>
                </c:pt>
                <c:pt idx="18125">
                  <c:v>1.02351879631256E+18</c:v>
                </c:pt>
                <c:pt idx="18126">
                  <c:v>1.023541679130758E+18</c:v>
                </c:pt>
                <c:pt idx="18127">
                  <c:v>1.0236024915641999E+18</c:v>
                </c:pt>
                <c:pt idx="18128">
                  <c:v>1.02361930578723E+18</c:v>
                </c:pt>
                <c:pt idx="18129">
                  <c:v>1.0236301376581949E+18</c:v>
                </c:pt>
                <c:pt idx="18130">
                  <c:v>1.023649428225401E+18</c:v>
                </c:pt>
                <c:pt idx="18131">
                  <c:v>1.023656012493029E+18</c:v>
                </c:pt>
                <c:pt idx="18132">
                  <c:v>1.023656093788459E+18</c:v>
                </c:pt>
                <c:pt idx="18133">
                  <c:v>1.023662127473378E+18</c:v>
                </c:pt>
                <c:pt idx="18134">
                  <c:v>1.023686336529492E+18</c:v>
                </c:pt>
                <c:pt idx="18135">
                  <c:v>1.0236991543956509E+18</c:v>
                </c:pt>
                <c:pt idx="18136">
                  <c:v>1.023721111193138E+18</c:v>
                </c:pt>
                <c:pt idx="18137">
                  <c:v>1.023965833742422E+18</c:v>
                </c:pt>
                <c:pt idx="18138">
                  <c:v>1.024218461943506E+18</c:v>
                </c:pt>
                <c:pt idx="18139">
                  <c:v>1.02421859995192E+18</c:v>
                </c:pt>
                <c:pt idx="18140">
                  <c:v>1.0242328315010589E+18</c:v>
                </c:pt>
                <c:pt idx="18141">
                  <c:v>1.02423781200645E+18</c:v>
                </c:pt>
                <c:pt idx="18142">
                  <c:v>1.024239583610962E+18</c:v>
                </c:pt>
                <c:pt idx="18143">
                  <c:v>1.024241721376505E+18</c:v>
                </c:pt>
                <c:pt idx="18144">
                  <c:v>1.024356821179316E+18</c:v>
                </c:pt>
                <c:pt idx="18145">
                  <c:v>1.02438684645813E+18</c:v>
                </c:pt>
                <c:pt idx="18146">
                  <c:v>1.024391396346929E+18</c:v>
                </c:pt>
                <c:pt idx="18147">
                  <c:v>1.0245027239719811E+18</c:v>
                </c:pt>
                <c:pt idx="18148">
                  <c:v>1.024509128133915E+18</c:v>
                </c:pt>
                <c:pt idx="18149">
                  <c:v>1.024581126175497E+18</c:v>
                </c:pt>
                <c:pt idx="18150">
                  <c:v>1.0245886517415439E+18</c:v>
                </c:pt>
                <c:pt idx="18151">
                  <c:v>1.024607150182473E+18</c:v>
                </c:pt>
                <c:pt idx="18152">
                  <c:v>1.024635760204558E+18</c:v>
                </c:pt>
                <c:pt idx="18153">
                  <c:v>1.024720706610606E+18</c:v>
                </c:pt>
                <c:pt idx="18154">
                  <c:v>1.024749150397973E+18</c:v>
                </c:pt>
                <c:pt idx="18155">
                  <c:v>1.02483156744216E+18</c:v>
                </c:pt>
                <c:pt idx="18156">
                  <c:v>1.0249040826247491E+18</c:v>
                </c:pt>
                <c:pt idx="18157">
                  <c:v>1.0250141899911971E+18</c:v>
                </c:pt>
                <c:pt idx="18158">
                  <c:v>1.0250415070385309E+18</c:v>
                </c:pt>
                <c:pt idx="18159">
                  <c:v>1.025065166448308E+18</c:v>
                </c:pt>
                <c:pt idx="18160">
                  <c:v>1.025123237812585E+18</c:v>
                </c:pt>
                <c:pt idx="18161">
                  <c:v>1.0252382600302269E+18</c:v>
                </c:pt>
                <c:pt idx="18162">
                  <c:v>1.0252841509151811E+18</c:v>
                </c:pt>
                <c:pt idx="18163">
                  <c:v>1.025323435011356E+18</c:v>
                </c:pt>
                <c:pt idx="18164">
                  <c:v>1.025324392021394E+18</c:v>
                </c:pt>
                <c:pt idx="18165">
                  <c:v>1.0253413323014909E+18</c:v>
                </c:pt>
                <c:pt idx="18166">
                  <c:v>1.025342949066306E+18</c:v>
                </c:pt>
                <c:pt idx="18167">
                  <c:v>1.025344163206891E+18</c:v>
                </c:pt>
                <c:pt idx="18168">
                  <c:v>1.0253467646766641E+18</c:v>
                </c:pt>
                <c:pt idx="18169">
                  <c:v>1.025349371385499E+18</c:v>
                </c:pt>
                <c:pt idx="18170">
                  <c:v>1.02537936919649E+18</c:v>
                </c:pt>
                <c:pt idx="18171">
                  <c:v>1.0255796218911E+18</c:v>
                </c:pt>
                <c:pt idx="18172">
                  <c:v>1.025634384880572E+18</c:v>
                </c:pt>
                <c:pt idx="18173">
                  <c:v>1.025637115940528E+18</c:v>
                </c:pt>
                <c:pt idx="18174">
                  <c:v>1.025644745320553E+18</c:v>
                </c:pt>
                <c:pt idx="18175">
                  <c:v>1.0256640174688079E+18</c:v>
                </c:pt>
                <c:pt idx="18176">
                  <c:v>1.02567746328367E+18</c:v>
                </c:pt>
                <c:pt idx="18177">
                  <c:v>1.025700775519154E+18</c:v>
                </c:pt>
                <c:pt idx="18178">
                  <c:v>1.025705489052677E+18</c:v>
                </c:pt>
                <c:pt idx="18179">
                  <c:v>1.02571623262221E+18</c:v>
                </c:pt>
                <c:pt idx="18180">
                  <c:v>1.025811235929445E+18</c:v>
                </c:pt>
                <c:pt idx="18181">
                  <c:v>1.0259006452614961E+18</c:v>
                </c:pt>
                <c:pt idx="18182">
                  <c:v>1.025903699800799E+18</c:v>
                </c:pt>
                <c:pt idx="18183">
                  <c:v>1.026008135883596E+18</c:v>
                </c:pt>
                <c:pt idx="18184">
                  <c:v>1.026149066855434E+18</c:v>
                </c:pt>
                <c:pt idx="18185">
                  <c:v>1.026439297848404E+18</c:v>
                </c:pt>
                <c:pt idx="18186">
                  <c:v>1.026445686530934E+18</c:v>
                </c:pt>
                <c:pt idx="18187">
                  <c:v>1.0264958914984399E+18</c:v>
                </c:pt>
                <c:pt idx="18188">
                  <c:v>1.026512053927804E+18</c:v>
                </c:pt>
                <c:pt idx="18189">
                  <c:v>1.026559443248164E+18</c:v>
                </c:pt>
                <c:pt idx="18190">
                  <c:v>1.026567474101808E+18</c:v>
                </c:pt>
                <c:pt idx="18191">
                  <c:v>1.026568375329461E+18</c:v>
                </c:pt>
                <c:pt idx="18192">
                  <c:v>1.026573835008041E+18</c:v>
                </c:pt>
                <c:pt idx="18193">
                  <c:v>1.026574998646426E+18</c:v>
                </c:pt>
                <c:pt idx="18194">
                  <c:v>1.026578944557194E+18</c:v>
                </c:pt>
                <c:pt idx="18195">
                  <c:v>1.0265902264900401E+18</c:v>
                </c:pt>
                <c:pt idx="18196">
                  <c:v>1.02661665187062E+18</c:v>
                </c:pt>
                <c:pt idx="18197">
                  <c:v>1.0266642932600451E+18</c:v>
                </c:pt>
                <c:pt idx="18198">
                  <c:v>1.026664481784261E+18</c:v>
                </c:pt>
                <c:pt idx="18199">
                  <c:v>1.0266886043185149E+18</c:v>
                </c:pt>
                <c:pt idx="18200">
                  <c:v>1.026703099214382E+18</c:v>
                </c:pt>
                <c:pt idx="18201">
                  <c:v>1.026759243968462E+18</c:v>
                </c:pt>
                <c:pt idx="18202">
                  <c:v>1.026792802639317E+18</c:v>
                </c:pt>
                <c:pt idx="18203">
                  <c:v>1.027071353406402E+18</c:v>
                </c:pt>
                <c:pt idx="18204">
                  <c:v>1.027302186071002E+18</c:v>
                </c:pt>
                <c:pt idx="18205">
                  <c:v>1.027372020338635E+18</c:v>
                </c:pt>
                <c:pt idx="18206">
                  <c:v>1.027423294813385E+18</c:v>
                </c:pt>
                <c:pt idx="18207">
                  <c:v>1.027446216602054E+18</c:v>
                </c:pt>
                <c:pt idx="18208">
                  <c:v>1.0274627566169731E+18</c:v>
                </c:pt>
                <c:pt idx="18209">
                  <c:v>1.0275367532634909E+18</c:v>
                </c:pt>
                <c:pt idx="18210">
                  <c:v>1.027546280921114E+18</c:v>
                </c:pt>
                <c:pt idx="18211">
                  <c:v>1.027611973171707E+18</c:v>
                </c:pt>
                <c:pt idx="18212">
                  <c:v>1.027802982181665E+18</c:v>
                </c:pt>
                <c:pt idx="18213">
                  <c:v>1.027959218118364E+18</c:v>
                </c:pt>
                <c:pt idx="18214">
                  <c:v>1.027968593586252E+18</c:v>
                </c:pt>
                <c:pt idx="18215">
                  <c:v>1.0280107807621041E+18</c:v>
                </c:pt>
                <c:pt idx="18216">
                  <c:v>1.028023939248575E+18</c:v>
                </c:pt>
                <c:pt idx="18217">
                  <c:v>1.028075781110484E+18</c:v>
                </c:pt>
                <c:pt idx="18218">
                  <c:v>1.028157857980908E+18</c:v>
                </c:pt>
                <c:pt idx="18219">
                  <c:v>1.028178038902465E+18</c:v>
                </c:pt>
                <c:pt idx="18220">
                  <c:v>1.02820820942721E+18</c:v>
                </c:pt>
                <c:pt idx="18221">
                  <c:v>1.02821995614984E+18</c:v>
                </c:pt>
                <c:pt idx="18222">
                  <c:v>1.028224782212799E+18</c:v>
                </c:pt>
                <c:pt idx="18223">
                  <c:v>1.028253067620914E+18</c:v>
                </c:pt>
                <c:pt idx="18224">
                  <c:v>1.028275495447937E+18</c:v>
                </c:pt>
                <c:pt idx="18225">
                  <c:v>1.028285355622214E+18</c:v>
                </c:pt>
                <c:pt idx="18226">
                  <c:v>1.02829640529696E+18</c:v>
                </c:pt>
                <c:pt idx="18227">
                  <c:v>1.028305277458682E+18</c:v>
                </c:pt>
                <c:pt idx="18228">
                  <c:v>1.028316915669567E+18</c:v>
                </c:pt>
                <c:pt idx="18229">
                  <c:v>1.028320871810132E+18</c:v>
                </c:pt>
                <c:pt idx="18230">
                  <c:v>1.028335313967264E+18</c:v>
                </c:pt>
                <c:pt idx="18231">
                  <c:v>1.02858495627318E+18</c:v>
                </c:pt>
                <c:pt idx="18232">
                  <c:v>1.0286167821351229E+18</c:v>
                </c:pt>
                <c:pt idx="18233">
                  <c:v>1.028617199820672E+18</c:v>
                </c:pt>
                <c:pt idx="18234">
                  <c:v>1.028632226072599E+18</c:v>
                </c:pt>
                <c:pt idx="18235">
                  <c:v>1.0286328185151759E+18</c:v>
                </c:pt>
                <c:pt idx="18236">
                  <c:v>1.028686855950959E+18</c:v>
                </c:pt>
                <c:pt idx="18237">
                  <c:v>1.0286940989445199E+18</c:v>
                </c:pt>
                <c:pt idx="18238">
                  <c:v>1.0286983163581E+18</c:v>
                </c:pt>
                <c:pt idx="18239">
                  <c:v>1.028757615166161E+18</c:v>
                </c:pt>
                <c:pt idx="18240">
                  <c:v>1.02877027756864E+18</c:v>
                </c:pt>
                <c:pt idx="18241">
                  <c:v>1.0287873984749149E+18</c:v>
                </c:pt>
                <c:pt idx="18242">
                  <c:v>1.028810558750752E+18</c:v>
                </c:pt>
                <c:pt idx="18243">
                  <c:v>1.028812517440353E+18</c:v>
                </c:pt>
                <c:pt idx="18244">
                  <c:v>1.028872234201489E+18</c:v>
                </c:pt>
                <c:pt idx="18245">
                  <c:v>1.0288935829196451E+18</c:v>
                </c:pt>
                <c:pt idx="18246">
                  <c:v>1.028955775609086E+18</c:v>
                </c:pt>
                <c:pt idx="18247">
                  <c:v>1.0291674640915441E+18</c:v>
                </c:pt>
                <c:pt idx="18248">
                  <c:v>1.029269812097425E+18</c:v>
                </c:pt>
                <c:pt idx="18249">
                  <c:v>1.02930052661016E+18</c:v>
                </c:pt>
                <c:pt idx="18250">
                  <c:v>1.029380664043226E+18</c:v>
                </c:pt>
                <c:pt idx="18251">
                  <c:v>1.029392808004107E+18</c:v>
                </c:pt>
                <c:pt idx="18252">
                  <c:v>1.029395532347073E+18</c:v>
                </c:pt>
                <c:pt idx="18253">
                  <c:v>1.029418221877602E+18</c:v>
                </c:pt>
                <c:pt idx="18254">
                  <c:v>1.02944300317858E+18</c:v>
                </c:pt>
                <c:pt idx="18255">
                  <c:v>1.029510283559882E+18</c:v>
                </c:pt>
                <c:pt idx="18256">
                  <c:v>1.0295134169063549E+18</c:v>
                </c:pt>
                <c:pt idx="18257">
                  <c:v>1.029557512254745E+18</c:v>
                </c:pt>
                <c:pt idx="18258">
                  <c:v>1.029582884325894E+18</c:v>
                </c:pt>
                <c:pt idx="18259">
                  <c:v>1.029600042118198E+18</c:v>
                </c:pt>
                <c:pt idx="18260">
                  <c:v>1.029602900203387E+18</c:v>
                </c:pt>
                <c:pt idx="18261">
                  <c:v>1.02960744747765E+18</c:v>
                </c:pt>
                <c:pt idx="18262">
                  <c:v>1.029613576972139E+18</c:v>
                </c:pt>
                <c:pt idx="18263">
                  <c:v>1.0296178400753999E+18</c:v>
                </c:pt>
                <c:pt idx="18264">
                  <c:v>1.029622182759225E+18</c:v>
                </c:pt>
                <c:pt idx="18265">
                  <c:v>1.029632320781248E+18</c:v>
                </c:pt>
                <c:pt idx="18266">
                  <c:v>1.029660610556016E+18</c:v>
                </c:pt>
                <c:pt idx="18267">
                  <c:v>1.0296692872625359E+18</c:v>
                </c:pt>
                <c:pt idx="18268">
                  <c:v>1.029689074420379E+18</c:v>
                </c:pt>
                <c:pt idx="18269">
                  <c:v>1.029748346261538E+18</c:v>
                </c:pt>
                <c:pt idx="18270">
                  <c:v>1.029957156551166E+18</c:v>
                </c:pt>
                <c:pt idx="18271">
                  <c:v>1.029970791897711E+18</c:v>
                </c:pt>
                <c:pt idx="18272">
                  <c:v>1.030043917640881E+18</c:v>
                </c:pt>
                <c:pt idx="18273">
                  <c:v>1.030107732947964E+18</c:v>
                </c:pt>
                <c:pt idx="18274">
                  <c:v>1.0301163513325629E+18</c:v>
                </c:pt>
                <c:pt idx="18275">
                  <c:v>1.030128405307408E+18</c:v>
                </c:pt>
                <c:pt idx="18276">
                  <c:v>1.0301311200954211E+18</c:v>
                </c:pt>
                <c:pt idx="18277">
                  <c:v>1.0301398668229519E+18</c:v>
                </c:pt>
                <c:pt idx="18278">
                  <c:v>1.0301548968071971E+18</c:v>
                </c:pt>
                <c:pt idx="18279">
                  <c:v>1.0301549029903549E+18</c:v>
                </c:pt>
                <c:pt idx="18280">
                  <c:v>1.030166498997706E+18</c:v>
                </c:pt>
                <c:pt idx="18281">
                  <c:v>1.030205579220562E+18</c:v>
                </c:pt>
                <c:pt idx="18282">
                  <c:v>1.0302311969420189E+18</c:v>
                </c:pt>
                <c:pt idx="18283">
                  <c:v>1.030303752117166E+18</c:v>
                </c:pt>
                <c:pt idx="18284">
                  <c:v>1.030343516101257E+18</c:v>
                </c:pt>
                <c:pt idx="18285">
                  <c:v>1.030379512683241E+18</c:v>
                </c:pt>
                <c:pt idx="18286">
                  <c:v>1.030395529409409E+18</c:v>
                </c:pt>
                <c:pt idx="18287">
                  <c:v>1.030723327463986E+18</c:v>
                </c:pt>
                <c:pt idx="18288">
                  <c:v>1.030740495467038E+18</c:v>
                </c:pt>
                <c:pt idx="18289">
                  <c:v>1.030788824528313E+18</c:v>
                </c:pt>
                <c:pt idx="18290">
                  <c:v>1.0308120334447E+18</c:v>
                </c:pt>
                <c:pt idx="18291">
                  <c:v>1.030845066355346E+18</c:v>
                </c:pt>
                <c:pt idx="18292">
                  <c:v>1.030903150400964E+18</c:v>
                </c:pt>
                <c:pt idx="18293">
                  <c:v>1.030940029114447E+18</c:v>
                </c:pt>
                <c:pt idx="18294">
                  <c:v>1.03095333136326E+18</c:v>
                </c:pt>
                <c:pt idx="18295">
                  <c:v>1.03096265144807E+18</c:v>
                </c:pt>
                <c:pt idx="18296">
                  <c:v>1.030994725137183E+18</c:v>
                </c:pt>
                <c:pt idx="18297">
                  <c:v>1.031066645909655E+18</c:v>
                </c:pt>
                <c:pt idx="18298">
                  <c:v>1.0310891740828829E+18</c:v>
                </c:pt>
                <c:pt idx="18299">
                  <c:v>1.031109516872699E+18</c:v>
                </c:pt>
                <c:pt idx="18300">
                  <c:v>1.0315022907236349E+18</c:v>
                </c:pt>
                <c:pt idx="18301">
                  <c:v>1.0315255403056771E+18</c:v>
                </c:pt>
                <c:pt idx="18302">
                  <c:v>1.031533975816118E+18</c:v>
                </c:pt>
                <c:pt idx="18303">
                  <c:v>1.0315650869890531E+18</c:v>
                </c:pt>
                <c:pt idx="18304">
                  <c:v>1.03158222311125E+18</c:v>
                </c:pt>
                <c:pt idx="18305">
                  <c:v>1.03161627610163E+18</c:v>
                </c:pt>
                <c:pt idx="18306">
                  <c:v>1.031640558046139E+18</c:v>
                </c:pt>
                <c:pt idx="18307">
                  <c:v>1.031699530613467E+18</c:v>
                </c:pt>
                <c:pt idx="18308">
                  <c:v>1.031706497418105E+18</c:v>
                </c:pt>
                <c:pt idx="18309">
                  <c:v>1.031711098875572E+18</c:v>
                </c:pt>
                <c:pt idx="18310">
                  <c:v>1.031715310921033E+18</c:v>
                </c:pt>
                <c:pt idx="18311">
                  <c:v>1.031719034546498E+18</c:v>
                </c:pt>
                <c:pt idx="18312">
                  <c:v>1.031740931323396E+18</c:v>
                </c:pt>
                <c:pt idx="18313">
                  <c:v>1.0317443128433999E+18</c:v>
                </c:pt>
                <c:pt idx="18314">
                  <c:v>1.03174642697354E+18</c:v>
                </c:pt>
                <c:pt idx="18315">
                  <c:v>1.031747117531922E+18</c:v>
                </c:pt>
                <c:pt idx="18316">
                  <c:v>1.031748471052436E+18</c:v>
                </c:pt>
                <c:pt idx="18317">
                  <c:v>1.031752043011196E+18</c:v>
                </c:pt>
                <c:pt idx="18318">
                  <c:v>1.031754768497956E+18</c:v>
                </c:pt>
                <c:pt idx="18319">
                  <c:v>1.031759499824982E+18</c:v>
                </c:pt>
                <c:pt idx="18320">
                  <c:v>1.031762358474574E+18</c:v>
                </c:pt>
                <c:pt idx="18321">
                  <c:v>1.031795381239001E+18</c:v>
                </c:pt>
                <c:pt idx="18322">
                  <c:v>1.031796061125237E+18</c:v>
                </c:pt>
                <c:pt idx="18323">
                  <c:v>1.031797995633606E+18</c:v>
                </c:pt>
                <c:pt idx="18324">
                  <c:v>1.0317998056655921E+18</c:v>
                </c:pt>
                <c:pt idx="18325">
                  <c:v>1.031809696972305E+18</c:v>
                </c:pt>
                <c:pt idx="18326">
                  <c:v>1.031813899662473E+18</c:v>
                </c:pt>
                <c:pt idx="18327">
                  <c:v>1.031814355235047E+18</c:v>
                </c:pt>
                <c:pt idx="18328">
                  <c:v>1.031816332489177E+18</c:v>
                </c:pt>
                <c:pt idx="18329">
                  <c:v>1.03181829700472E+18</c:v>
                </c:pt>
                <c:pt idx="18330">
                  <c:v>1.031894594248298E+18</c:v>
                </c:pt>
                <c:pt idx="18331">
                  <c:v>1.031957990348055E+18</c:v>
                </c:pt>
                <c:pt idx="18332">
                  <c:v>1.031975378360863E+18</c:v>
                </c:pt>
                <c:pt idx="18333">
                  <c:v>1.032117376781881E+18</c:v>
                </c:pt>
                <c:pt idx="18334">
                  <c:v>1.032223092218876E+18</c:v>
                </c:pt>
                <c:pt idx="18335">
                  <c:v>1.032234777477534E+18</c:v>
                </c:pt>
                <c:pt idx="18336">
                  <c:v>1.03223640809336E+18</c:v>
                </c:pt>
                <c:pt idx="18337">
                  <c:v>1.032282700287532E+18</c:v>
                </c:pt>
                <c:pt idx="18338">
                  <c:v>1.032307606477988E+18</c:v>
                </c:pt>
                <c:pt idx="18339">
                  <c:v>1.032324159741684E+18</c:v>
                </c:pt>
                <c:pt idx="18340">
                  <c:v>1.032450411858245E+18</c:v>
                </c:pt>
                <c:pt idx="18341">
                  <c:v>1.032479978843983E+18</c:v>
                </c:pt>
                <c:pt idx="18342">
                  <c:v>1.032573816532618E+18</c:v>
                </c:pt>
                <c:pt idx="18343">
                  <c:v>1.032582047742926E+18</c:v>
                </c:pt>
                <c:pt idx="18344">
                  <c:v>1.032673340979134E+18</c:v>
                </c:pt>
                <c:pt idx="18345">
                  <c:v>1.032678161351855E+18</c:v>
                </c:pt>
                <c:pt idx="18346">
                  <c:v>1.032821258373456E+18</c:v>
                </c:pt>
                <c:pt idx="18347">
                  <c:v>1.03290888814514E+18</c:v>
                </c:pt>
                <c:pt idx="18348">
                  <c:v>1.032923578101285E+18</c:v>
                </c:pt>
                <c:pt idx="18349">
                  <c:v>1.033033185009828E+18</c:v>
                </c:pt>
                <c:pt idx="18350">
                  <c:v>1.033039297544022E+18</c:v>
                </c:pt>
                <c:pt idx="18351">
                  <c:v>1.033057150906758E+18</c:v>
                </c:pt>
                <c:pt idx="18352">
                  <c:v>1.0330587744576881E+18</c:v>
                </c:pt>
                <c:pt idx="18353">
                  <c:v>1.033103664293596E+18</c:v>
                </c:pt>
                <c:pt idx="18354">
                  <c:v>1.033138551712791E+18</c:v>
                </c:pt>
                <c:pt idx="18355">
                  <c:v>1.033234004065526E+18</c:v>
                </c:pt>
                <c:pt idx="18356">
                  <c:v>1.033293138207598E+18</c:v>
                </c:pt>
                <c:pt idx="18357">
                  <c:v>1.033318479872169E+18</c:v>
                </c:pt>
                <c:pt idx="18358">
                  <c:v>1.033337623255641E+18</c:v>
                </c:pt>
                <c:pt idx="18359">
                  <c:v>1.0336268390013681E+18</c:v>
                </c:pt>
                <c:pt idx="18360">
                  <c:v>1.03366075300547E+18</c:v>
                </c:pt>
                <c:pt idx="18361">
                  <c:v>1.0336616774472451E+18</c:v>
                </c:pt>
                <c:pt idx="18362">
                  <c:v>1.033746602904775E+18</c:v>
                </c:pt>
                <c:pt idx="18363">
                  <c:v>1.033756620318914E+18</c:v>
                </c:pt>
                <c:pt idx="18364">
                  <c:v>1.033838737757633E+18</c:v>
                </c:pt>
                <c:pt idx="18365">
                  <c:v>1.033899056386155E+18</c:v>
                </c:pt>
                <c:pt idx="18366">
                  <c:v>1.033901793321804E+18</c:v>
                </c:pt>
                <c:pt idx="18367">
                  <c:v>1.033919747302017E+18</c:v>
                </c:pt>
                <c:pt idx="18368">
                  <c:v>1.033951653959477E+18</c:v>
                </c:pt>
                <c:pt idx="18369">
                  <c:v>1.0339975099164931E+18</c:v>
                </c:pt>
                <c:pt idx="18370">
                  <c:v>1.03400286732239E+18</c:v>
                </c:pt>
                <c:pt idx="18371">
                  <c:v>1.034024868574738E+18</c:v>
                </c:pt>
                <c:pt idx="18372">
                  <c:v>1.034044942228822E+18</c:v>
                </c:pt>
                <c:pt idx="18373">
                  <c:v>1.034056631451047E+18</c:v>
                </c:pt>
                <c:pt idx="18374">
                  <c:v>1.034381778679703E+18</c:v>
                </c:pt>
                <c:pt idx="18375">
                  <c:v>1.034400280080668E+18</c:v>
                </c:pt>
                <c:pt idx="18376">
                  <c:v>1.034409781771914E+18</c:v>
                </c:pt>
                <c:pt idx="18377">
                  <c:v>1.034411268184458E+18</c:v>
                </c:pt>
                <c:pt idx="18378">
                  <c:v>1.034414031759079E+18</c:v>
                </c:pt>
                <c:pt idx="18379">
                  <c:v>1.0344322475959331E+18</c:v>
                </c:pt>
                <c:pt idx="18380">
                  <c:v>1.034439541599746E+18</c:v>
                </c:pt>
                <c:pt idx="18381">
                  <c:v>1.034444513519828E+18</c:v>
                </c:pt>
                <c:pt idx="18382">
                  <c:v>1.034450123640022E+18</c:v>
                </c:pt>
                <c:pt idx="18383">
                  <c:v>1.034490372069343E+18</c:v>
                </c:pt>
                <c:pt idx="18384">
                  <c:v>1.034520757435094E+18</c:v>
                </c:pt>
                <c:pt idx="18385">
                  <c:v>1.0345400561143549E+18</c:v>
                </c:pt>
                <c:pt idx="18386">
                  <c:v>1.034642861176087E+18</c:v>
                </c:pt>
                <c:pt idx="18387">
                  <c:v>1.034688045968583E+18</c:v>
                </c:pt>
                <c:pt idx="18388">
                  <c:v>1.034705314429673E+18</c:v>
                </c:pt>
                <c:pt idx="18389">
                  <c:v>1.034736036854004E+18</c:v>
                </c:pt>
                <c:pt idx="18390">
                  <c:v>1.034772299832071E+18</c:v>
                </c:pt>
                <c:pt idx="18391">
                  <c:v>1.034807138700926E+18</c:v>
                </c:pt>
                <c:pt idx="18392">
                  <c:v>1.034851802863615E+18</c:v>
                </c:pt>
                <c:pt idx="18393">
                  <c:v>1.0350158838312131E+18</c:v>
                </c:pt>
                <c:pt idx="18394">
                  <c:v>1.035059201667504E+18</c:v>
                </c:pt>
                <c:pt idx="18395">
                  <c:v>1.035065873983698E+18</c:v>
                </c:pt>
                <c:pt idx="18396">
                  <c:v>1.035087084864503E+18</c:v>
                </c:pt>
                <c:pt idx="18397">
                  <c:v>1.035125753731567E+18</c:v>
                </c:pt>
                <c:pt idx="18398">
                  <c:v>1.035133839765056E+18</c:v>
                </c:pt>
                <c:pt idx="18399">
                  <c:v>1.035166640671915E+18</c:v>
                </c:pt>
                <c:pt idx="18400">
                  <c:v>1.035195041097868E+18</c:v>
                </c:pt>
                <c:pt idx="18401">
                  <c:v>1.035201734262929E+18</c:v>
                </c:pt>
                <c:pt idx="18402">
                  <c:v>1.035212669878875E+18</c:v>
                </c:pt>
                <c:pt idx="18403">
                  <c:v>1.03521322269272E+18</c:v>
                </c:pt>
                <c:pt idx="18404">
                  <c:v>1.035258405571696E+18</c:v>
                </c:pt>
                <c:pt idx="18405">
                  <c:v>1.035276872973482E+18</c:v>
                </c:pt>
                <c:pt idx="18406">
                  <c:v>1.0354319784156E+18</c:v>
                </c:pt>
                <c:pt idx="18407">
                  <c:v>1.035606137970928E+18</c:v>
                </c:pt>
                <c:pt idx="18408">
                  <c:v>1.035848909857266E+18</c:v>
                </c:pt>
                <c:pt idx="18409">
                  <c:v>1.035870868518161E+18</c:v>
                </c:pt>
                <c:pt idx="18410">
                  <c:v>1.0358832093567601E+18</c:v>
                </c:pt>
                <c:pt idx="18411">
                  <c:v>1.035905372255759E+18</c:v>
                </c:pt>
                <c:pt idx="18412">
                  <c:v>1.035915371143634E+18</c:v>
                </c:pt>
                <c:pt idx="18413">
                  <c:v>1.035920981282431E+18</c:v>
                </c:pt>
                <c:pt idx="18414">
                  <c:v>1.035933564486502E+18</c:v>
                </c:pt>
                <c:pt idx="18415">
                  <c:v>1.035953717853764E+18</c:v>
                </c:pt>
                <c:pt idx="18416">
                  <c:v>1.035988546210971E+18</c:v>
                </c:pt>
                <c:pt idx="18417">
                  <c:v>1.0360266709558479E+18</c:v>
                </c:pt>
                <c:pt idx="18418">
                  <c:v>1.036102566481984E+18</c:v>
                </c:pt>
                <c:pt idx="18419">
                  <c:v>1.036105971360903E+18</c:v>
                </c:pt>
                <c:pt idx="18420">
                  <c:v>1.036206451126148E+18</c:v>
                </c:pt>
                <c:pt idx="18421">
                  <c:v>1.0362184191737949E+18</c:v>
                </c:pt>
                <c:pt idx="18422">
                  <c:v>1.036224312940229E+18</c:v>
                </c:pt>
                <c:pt idx="18423">
                  <c:v>1.03622866903511E+18</c:v>
                </c:pt>
                <c:pt idx="18424">
                  <c:v>1.0362401711137309E+18</c:v>
                </c:pt>
                <c:pt idx="18425">
                  <c:v>1.036477453868337E+18</c:v>
                </c:pt>
                <c:pt idx="18426">
                  <c:v>1.036603371605486E+18</c:v>
                </c:pt>
                <c:pt idx="18427">
                  <c:v>1.036640398318198E+18</c:v>
                </c:pt>
                <c:pt idx="18428">
                  <c:v>1.036669265321323E+18</c:v>
                </c:pt>
                <c:pt idx="18429">
                  <c:v>1.036691153514732E+18</c:v>
                </c:pt>
                <c:pt idx="18430">
                  <c:v>1.036725916128756E+18</c:v>
                </c:pt>
                <c:pt idx="18431">
                  <c:v>1.036746523595185E+18</c:v>
                </c:pt>
                <c:pt idx="18432">
                  <c:v>1.036759327897718E+18</c:v>
                </c:pt>
                <c:pt idx="18433">
                  <c:v>1.036765577467084E+18</c:v>
                </c:pt>
                <c:pt idx="18434">
                  <c:v>1.036850704355951E+18</c:v>
                </c:pt>
                <c:pt idx="18435">
                  <c:v>1.03689864961011E+18</c:v>
                </c:pt>
                <c:pt idx="18436">
                  <c:v>1.036912485512655E+18</c:v>
                </c:pt>
                <c:pt idx="18437">
                  <c:v>1.036936600259354E+18</c:v>
                </c:pt>
                <c:pt idx="18438">
                  <c:v>1.0369386544032829E+18</c:v>
                </c:pt>
                <c:pt idx="18439">
                  <c:v>1.036939417315516E+18</c:v>
                </c:pt>
                <c:pt idx="18440">
                  <c:v>1.036999097244167E+18</c:v>
                </c:pt>
                <c:pt idx="18441">
                  <c:v>1.037106364407819E+18</c:v>
                </c:pt>
                <c:pt idx="18442">
                  <c:v>1.0371154527033789E+18</c:v>
                </c:pt>
                <c:pt idx="18443">
                  <c:v>1.0372390722064349E+18</c:v>
                </c:pt>
                <c:pt idx="18444">
                  <c:v>1.0373079050142051E+18</c:v>
                </c:pt>
                <c:pt idx="18445">
                  <c:v>1.0373256437046799E+18</c:v>
                </c:pt>
                <c:pt idx="18446">
                  <c:v>1.0373781275103811E+18</c:v>
                </c:pt>
                <c:pt idx="18447">
                  <c:v>1.037379066675922E+18</c:v>
                </c:pt>
                <c:pt idx="18448">
                  <c:v>1.0373984843042531E+18</c:v>
                </c:pt>
                <c:pt idx="18449">
                  <c:v>1.037403893444709E+18</c:v>
                </c:pt>
                <c:pt idx="18450">
                  <c:v>1.037404116486231E+18</c:v>
                </c:pt>
                <c:pt idx="18451">
                  <c:v>1.037571556116868E+18</c:v>
                </c:pt>
                <c:pt idx="18452">
                  <c:v>1.037574971245445E+18</c:v>
                </c:pt>
                <c:pt idx="18453">
                  <c:v>1.037586809207173E+18</c:v>
                </c:pt>
                <c:pt idx="18454">
                  <c:v>1.0376014269689201E+18</c:v>
                </c:pt>
                <c:pt idx="18455">
                  <c:v>1.0376482309729731E+18</c:v>
                </c:pt>
                <c:pt idx="18456">
                  <c:v>1.037659013128775E+18</c:v>
                </c:pt>
                <c:pt idx="18457">
                  <c:v>1.037676912953669E+18</c:v>
                </c:pt>
                <c:pt idx="18458">
                  <c:v>1.03768536021135E+18</c:v>
                </c:pt>
                <c:pt idx="18459">
                  <c:v>1.03772676860995E+18</c:v>
                </c:pt>
                <c:pt idx="18460">
                  <c:v>1.037763401294495E+18</c:v>
                </c:pt>
                <c:pt idx="18461">
                  <c:v>1.037767136799625E+18</c:v>
                </c:pt>
                <c:pt idx="18462">
                  <c:v>1.0377699429811331E+18</c:v>
                </c:pt>
                <c:pt idx="18463">
                  <c:v>1.0377726663465789E+18</c:v>
                </c:pt>
                <c:pt idx="18464">
                  <c:v>1.0377750424903171E+18</c:v>
                </c:pt>
                <c:pt idx="18465">
                  <c:v>1.037778426414065E+18</c:v>
                </c:pt>
                <c:pt idx="18466">
                  <c:v>1.037782611765847E+18</c:v>
                </c:pt>
                <c:pt idx="18467">
                  <c:v>1.037987387352826E+18</c:v>
                </c:pt>
                <c:pt idx="18468">
                  <c:v>1.038032893921625E+18</c:v>
                </c:pt>
                <c:pt idx="18469">
                  <c:v>1.038096434087467E+18</c:v>
                </c:pt>
                <c:pt idx="18470">
                  <c:v>1.0381085941958691E+18</c:v>
                </c:pt>
                <c:pt idx="18471">
                  <c:v>1.0381086000287491E+18</c:v>
                </c:pt>
                <c:pt idx="18472">
                  <c:v>1.038134107830132E+18</c:v>
                </c:pt>
                <c:pt idx="18473">
                  <c:v>1.038140359542678E+18</c:v>
                </c:pt>
                <c:pt idx="18474">
                  <c:v>1.038222722435308E+18</c:v>
                </c:pt>
                <c:pt idx="18475">
                  <c:v>1.038233088123531E+18</c:v>
                </c:pt>
                <c:pt idx="18476">
                  <c:v>1.038313617454603E+18</c:v>
                </c:pt>
                <c:pt idx="18477">
                  <c:v>1.038314578195131E+18</c:v>
                </c:pt>
                <c:pt idx="18478">
                  <c:v>1.0383162407756189E+18</c:v>
                </c:pt>
                <c:pt idx="18479">
                  <c:v>1.038341118142836E+18</c:v>
                </c:pt>
                <c:pt idx="18480">
                  <c:v>1.038347786910875E+18</c:v>
                </c:pt>
                <c:pt idx="18481">
                  <c:v>1.038350970342322E+18</c:v>
                </c:pt>
                <c:pt idx="18482">
                  <c:v>1.038610802962894E+18</c:v>
                </c:pt>
                <c:pt idx="18483">
                  <c:v>1.038738222670802E+18</c:v>
                </c:pt>
                <c:pt idx="18484">
                  <c:v>1.038749985867359E+18</c:v>
                </c:pt>
                <c:pt idx="18485">
                  <c:v>1.0387535479734001E+18</c:v>
                </c:pt>
                <c:pt idx="18486">
                  <c:v>1.038757392242528E+18</c:v>
                </c:pt>
                <c:pt idx="18487">
                  <c:v>1.03876084831648E+18</c:v>
                </c:pt>
                <c:pt idx="18488">
                  <c:v>1.03876863587211E+18</c:v>
                </c:pt>
                <c:pt idx="18489">
                  <c:v>1.0387714780987709E+18</c:v>
                </c:pt>
                <c:pt idx="18490">
                  <c:v>1.038773683942384E+18</c:v>
                </c:pt>
                <c:pt idx="18491">
                  <c:v>1.038775540978889E+18</c:v>
                </c:pt>
                <c:pt idx="18492">
                  <c:v>1.0387873216906589E+18</c:v>
                </c:pt>
                <c:pt idx="18493">
                  <c:v>1.038807999525979E+18</c:v>
                </c:pt>
                <c:pt idx="18494">
                  <c:v>1.038817630099551E+18</c:v>
                </c:pt>
                <c:pt idx="18495">
                  <c:v>1.0388346736685091E+18</c:v>
                </c:pt>
                <c:pt idx="18496">
                  <c:v>1.0388867639405041E+18</c:v>
                </c:pt>
                <c:pt idx="18497">
                  <c:v>1.038900392188878E+18</c:v>
                </c:pt>
                <c:pt idx="18498">
                  <c:v>1.0389257680273629E+18</c:v>
                </c:pt>
                <c:pt idx="18499">
                  <c:v>1.038929734413728E+18</c:v>
                </c:pt>
                <c:pt idx="18500">
                  <c:v>1.039023255228602E+18</c:v>
                </c:pt>
                <c:pt idx="18501">
                  <c:v>1.039048572668476E+18</c:v>
                </c:pt>
                <c:pt idx="18502">
                  <c:v>1.039055897823387E+18</c:v>
                </c:pt>
                <c:pt idx="18503">
                  <c:v>1.039064474503345E+18</c:v>
                </c:pt>
                <c:pt idx="18504">
                  <c:v>1.03908576841459E+18</c:v>
                </c:pt>
                <c:pt idx="18505">
                  <c:v>1.039087627140644E+18</c:v>
                </c:pt>
                <c:pt idx="18506">
                  <c:v>1.039105450476203E+18</c:v>
                </c:pt>
                <c:pt idx="18507">
                  <c:v>1.0392744916777571E+18</c:v>
                </c:pt>
                <c:pt idx="18508">
                  <c:v>1.03945538007065E+18</c:v>
                </c:pt>
                <c:pt idx="18509">
                  <c:v>1.039468928626372E+18</c:v>
                </c:pt>
                <c:pt idx="18510">
                  <c:v>1.039566849042881E+18</c:v>
                </c:pt>
                <c:pt idx="18511">
                  <c:v>1.03962534885514E+18</c:v>
                </c:pt>
                <c:pt idx="18512">
                  <c:v>1.039707699460347E+18</c:v>
                </c:pt>
                <c:pt idx="18513">
                  <c:v>1.039734762342511E+18</c:v>
                </c:pt>
                <c:pt idx="18514">
                  <c:v>1.039746192458342E+18</c:v>
                </c:pt>
                <c:pt idx="18515">
                  <c:v>1.039752789150725E+18</c:v>
                </c:pt>
                <c:pt idx="18516">
                  <c:v>1.039754129132386E+18</c:v>
                </c:pt>
                <c:pt idx="18517">
                  <c:v>1.0397642006126321E+18</c:v>
                </c:pt>
                <c:pt idx="18518">
                  <c:v>1.03978669459968E+18</c:v>
                </c:pt>
                <c:pt idx="18519">
                  <c:v>1.039789154622295E+18</c:v>
                </c:pt>
                <c:pt idx="18520">
                  <c:v>1.039795713497516E+18</c:v>
                </c:pt>
                <c:pt idx="18521">
                  <c:v>1.039800909237817E+18</c:v>
                </c:pt>
                <c:pt idx="18522">
                  <c:v>1.039801218454407E+18</c:v>
                </c:pt>
                <c:pt idx="18523">
                  <c:v>1.039804179458654E+18</c:v>
                </c:pt>
                <c:pt idx="18524">
                  <c:v>1.0398078150507011E+18</c:v>
                </c:pt>
                <c:pt idx="18525">
                  <c:v>1.0398105234481521E+18</c:v>
                </c:pt>
                <c:pt idx="18526">
                  <c:v>1.0398124327409789E+18</c:v>
                </c:pt>
                <c:pt idx="18527">
                  <c:v>1.039827115436103E+18</c:v>
                </c:pt>
                <c:pt idx="18528">
                  <c:v>1.039839144952187E+18</c:v>
                </c:pt>
                <c:pt idx="18529">
                  <c:v>1.039851808425068E+18</c:v>
                </c:pt>
                <c:pt idx="18530">
                  <c:v>1.039860253162578E+18</c:v>
                </c:pt>
                <c:pt idx="18531">
                  <c:v>1.039940940624354E+18</c:v>
                </c:pt>
                <c:pt idx="18532">
                  <c:v>1.040152786669818E+18</c:v>
                </c:pt>
                <c:pt idx="18533">
                  <c:v>1.0402399943654159E+18</c:v>
                </c:pt>
                <c:pt idx="18534">
                  <c:v>1.0402530999981629E+18</c:v>
                </c:pt>
                <c:pt idx="18535">
                  <c:v>1.040315323123454E+18</c:v>
                </c:pt>
                <c:pt idx="18536">
                  <c:v>1.040325463460993E+18</c:v>
                </c:pt>
                <c:pt idx="18537">
                  <c:v>1.040325542069742E+18</c:v>
                </c:pt>
                <c:pt idx="18538">
                  <c:v>1.040361178646066E+18</c:v>
                </c:pt>
                <c:pt idx="18539">
                  <c:v>1.040368751464165E+18</c:v>
                </c:pt>
                <c:pt idx="18540">
                  <c:v>1.040389396232864E+18</c:v>
                </c:pt>
                <c:pt idx="18541">
                  <c:v>1.040396865532426E+18</c:v>
                </c:pt>
                <c:pt idx="18542">
                  <c:v>1.040423402684119E+18</c:v>
                </c:pt>
                <c:pt idx="18543">
                  <c:v>1.040456402391268E+18</c:v>
                </c:pt>
                <c:pt idx="18544">
                  <c:v>1.040464018991561E+18</c:v>
                </c:pt>
                <c:pt idx="18545">
                  <c:v>1.040485684000683E+18</c:v>
                </c:pt>
                <c:pt idx="18546">
                  <c:v>1.040498257251275E+18</c:v>
                </c:pt>
                <c:pt idx="18547">
                  <c:v>1.04051415524655E+18</c:v>
                </c:pt>
                <c:pt idx="18548">
                  <c:v>1.040531118273231E+18</c:v>
                </c:pt>
                <c:pt idx="18549">
                  <c:v>1.0405610623913521E+18</c:v>
                </c:pt>
                <c:pt idx="18550">
                  <c:v>1.040598331041794E+18</c:v>
                </c:pt>
                <c:pt idx="18551">
                  <c:v>1.040606358260878E+18</c:v>
                </c:pt>
                <c:pt idx="18552">
                  <c:v>1.0406223618128131E+18</c:v>
                </c:pt>
                <c:pt idx="18553">
                  <c:v>1.040722532638038E+18</c:v>
                </c:pt>
                <c:pt idx="18554">
                  <c:v>1.040846876293974E+18</c:v>
                </c:pt>
                <c:pt idx="18555">
                  <c:v>1.040895833623841E+18</c:v>
                </c:pt>
                <c:pt idx="18556">
                  <c:v>1.040903648050871E+18</c:v>
                </c:pt>
                <c:pt idx="18557">
                  <c:v>1.040911386042932E+18</c:v>
                </c:pt>
                <c:pt idx="18558">
                  <c:v>1.040914614814113E+18</c:v>
                </c:pt>
                <c:pt idx="18559">
                  <c:v>1.040920079025644E+18</c:v>
                </c:pt>
                <c:pt idx="18560">
                  <c:v>1.040927447699138E+18</c:v>
                </c:pt>
                <c:pt idx="18561">
                  <c:v>1.040936572084409E+18</c:v>
                </c:pt>
                <c:pt idx="18562">
                  <c:v>1.040968752645396E+18</c:v>
                </c:pt>
                <c:pt idx="18563">
                  <c:v>1.0409754026260509E+18</c:v>
                </c:pt>
                <c:pt idx="18564">
                  <c:v>1.0409799503512989E+18</c:v>
                </c:pt>
                <c:pt idx="18565">
                  <c:v>1.040981739203494E+18</c:v>
                </c:pt>
                <c:pt idx="18566">
                  <c:v>1.040984542096178E+18</c:v>
                </c:pt>
                <c:pt idx="18567">
                  <c:v>1.040988939812802E+18</c:v>
                </c:pt>
                <c:pt idx="18568">
                  <c:v>1.040991438503189E+18</c:v>
                </c:pt>
                <c:pt idx="18569">
                  <c:v>1.0410130871743709E+18</c:v>
                </c:pt>
                <c:pt idx="18570">
                  <c:v>1.041027473860679E+18</c:v>
                </c:pt>
                <c:pt idx="18571">
                  <c:v>1.0410538764208771E+18</c:v>
                </c:pt>
                <c:pt idx="18572">
                  <c:v>1.0410558372717629E+18</c:v>
                </c:pt>
                <c:pt idx="18573">
                  <c:v>1.0410584275011171E+18</c:v>
                </c:pt>
                <c:pt idx="18574">
                  <c:v>1.0410623596119709E+18</c:v>
                </c:pt>
                <c:pt idx="18575">
                  <c:v>1.041066750054543E+18</c:v>
                </c:pt>
                <c:pt idx="18576">
                  <c:v>1.041085792939077E+18</c:v>
                </c:pt>
                <c:pt idx="18577">
                  <c:v>1.041090002898961E+18</c:v>
                </c:pt>
                <c:pt idx="18578">
                  <c:v>1.041135538641674E+18</c:v>
                </c:pt>
                <c:pt idx="18579">
                  <c:v>1.041169958103204E+18</c:v>
                </c:pt>
                <c:pt idx="18580">
                  <c:v>1.041180808278421E+18</c:v>
                </c:pt>
                <c:pt idx="18581">
                  <c:v>1.041263149929303E+18</c:v>
                </c:pt>
                <c:pt idx="18582">
                  <c:v>1.041293760323135E+18</c:v>
                </c:pt>
                <c:pt idx="18583">
                  <c:v>1.0413921712422159E+18</c:v>
                </c:pt>
                <c:pt idx="18584">
                  <c:v>1.0414027890302371E+18</c:v>
                </c:pt>
                <c:pt idx="18585">
                  <c:v>1.041612625929716E+18</c:v>
                </c:pt>
                <c:pt idx="18586">
                  <c:v>1.0416707714303389E+18</c:v>
                </c:pt>
                <c:pt idx="18587">
                  <c:v>1.041675049590546E+18</c:v>
                </c:pt>
                <c:pt idx="18588">
                  <c:v>1.0416838739409469E+18</c:v>
                </c:pt>
                <c:pt idx="18589">
                  <c:v>1.04168876837203E+18</c:v>
                </c:pt>
                <c:pt idx="18590">
                  <c:v>1.04169084784293E+18</c:v>
                </c:pt>
                <c:pt idx="18591">
                  <c:v>1.041700416839743E+18</c:v>
                </c:pt>
                <c:pt idx="18592">
                  <c:v>1.041702655610949E+18</c:v>
                </c:pt>
                <c:pt idx="18593">
                  <c:v>1.041707118044615E+18</c:v>
                </c:pt>
                <c:pt idx="18594">
                  <c:v>1.041708474983342E+18</c:v>
                </c:pt>
                <c:pt idx="18595">
                  <c:v>1.0417114997725519E+18</c:v>
                </c:pt>
                <c:pt idx="18596">
                  <c:v>1.0417122351263171E+18</c:v>
                </c:pt>
                <c:pt idx="18597">
                  <c:v>1.041713735884167E+18</c:v>
                </c:pt>
                <c:pt idx="18598">
                  <c:v>1.041714688201561E+18</c:v>
                </c:pt>
                <c:pt idx="18599">
                  <c:v>1.041715411835361E+18</c:v>
                </c:pt>
                <c:pt idx="18600">
                  <c:v>1.041717406354663E+18</c:v>
                </c:pt>
                <c:pt idx="18601">
                  <c:v>1.041718115673886E+18</c:v>
                </c:pt>
                <c:pt idx="18602">
                  <c:v>1.04172035367211E+18</c:v>
                </c:pt>
                <c:pt idx="18603">
                  <c:v>1.04172187091498E+18</c:v>
                </c:pt>
                <c:pt idx="18604">
                  <c:v>1.0417225361339651E+18</c:v>
                </c:pt>
                <c:pt idx="18605">
                  <c:v>1.041727291416178E+18</c:v>
                </c:pt>
                <c:pt idx="18606">
                  <c:v>1.0417315919437469E+18</c:v>
                </c:pt>
                <c:pt idx="18607">
                  <c:v>1.041754601683825E+18</c:v>
                </c:pt>
                <c:pt idx="18608">
                  <c:v>1.041766468084416E+18</c:v>
                </c:pt>
                <c:pt idx="18609">
                  <c:v>1.041805972175109E+18</c:v>
                </c:pt>
                <c:pt idx="18610">
                  <c:v>1.041823317765093E+18</c:v>
                </c:pt>
                <c:pt idx="18611">
                  <c:v>1.0418306504798109E+18</c:v>
                </c:pt>
                <c:pt idx="18612">
                  <c:v>1.041840595654831E+18</c:v>
                </c:pt>
                <c:pt idx="18613">
                  <c:v>1.0418801367919709E+18</c:v>
                </c:pt>
                <c:pt idx="18614">
                  <c:v>1.041886613502939E+18</c:v>
                </c:pt>
                <c:pt idx="18615">
                  <c:v>1.041891814517831E+18</c:v>
                </c:pt>
                <c:pt idx="18616">
                  <c:v>1.041896919464828E+18</c:v>
                </c:pt>
                <c:pt idx="18617">
                  <c:v>1.041946834819381E+18</c:v>
                </c:pt>
                <c:pt idx="18618">
                  <c:v>1.041949819587861E+18</c:v>
                </c:pt>
                <c:pt idx="18619">
                  <c:v>1.042057729643746E+18</c:v>
                </c:pt>
                <c:pt idx="18620">
                  <c:v>1.042255757507071E+18</c:v>
                </c:pt>
                <c:pt idx="18621">
                  <c:v>1.042364743674314E+18</c:v>
                </c:pt>
                <c:pt idx="18622">
                  <c:v>1.042377516354367E+18</c:v>
                </c:pt>
                <c:pt idx="18623">
                  <c:v>1.042379356558286E+18</c:v>
                </c:pt>
                <c:pt idx="18624">
                  <c:v>1.042385157980551E+18</c:v>
                </c:pt>
                <c:pt idx="18625">
                  <c:v>1.04239057330123E+18</c:v>
                </c:pt>
                <c:pt idx="18626">
                  <c:v>1.042423162987188E+18</c:v>
                </c:pt>
                <c:pt idx="18627">
                  <c:v>1.042429985208482E+18</c:v>
                </c:pt>
                <c:pt idx="18628">
                  <c:v>1.042443918097031E+18</c:v>
                </c:pt>
                <c:pt idx="18629">
                  <c:v>1.042448252178651E+18</c:v>
                </c:pt>
                <c:pt idx="18630">
                  <c:v>1.042485020130128E+18</c:v>
                </c:pt>
                <c:pt idx="18631">
                  <c:v>1.042491809127228E+18</c:v>
                </c:pt>
                <c:pt idx="18632">
                  <c:v>1.042553033204206E+18</c:v>
                </c:pt>
                <c:pt idx="18633">
                  <c:v>1.042574931645889E+18</c:v>
                </c:pt>
                <c:pt idx="18634">
                  <c:v>1.04267400046442E+18</c:v>
                </c:pt>
                <c:pt idx="18635">
                  <c:v>1.042678630300919E+18</c:v>
                </c:pt>
                <c:pt idx="18636">
                  <c:v>1.042680203014828E+18</c:v>
                </c:pt>
                <c:pt idx="18637">
                  <c:v>1.042724045005607E+18</c:v>
                </c:pt>
                <c:pt idx="18638">
                  <c:v>1.042738488426508E+18</c:v>
                </c:pt>
                <c:pt idx="18639">
                  <c:v>1.042781965088682E+18</c:v>
                </c:pt>
                <c:pt idx="18640">
                  <c:v>1.043023698783364E+18</c:v>
                </c:pt>
                <c:pt idx="18641">
                  <c:v>1.043046230682939E+18</c:v>
                </c:pt>
                <c:pt idx="18642">
                  <c:v>1.043055024029793E+18</c:v>
                </c:pt>
                <c:pt idx="18643">
                  <c:v>1.043076453971839E+18</c:v>
                </c:pt>
                <c:pt idx="18644">
                  <c:v>1.0430885292675761E+18</c:v>
                </c:pt>
                <c:pt idx="18645">
                  <c:v>1.0430987523911069E+18</c:v>
                </c:pt>
                <c:pt idx="18646">
                  <c:v>1.0431526627770371E+18</c:v>
                </c:pt>
                <c:pt idx="18647">
                  <c:v>1.043238714155354E+18</c:v>
                </c:pt>
                <c:pt idx="18648">
                  <c:v>1.043271698390476E+18</c:v>
                </c:pt>
                <c:pt idx="18649">
                  <c:v>1.043331740922002E+18</c:v>
                </c:pt>
                <c:pt idx="18650">
                  <c:v>1.043342888413131E+18</c:v>
                </c:pt>
                <c:pt idx="18651">
                  <c:v>1.043363180215467E+18</c:v>
                </c:pt>
                <c:pt idx="18652">
                  <c:v>1.043368496323303E+18</c:v>
                </c:pt>
                <c:pt idx="18653">
                  <c:v>1.043414557858625E+18</c:v>
                </c:pt>
                <c:pt idx="18654">
                  <c:v>1.0434317793026589E+18</c:v>
                </c:pt>
                <c:pt idx="18655">
                  <c:v>1.043436136001205E+18</c:v>
                </c:pt>
                <c:pt idx="18656">
                  <c:v>1.0434574813583389E+18</c:v>
                </c:pt>
                <c:pt idx="18657">
                  <c:v>1.043792015977825E+18</c:v>
                </c:pt>
                <c:pt idx="18658">
                  <c:v>1.0437947030206799E+18</c:v>
                </c:pt>
                <c:pt idx="18659">
                  <c:v>1.043809817421061E+18</c:v>
                </c:pt>
                <c:pt idx="18660">
                  <c:v>1.043820012959466E+18</c:v>
                </c:pt>
                <c:pt idx="18661">
                  <c:v>1.043860636927314E+18</c:v>
                </c:pt>
                <c:pt idx="18662">
                  <c:v>1.043864313486428E+18</c:v>
                </c:pt>
                <c:pt idx="18663">
                  <c:v>1.043885121747113E+18</c:v>
                </c:pt>
                <c:pt idx="18664">
                  <c:v>1.043894826298037E+18</c:v>
                </c:pt>
                <c:pt idx="18665">
                  <c:v>1.043896119431808E+18</c:v>
                </c:pt>
                <c:pt idx="18666">
                  <c:v>1.043916764653004E+18</c:v>
                </c:pt>
                <c:pt idx="18667">
                  <c:v>1.043918107584359E+18</c:v>
                </c:pt>
                <c:pt idx="18668">
                  <c:v>1.0439462378571011E+18</c:v>
                </c:pt>
                <c:pt idx="18669">
                  <c:v>1.044095005278057E+18</c:v>
                </c:pt>
                <c:pt idx="18670">
                  <c:v>1.044100396315994E+18</c:v>
                </c:pt>
                <c:pt idx="18671">
                  <c:v>1.0441341182711171E+18</c:v>
                </c:pt>
                <c:pt idx="18672">
                  <c:v>1.044223004443227E+18</c:v>
                </c:pt>
                <c:pt idx="18673">
                  <c:v>1.044247829666057E+18</c:v>
                </c:pt>
                <c:pt idx="18674">
                  <c:v>1.044514102645984E+18</c:v>
                </c:pt>
                <c:pt idx="18675">
                  <c:v>1.044519601156204E+18</c:v>
                </c:pt>
                <c:pt idx="18676">
                  <c:v>1.044529252878843E+18</c:v>
                </c:pt>
                <c:pt idx="18677">
                  <c:v>1.044548027592091E+18</c:v>
                </c:pt>
                <c:pt idx="18678">
                  <c:v>1.0445511518296829E+18</c:v>
                </c:pt>
                <c:pt idx="18679">
                  <c:v>1.044552879748703E+18</c:v>
                </c:pt>
                <c:pt idx="18680">
                  <c:v>1.044586531853355E+18</c:v>
                </c:pt>
                <c:pt idx="18681">
                  <c:v>1.044606890707614E+18</c:v>
                </c:pt>
                <c:pt idx="18682">
                  <c:v>1.0446093611158001E+18</c:v>
                </c:pt>
                <c:pt idx="18683">
                  <c:v>1.044610274070304E+18</c:v>
                </c:pt>
                <c:pt idx="18684">
                  <c:v>1.044618060571333E+18</c:v>
                </c:pt>
                <c:pt idx="18685">
                  <c:v>1.044628732857366E+18</c:v>
                </c:pt>
                <c:pt idx="18686">
                  <c:v>1.0446345373520241E+18</c:v>
                </c:pt>
                <c:pt idx="18687">
                  <c:v>1.044637249109126E+18</c:v>
                </c:pt>
                <c:pt idx="18688">
                  <c:v>1.044640013539079E+18</c:v>
                </c:pt>
                <c:pt idx="18689">
                  <c:v>1.044640671184518E+18</c:v>
                </c:pt>
                <c:pt idx="18690">
                  <c:v>1.044641625642331E+18</c:v>
                </c:pt>
                <c:pt idx="18691">
                  <c:v>1.044642689514689E+18</c:v>
                </c:pt>
                <c:pt idx="18692">
                  <c:v>1.044643591465882E+18</c:v>
                </c:pt>
                <c:pt idx="18693">
                  <c:v>1.044643703754399E+18</c:v>
                </c:pt>
                <c:pt idx="18694">
                  <c:v>1.0446446271005041E+18</c:v>
                </c:pt>
                <c:pt idx="18695">
                  <c:v>1.044650769439273E+18</c:v>
                </c:pt>
                <c:pt idx="18696">
                  <c:v>1.044651658562618E+18</c:v>
                </c:pt>
                <c:pt idx="18697">
                  <c:v>1.044654969605831E+18</c:v>
                </c:pt>
                <c:pt idx="18698">
                  <c:v>1.044659282815566E+18</c:v>
                </c:pt>
                <c:pt idx="18699">
                  <c:v>1.044675130503872E+18</c:v>
                </c:pt>
                <c:pt idx="18700">
                  <c:v>1.044677899059717E+18</c:v>
                </c:pt>
                <c:pt idx="18701">
                  <c:v>1.0446823519723651E+18</c:v>
                </c:pt>
                <c:pt idx="18702">
                  <c:v>1.044685238969822E+18</c:v>
                </c:pt>
                <c:pt idx="18703">
                  <c:v>1.0446860824058691E+18</c:v>
                </c:pt>
                <c:pt idx="18704">
                  <c:v>1.04468670917091E+18</c:v>
                </c:pt>
                <c:pt idx="18705">
                  <c:v>1.044687341544548E+18</c:v>
                </c:pt>
                <c:pt idx="18706">
                  <c:v>1.044693558439957E+18</c:v>
                </c:pt>
                <c:pt idx="18707">
                  <c:v>1.044694272879431E+18</c:v>
                </c:pt>
                <c:pt idx="18708">
                  <c:v>1.044694907756603E+18</c:v>
                </c:pt>
                <c:pt idx="18709">
                  <c:v>1.0446957877176829E+18</c:v>
                </c:pt>
                <c:pt idx="18710">
                  <c:v>1.044702687090322E+18</c:v>
                </c:pt>
                <c:pt idx="18711">
                  <c:v>1.044703253989017E+18</c:v>
                </c:pt>
                <c:pt idx="18712">
                  <c:v>1.0447136680490851E+18</c:v>
                </c:pt>
                <c:pt idx="18713">
                  <c:v>1.0447709588943011E+18</c:v>
                </c:pt>
                <c:pt idx="18714">
                  <c:v>1.0447952766707389E+18</c:v>
                </c:pt>
                <c:pt idx="18715">
                  <c:v>1.044803164011522E+18</c:v>
                </c:pt>
                <c:pt idx="18716">
                  <c:v>1.044814890804572E+18</c:v>
                </c:pt>
                <c:pt idx="18717">
                  <c:v>1.044857101542182E+18</c:v>
                </c:pt>
                <c:pt idx="18718">
                  <c:v>1.044875514012174E+18</c:v>
                </c:pt>
                <c:pt idx="18719">
                  <c:v>1.044881885140854E+18</c:v>
                </c:pt>
                <c:pt idx="18720">
                  <c:v>1.04489496549872E+18</c:v>
                </c:pt>
                <c:pt idx="18721">
                  <c:v>1.044895423966907E+18</c:v>
                </c:pt>
                <c:pt idx="18722">
                  <c:v>1.044897604518489E+18</c:v>
                </c:pt>
                <c:pt idx="18723">
                  <c:v>1.0449667824973571E+18</c:v>
                </c:pt>
                <c:pt idx="18724">
                  <c:v>1.04507288544535E+18</c:v>
                </c:pt>
                <c:pt idx="18725">
                  <c:v>1.045091385031058E+18</c:v>
                </c:pt>
                <c:pt idx="18726">
                  <c:v>1.045169781245758E+18</c:v>
                </c:pt>
                <c:pt idx="18727">
                  <c:v>1.045249984356208E+18</c:v>
                </c:pt>
                <c:pt idx="18728">
                  <c:v>1.045317334780245E+18</c:v>
                </c:pt>
                <c:pt idx="18729">
                  <c:v>1.045336158300204E+18</c:v>
                </c:pt>
                <c:pt idx="18730">
                  <c:v>1.045362043821135E+18</c:v>
                </c:pt>
                <c:pt idx="18731">
                  <c:v>1.045365761040363E+18</c:v>
                </c:pt>
                <c:pt idx="18732">
                  <c:v>1.045386144446161E+18</c:v>
                </c:pt>
                <c:pt idx="18733">
                  <c:v>1.045407348113845E+18</c:v>
                </c:pt>
                <c:pt idx="18734">
                  <c:v>1.045421615713913E+18</c:v>
                </c:pt>
                <c:pt idx="18735">
                  <c:v>1.045540186099897E+18</c:v>
                </c:pt>
                <c:pt idx="18736">
                  <c:v>1.045543459210114E+18</c:v>
                </c:pt>
                <c:pt idx="18737">
                  <c:v>1.045552695071414E+18</c:v>
                </c:pt>
                <c:pt idx="18738">
                  <c:v>1.045570135205168E+18</c:v>
                </c:pt>
                <c:pt idx="18739">
                  <c:v>1.045592502858662E+18</c:v>
                </c:pt>
                <c:pt idx="18740">
                  <c:v>1.045595184577438E+18</c:v>
                </c:pt>
                <c:pt idx="18741">
                  <c:v>1.0456719423615E+18</c:v>
                </c:pt>
                <c:pt idx="18742">
                  <c:v>1.045686261823988E+18</c:v>
                </c:pt>
                <c:pt idx="18743">
                  <c:v>1.04569784897561E+18</c:v>
                </c:pt>
                <c:pt idx="18744">
                  <c:v>1.045957831844362E+18</c:v>
                </c:pt>
                <c:pt idx="18745">
                  <c:v>1.045974572267167E+18</c:v>
                </c:pt>
                <c:pt idx="18746">
                  <c:v>1.0459782851074269E+18</c:v>
                </c:pt>
                <c:pt idx="18747">
                  <c:v>1.046025806870615E+18</c:v>
                </c:pt>
                <c:pt idx="18748">
                  <c:v>1.0460292151365681E+18</c:v>
                </c:pt>
                <c:pt idx="18749">
                  <c:v>1.046033206004495E+18</c:v>
                </c:pt>
                <c:pt idx="18750">
                  <c:v>1.046043878218671E+18</c:v>
                </c:pt>
                <c:pt idx="18751">
                  <c:v>1.046047352211004E+18</c:v>
                </c:pt>
                <c:pt idx="18752">
                  <c:v>1.046074925126231E+18</c:v>
                </c:pt>
                <c:pt idx="18753">
                  <c:v>1.046095540980511E+18</c:v>
                </c:pt>
                <c:pt idx="18754">
                  <c:v>1.0461013133102269E+18</c:v>
                </c:pt>
                <c:pt idx="18755">
                  <c:v>1.046134091243995E+18</c:v>
                </c:pt>
                <c:pt idx="18756">
                  <c:v>1.046149127173385E+18</c:v>
                </c:pt>
                <c:pt idx="18757">
                  <c:v>1.04616286177256E+18</c:v>
                </c:pt>
                <c:pt idx="18758">
                  <c:v>1.046170765623081E+18</c:v>
                </c:pt>
                <c:pt idx="18759">
                  <c:v>1.046221803407022E+18</c:v>
                </c:pt>
                <c:pt idx="18760">
                  <c:v>1.0462347512644029E+18</c:v>
                </c:pt>
                <c:pt idx="18761">
                  <c:v>1.046348589159975E+18</c:v>
                </c:pt>
                <c:pt idx="18762">
                  <c:v>1.046372080494121E+18</c:v>
                </c:pt>
                <c:pt idx="18763">
                  <c:v>1.046657507907702E+18</c:v>
                </c:pt>
                <c:pt idx="18764">
                  <c:v>1.046700932831292E+18</c:v>
                </c:pt>
                <c:pt idx="18765">
                  <c:v>1.046762220805028E+18</c:v>
                </c:pt>
                <c:pt idx="18766">
                  <c:v>1.046792727216356E+18</c:v>
                </c:pt>
                <c:pt idx="18767">
                  <c:v>1.046801994366783E+18</c:v>
                </c:pt>
                <c:pt idx="18768">
                  <c:v>1.046808083071831E+18</c:v>
                </c:pt>
                <c:pt idx="18769">
                  <c:v>1.046810339805666E+18</c:v>
                </c:pt>
                <c:pt idx="18770">
                  <c:v>1.046812243620786E+18</c:v>
                </c:pt>
                <c:pt idx="18771">
                  <c:v>1.046816740435742E+18</c:v>
                </c:pt>
                <c:pt idx="18772">
                  <c:v>1.0468397316264189E+18</c:v>
                </c:pt>
                <c:pt idx="18773">
                  <c:v>1.046846666289601E+18</c:v>
                </c:pt>
                <c:pt idx="18774">
                  <c:v>1.046849891169223E+18</c:v>
                </c:pt>
                <c:pt idx="18775">
                  <c:v>1.046849899684249E+18</c:v>
                </c:pt>
                <c:pt idx="18776">
                  <c:v>1.0468545286172401E+18</c:v>
                </c:pt>
                <c:pt idx="18777">
                  <c:v>1.04685659028591E+18</c:v>
                </c:pt>
                <c:pt idx="18778">
                  <c:v>1.046865197126831E+18</c:v>
                </c:pt>
                <c:pt idx="18779">
                  <c:v>1.046894986179329E+18</c:v>
                </c:pt>
                <c:pt idx="18780">
                  <c:v>1.046897891717279E+18</c:v>
                </c:pt>
                <c:pt idx="18781">
                  <c:v>1.046915533861787E+18</c:v>
                </c:pt>
                <c:pt idx="18782">
                  <c:v>1.046930326084518E+18</c:v>
                </c:pt>
                <c:pt idx="18783">
                  <c:v>1.0469456305719759E+18</c:v>
                </c:pt>
                <c:pt idx="18784">
                  <c:v>1.0469604551043279E+18</c:v>
                </c:pt>
                <c:pt idx="18785">
                  <c:v>1.0469973551738051E+18</c:v>
                </c:pt>
                <c:pt idx="18786">
                  <c:v>1.047038992823806E+18</c:v>
                </c:pt>
                <c:pt idx="18787">
                  <c:v>1.0470406700748131E+18</c:v>
                </c:pt>
                <c:pt idx="18788">
                  <c:v>1.047296792238672E+18</c:v>
                </c:pt>
                <c:pt idx="18789">
                  <c:v>1.047346662497502E+18</c:v>
                </c:pt>
                <c:pt idx="18790">
                  <c:v>1.04744984420269E+18</c:v>
                </c:pt>
                <c:pt idx="18791">
                  <c:v>1.047546706502379E+18</c:v>
                </c:pt>
                <c:pt idx="18792">
                  <c:v>1.04754806682277E+18</c:v>
                </c:pt>
                <c:pt idx="18793">
                  <c:v>1.047552738249957E+18</c:v>
                </c:pt>
                <c:pt idx="18794">
                  <c:v>1.047557495723968E+18</c:v>
                </c:pt>
                <c:pt idx="18795">
                  <c:v>1.047561595254411E+18</c:v>
                </c:pt>
                <c:pt idx="18796">
                  <c:v>1.04757223962179E+18</c:v>
                </c:pt>
                <c:pt idx="18797">
                  <c:v>1.047584226155934E+18</c:v>
                </c:pt>
                <c:pt idx="18798">
                  <c:v>1.04758886647459E+18</c:v>
                </c:pt>
                <c:pt idx="18799">
                  <c:v>1.0475905801342429E+18</c:v>
                </c:pt>
                <c:pt idx="18800">
                  <c:v>1.0476809194608669E+18</c:v>
                </c:pt>
                <c:pt idx="18801">
                  <c:v>1.047687863667788E+18</c:v>
                </c:pt>
                <c:pt idx="18802">
                  <c:v>1.04769226899421E+18</c:v>
                </c:pt>
                <c:pt idx="18803">
                  <c:v>1.0477037358251441E+18</c:v>
                </c:pt>
                <c:pt idx="18804">
                  <c:v>1.047777828416709E+18</c:v>
                </c:pt>
                <c:pt idx="18805">
                  <c:v>1.0478055310565E+18</c:v>
                </c:pt>
                <c:pt idx="18806">
                  <c:v>1.0478138054491761E+18</c:v>
                </c:pt>
                <c:pt idx="18807">
                  <c:v>1.047822525299961E+18</c:v>
                </c:pt>
                <c:pt idx="18808">
                  <c:v>1.048079933010463E+18</c:v>
                </c:pt>
                <c:pt idx="18809">
                  <c:v>1.048105250592174E+18</c:v>
                </c:pt>
                <c:pt idx="18810">
                  <c:v>1.0481722235577091E+18</c:v>
                </c:pt>
                <c:pt idx="18811">
                  <c:v>1.048193777433522E+18</c:v>
                </c:pt>
                <c:pt idx="18812">
                  <c:v>1.048198955232953E+18</c:v>
                </c:pt>
                <c:pt idx="18813">
                  <c:v>1.048235962930566E+18</c:v>
                </c:pt>
                <c:pt idx="18814">
                  <c:v>1.048265672165388E+18</c:v>
                </c:pt>
                <c:pt idx="18815">
                  <c:v>1.048270141928354E+18</c:v>
                </c:pt>
                <c:pt idx="18816">
                  <c:v>1.048270294270828E+18</c:v>
                </c:pt>
                <c:pt idx="18817">
                  <c:v>1.0482981096214321E+18</c:v>
                </c:pt>
                <c:pt idx="18818">
                  <c:v>1.04830657581573E+18</c:v>
                </c:pt>
                <c:pt idx="18819">
                  <c:v>1.048330434045564E+18</c:v>
                </c:pt>
                <c:pt idx="18820">
                  <c:v>1.0483575475877149E+18</c:v>
                </c:pt>
                <c:pt idx="18821">
                  <c:v>1.048440015240895E+18</c:v>
                </c:pt>
                <c:pt idx="18822">
                  <c:v>1.0484511891009201E+18</c:v>
                </c:pt>
                <c:pt idx="18823">
                  <c:v>1.048468887912758E+18</c:v>
                </c:pt>
                <c:pt idx="18824">
                  <c:v>1.048499488509803E+18</c:v>
                </c:pt>
                <c:pt idx="18825">
                  <c:v>1.048511362604293E+18</c:v>
                </c:pt>
                <c:pt idx="18826">
                  <c:v>1.048512516613142E+18</c:v>
                </c:pt>
                <c:pt idx="18827">
                  <c:v>1.048529465849385E+18</c:v>
                </c:pt>
                <c:pt idx="18828">
                  <c:v>1.048529574352848E+18</c:v>
                </c:pt>
                <c:pt idx="18829">
                  <c:v>1.048539196752106E+18</c:v>
                </c:pt>
                <c:pt idx="18830">
                  <c:v>1.048934291282839E+18</c:v>
                </c:pt>
                <c:pt idx="18831">
                  <c:v>1.0489496886001359E+18</c:v>
                </c:pt>
                <c:pt idx="18832">
                  <c:v>1.0489763445917571E+18</c:v>
                </c:pt>
                <c:pt idx="18833">
                  <c:v>1.048993996902289E+18</c:v>
                </c:pt>
                <c:pt idx="18834">
                  <c:v>1.049017964588879E+18</c:v>
                </c:pt>
                <c:pt idx="18835">
                  <c:v>1.049023709950874E+18</c:v>
                </c:pt>
                <c:pt idx="18836">
                  <c:v>1.049041536608602E+18</c:v>
                </c:pt>
                <c:pt idx="18837">
                  <c:v>1.049042349916641E+18</c:v>
                </c:pt>
                <c:pt idx="18838">
                  <c:v>1.049051547794769E+18</c:v>
                </c:pt>
                <c:pt idx="18839">
                  <c:v>1.0490529941765789E+18</c:v>
                </c:pt>
                <c:pt idx="18840">
                  <c:v>1.049054336626502E+18</c:v>
                </c:pt>
                <c:pt idx="18841">
                  <c:v>1.0491211473019811E+18</c:v>
                </c:pt>
                <c:pt idx="18842">
                  <c:v>1.049133576116186E+18</c:v>
                </c:pt>
                <c:pt idx="18843">
                  <c:v>1.049138929923954E+18</c:v>
                </c:pt>
                <c:pt idx="18844">
                  <c:v>1.04920387013306E+18</c:v>
                </c:pt>
                <c:pt idx="18845">
                  <c:v>1.049216852512711E+18</c:v>
                </c:pt>
                <c:pt idx="18846">
                  <c:v>1.049239471383392E+18</c:v>
                </c:pt>
                <c:pt idx="18847">
                  <c:v>1.049458215676711E+18</c:v>
                </c:pt>
                <c:pt idx="18848">
                  <c:v>1.049504286532039E+18</c:v>
                </c:pt>
                <c:pt idx="18849">
                  <c:v>1.049623076273009E+18</c:v>
                </c:pt>
                <c:pt idx="18850">
                  <c:v>1.0496492233679281E+18</c:v>
                </c:pt>
                <c:pt idx="18851">
                  <c:v>1.049651623268432E+18</c:v>
                </c:pt>
                <c:pt idx="18852">
                  <c:v>1.0496534648037789E+18</c:v>
                </c:pt>
                <c:pt idx="18853">
                  <c:v>1.049681480078278E+18</c:v>
                </c:pt>
                <c:pt idx="18854">
                  <c:v>1.049725486508473E+18</c:v>
                </c:pt>
                <c:pt idx="18855">
                  <c:v>1.049734735918865E+18</c:v>
                </c:pt>
                <c:pt idx="18856">
                  <c:v>1.0497638008459599E+18</c:v>
                </c:pt>
                <c:pt idx="18857">
                  <c:v>1.049774221180661E+18</c:v>
                </c:pt>
                <c:pt idx="18858">
                  <c:v>1.049783061295122E+18</c:v>
                </c:pt>
                <c:pt idx="18859">
                  <c:v>1.049783438702283E+18</c:v>
                </c:pt>
                <c:pt idx="18860">
                  <c:v>1.049787788033308E+18</c:v>
                </c:pt>
                <c:pt idx="18861">
                  <c:v>1.049941369668012E+18</c:v>
                </c:pt>
                <c:pt idx="18862">
                  <c:v>1.0499908024900611E+18</c:v>
                </c:pt>
                <c:pt idx="18863">
                  <c:v>1.050326461128812E+18</c:v>
                </c:pt>
                <c:pt idx="18864">
                  <c:v>1.050334065274411E+18</c:v>
                </c:pt>
                <c:pt idx="18865">
                  <c:v>1.050343546770375E+18</c:v>
                </c:pt>
                <c:pt idx="18866">
                  <c:v>1.050345618358447E+18</c:v>
                </c:pt>
                <c:pt idx="18867">
                  <c:v>1.050396626150484E+18</c:v>
                </c:pt>
                <c:pt idx="18868">
                  <c:v>1.050421390267665E+18</c:v>
                </c:pt>
                <c:pt idx="18869">
                  <c:v>1.050425266695266E+18</c:v>
                </c:pt>
                <c:pt idx="18870">
                  <c:v>1.050429996848063E+18</c:v>
                </c:pt>
                <c:pt idx="18871">
                  <c:v>1.050432828653301E+18</c:v>
                </c:pt>
                <c:pt idx="18872">
                  <c:v>1.05045053387351E+18</c:v>
                </c:pt>
                <c:pt idx="18873">
                  <c:v>1.050463721663781E+18</c:v>
                </c:pt>
                <c:pt idx="18874">
                  <c:v>1.050512763696378E+18</c:v>
                </c:pt>
                <c:pt idx="18875">
                  <c:v>1.0505135485035331E+18</c:v>
                </c:pt>
                <c:pt idx="18876">
                  <c:v>1.05056758435434E+18</c:v>
                </c:pt>
                <c:pt idx="18877">
                  <c:v>1.050570833774688E+18</c:v>
                </c:pt>
                <c:pt idx="18878">
                  <c:v>1.050600208404448E+18</c:v>
                </c:pt>
                <c:pt idx="18879">
                  <c:v>1.050605084832212E+18</c:v>
                </c:pt>
                <c:pt idx="18880">
                  <c:v>1.050621362988308E+18</c:v>
                </c:pt>
                <c:pt idx="18881">
                  <c:v>1.05069239977078E+18</c:v>
                </c:pt>
                <c:pt idx="18882">
                  <c:v>1.050785756941385E+18</c:v>
                </c:pt>
                <c:pt idx="18883">
                  <c:v>1.050972465940779E+18</c:v>
                </c:pt>
                <c:pt idx="18884">
                  <c:v>1.050983162917755E+18</c:v>
                </c:pt>
                <c:pt idx="18885">
                  <c:v>1.050993925300612E+18</c:v>
                </c:pt>
                <c:pt idx="18886">
                  <c:v>1.051010101907984E+18</c:v>
                </c:pt>
                <c:pt idx="18887">
                  <c:v>1.051016394794858E+18</c:v>
                </c:pt>
                <c:pt idx="18888">
                  <c:v>1.051057065902385E+18</c:v>
                </c:pt>
                <c:pt idx="18889">
                  <c:v>1.051063666230098E+18</c:v>
                </c:pt>
                <c:pt idx="18890">
                  <c:v>1.05107704814563E+18</c:v>
                </c:pt>
                <c:pt idx="18891">
                  <c:v>1.051079551924763E+18</c:v>
                </c:pt>
                <c:pt idx="18892">
                  <c:v>1.0510876050097469E+18</c:v>
                </c:pt>
                <c:pt idx="18893">
                  <c:v>1.051116725498683E+18</c:v>
                </c:pt>
                <c:pt idx="18894">
                  <c:v>1.051147431010673E+18</c:v>
                </c:pt>
                <c:pt idx="18895">
                  <c:v>1.051151528637823E+18</c:v>
                </c:pt>
                <c:pt idx="18896">
                  <c:v>1.0511527340444611E+18</c:v>
                </c:pt>
                <c:pt idx="18897">
                  <c:v>1.0511530953475121E+18</c:v>
                </c:pt>
                <c:pt idx="18898">
                  <c:v>1.051180801547787E+18</c:v>
                </c:pt>
                <c:pt idx="18899">
                  <c:v>1.051230521802362E+18</c:v>
                </c:pt>
                <c:pt idx="18900">
                  <c:v>1.051242543191159E+18</c:v>
                </c:pt>
                <c:pt idx="18901">
                  <c:v>1.0513015647018531E+18</c:v>
                </c:pt>
                <c:pt idx="18902">
                  <c:v>1.0513322244444131E+18</c:v>
                </c:pt>
                <c:pt idx="18903">
                  <c:v>1.05134934456759E+18</c:v>
                </c:pt>
                <c:pt idx="18904">
                  <c:v>1.051381993454825E+18</c:v>
                </c:pt>
                <c:pt idx="18905">
                  <c:v>1.051412758130321E+18</c:v>
                </c:pt>
                <c:pt idx="18906">
                  <c:v>1.051415929225471E+18</c:v>
                </c:pt>
                <c:pt idx="18907">
                  <c:v>1.0514612568699441E+18</c:v>
                </c:pt>
                <c:pt idx="18908">
                  <c:v>1.0514895640889521E+18</c:v>
                </c:pt>
                <c:pt idx="18909">
                  <c:v>1.051531421231966E+18</c:v>
                </c:pt>
                <c:pt idx="18910">
                  <c:v>1.051683620643776E+18</c:v>
                </c:pt>
                <c:pt idx="18911">
                  <c:v>1.051747019117582E+18</c:v>
                </c:pt>
                <c:pt idx="18912">
                  <c:v>1.0517663953055011E+18</c:v>
                </c:pt>
                <c:pt idx="18913">
                  <c:v>1.0517882059292081E+18</c:v>
                </c:pt>
                <c:pt idx="18914">
                  <c:v>1.051812293415968E+18</c:v>
                </c:pt>
                <c:pt idx="18915">
                  <c:v>1.051877309002532E+18</c:v>
                </c:pt>
                <c:pt idx="18916">
                  <c:v>1.051884965428688E+18</c:v>
                </c:pt>
                <c:pt idx="18917">
                  <c:v>1.051894434767371E+18</c:v>
                </c:pt>
                <c:pt idx="18918">
                  <c:v>1.051903120365257E+18</c:v>
                </c:pt>
                <c:pt idx="18919">
                  <c:v>1.0519254013089789E+18</c:v>
                </c:pt>
                <c:pt idx="18920">
                  <c:v>1.0519261150436829E+18</c:v>
                </c:pt>
                <c:pt idx="18921">
                  <c:v>1.051937274906367E+18</c:v>
                </c:pt>
                <c:pt idx="18922">
                  <c:v>1.051986902743919E+18</c:v>
                </c:pt>
                <c:pt idx="18923">
                  <c:v>1.0520232413808241E+18</c:v>
                </c:pt>
                <c:pt idx="18924">
                  <c:v>1.0520649852422589E+18</c:v>
                </c:pt>
                <c:pt idx="18925">
                  <c:v>1.0520662222809411E+18</c:v>
                </c:pt>
                <c:pt idx="18926">
                  <c:v>1.05207638031166E+18</c:v>
                </c:pt>
                <c:pt idx="18927">
                  <c:v>1.052123058375305E+18</c:v>
                </c:pt>
                <c:pt idx="18928">
                  <c:v>1.0524106295337359E+18</c:v>
                </c:pt>
                <c:pt idx="18929">
                  <c:v>1.052475943170606E+18</c:v>
                </c:pt>
                <c:pt idx="18930">
                  <c:v>1.052485609971895E+18</c:v>
                </c:pt>
                <c:pt idx="18931">
                  <c:v>1.0525053598121841E+18</c:v>
                </c:pt>
                <c:pt idx="18932">
                  <c:v>1.05254928601417E+18</c:v>
                </c:pt>
                <c:pt idx="18933">
                  <c:v>1.0525951930406321E+18</c:v>
                </c:pt>
                <c:pt idx="18934">
                  <c:v>1.052607645546105E+18</c:v>
                </c:pt>
                <c:pt idx="18935">
                  <c:v>1.052702383766124E+18</c:v>
                </c:pt>
                <c:pt idx="18936">
                  <c:v>1.0527148562617201E+18</c:v>
                </c:pt>
                <c:pt idx="18937">
                  <c:v>1.052762785169479E+18</c:v>
                </c:pt>
                <c:pt idx="18938">
                  <c:v>1.052802770719977E+18</c:v>
                </c:pt>
                <c:pt idx="18939">
                  <c:v>1.052805048005153E+18</c:v>
                </c:pt>
                <c:pt idx="18940">
                  <c:v>1.052834105931414E+18</c:v>
                </c:pt>
                <c:pt idx="18941">
                  <c:v>1.052855352764889E+18</c:v>
                </c:pt>
                <c:pt idx="18942">
                  <c:v>1.052865511357381E+18</c:v>
                </c:pt>
                <c:pt idx="18943">
                  <c:v>1.052876441797509E+18</c:v>
                </c:pt>
                <c:pt idx="18944">
                  <c:v>1.052887735991941E+18</c:v>
                </c:pt>
                <c:pt idx="18945">
                  <c:v>1.052894726446924E+18</c:v>
                </c:pt>
                <c:pt idx="18946">
                  <c:v>1.05291711317931E+18</c:v>
                </c:pt>
                <c:pt idx="18947">
                  <c:v>1.0529675526110851E+18</c:v>
                </c:pt>
                <c:pt idx="18948">
                  <c:v>1.053036646898521E+18</c:v>
                </c:pt>
                <c:pt idx="18949">
                  <c:v>1.053193259595626E+18</c:v>
                </c:pt>
                <c:pt idx="18950">
                  <c:v>1.0532522472151869E+18</c:v>
                </c:pt>
                <c:pt idx="18951">
                  <c:v>1.053258994501182E+18</c:v>
                </c:pt>
                <c:pt idx="18952">
                  <c:v>1.0533067221050319E+18</c:v>
                </c:pt>
                <c:pt idx="18953">
                  <c:v>1.053322111515375E+18</c:v>
                </c:pt>
                <c:pt idx="18954">
                  <c:v>1.053325532374698E+18</c:v>
                </c:pt>
                <c:pt idx="18955">
                  <c:v>1.05332879156407E+18</c:v>
                </c:pt>
                <c:pt idx="18956">
                  <c:v>1.0533371133178051E+18</c:v>
                </c:pt>
                <c:pt idx="18957">
                  <c:v>1.053338936398836E+18</c:v>
                </c:pt>
                <c:pt idx="18958">
                  <c:v>1.053343547376817E+18</c:v>
                </c:pt>
                <c:pt idx="18959">
                  <c:v>1.053345811988636E+18</c:v>
                </c:pt>
                <c:pt idx="18960">
                  <c:v>1.053346441719995E+18</c:v>
                </c:pt>
                <c:pt idx="18961">
                  <c:v>1.0533539848277361E+18</c:v>
                </c:pt>
                <c:pt idx="18962">
                  <c:v>1.053362916478924E+18</c:v>
                </c:pt>
                <c:pt idx="18963">
                  <c:v>1.053364952571456E+18</c:v>
                </c:pt>
                <c:pt idx="18964">
                  <c:v>1.053373394918613E+18</c:v>
                </c:pt>
                <c:pt idx="18965">
                  <c:v>1.053373426437326E+18</c:v>
                </c:pt>
                <c:pt idx="18966">
                  <c:v>1.0533740559721629E+18</c:v>
                </c:pt>
                <c:pt idx="18967">
                  <c:v>1.053376144086919E+18</c:v>
                </c:pt>
                <c:pt idx="18968">
                  <c:v>1.053388122098361E+18</c:v>
                </c:pt>
                <c:pt idx="18969">
                  <c:v>1.053398589433854E+18</c:v>
                </c:pt>
                <c:pt idx="18970">
                  <c:v>1.0534340120452559E+18</c:v>
                </c:pt>
                <c:pt idx="18971">
                  <c:v>1.053439254002998E+18</c:v>
                </c:pt>
                <c:pt idx="18972">
                  <c:v>1.053443888646167E+18</c:v>
                </c:pt>
                <c:pt idx="18973">
                  <c:v>1.053451156041527E+18</c:v>
                </c:pt>
                <c:pt idx="18974">
                  <c:v>1.053519652474326E+18</c:v>
                </c:pt>
                <c:pt idx="18975">
                  <c:v>1.0535740600344399E+18</c:v>
                </c:pt>
                <c:pt idx="18976">
                  <c:v>1.053584060635212E+18</c:v>
                </c:pt>
                <c:pt idx="18977">
                  <c:v>1.05389622269267E+18</c:v>
                </c:pt>
                <c:pt idx="18978">
                  <c:v>1.053924280739391E+18</c:v>
                </c:pt>
                <c:pt idx="18979">
                  <c:v>1.053947649534745E+18</c:v>
                </c:pt>
                <c:pt idx="18980">
                  <c:v>1.053973394472196E+18</c:v>
                </c:pt>
                <c:pt idx="18981">
                  <c:v>1.053987610406492E+18</c:v>
                </c:pt>
                <c:pt idx="18982">
                  <c:v>1.054006643516921E+18</c:v>
                </c:pt>
                <c:pt idx="18983">
                  <c:v>1.054006695509614E+18</c:v>
                </c:pt>
                <c:pt idx="18984">
                  <c:v>1.0540310854745521E+18</c:v>
                </c:pt>
                <c:pt idx="18985">
                  <c:v>1.054062610756761E+18</c:v>
                </c:pt>
                <c:pt idx="18986">
                  <c:v>1.054067596933302E+18</c:v>
                </c:pt>
                <c:pt idx="18987">
                  <c:v>1.054068049467991E+18</c:v>
                </c:pt>
                <c:pt idx="18988">
                  <c:v>1.054071760703616E+18</c:v>
                </c:pt>
                <c:pt idx="18989">
                  <c:v>1.054074163043063E+18</c:v>
                </c:pt>
                <c:pt idx="18990">
                  <c:v>1.054079448064966E+18</c:v>
                </c:pt>
                <c:pt idx="18991">
                  <c:v>1.054095664342977E+18</c:v>
                </c:pt>
                <c:pt idx="18992">
                  <c:v>1.054103052086224E+18</c:v>
                </c:pt>
                <c:pt idx="18993">
                  <c:v>1.054104844236212E+18</c:v>
                </c:pt>
                <c:pt idx="18994">
                  <c:v>1.054104970770225E+18</c:v>
                </c:pt>
                <c:pt idx="18995">
                  <c:v>1.054108369680044E+18</c:v>
                </c:pt>
                <c:pt idx="18996">
                  <c:v>1.054112748683694E+18</c:v>
                </c:pt>
                <c:pt idx="18997">
                  <c:v>1.054114592616629E+18</c:v>
                </c:pt>
                <c:pt idx="18998">
                  <c:v>1.054119841956966E+18</c:v>
                </c:pt>
                <c:pt idx="18999">
                  <c:v>1.0541239140393679E+18</c:v>
                </c:pt>
                <c:pt idx="19000">
                  <c:v>1.054134020366921E+18</c:v>
                </c:pt>
                <c:pt idx="19001">
                  <c:v>1.054139236489065E+18</c:v>
                </c:pt>
                <c:pt idx="19002">
                  <c:v>1.054140369837455E+18</c:v>
                </c:pt>
                <c:pt idx="19003">
                  <c:v>1.0541433696396931E+18</c:v>
                </c:pt>
                <c:pt idx="19004">
                  <c:v>1.054148450420977E+18</c:v>
                </c:pt>
                <c:pt idx="19005">
                  <c:v>1.054156244673019E+18</c:v>
                </c:pt>
                <c:pt idx="19006">
                  <c:v>1.054159202804763E+18</c:v>
                </c:pt>
                <c:pt idx="19007">
                  <c:v>1.0541650421782691E+18</c:v>
                </c:pt>
                <c:pt idx="19008">
                  <c:v>1.054192041127193E+18</c:v>
                </c:pt>
                <c:pt idx="19009">
                  <c:v>1.0542069543477469E+18</c:v>
                </c:pt>
                <c:pt idx="19010">
                  <c:v>1.0542388340518051E+18</c:v>
                </c:pt>
                <c:pt idx="19011">
                  <c:v>1.054260241412658E+18</c:v>
                </c:pt>
                <c:pt idx="19012">
                  <c:v>1.054273654846306E+18</c:v>
                </c:pt>
                <c:pt idx="19013">
                  <c:v>1.0543323966034801E+18</c:v>
                </c:pt>
                <c:pt idx="19014">
                  <c:v>1.0543582902723709E+18</c:v>
                </c:pt>
                <c:pt idx="19015">
                  <c:v>1.05467552121957E+18</c:v>
                </c:pt>
                <c:pt idx="19016">
                  <c:v>1.054685715989275E+18</c:v>
                </c:pt>
                <c:pt idx="19017">
                  <c:v>1.054759563620242E+18</c:v>
                </c:pt>
                <c:pt idx="19018">
                  <c:v>1.054762459899284E+18</c:v>
                </c:pt>
                <c:pt idx="19019">
                  <c:v>1.054768910312065E+18</c:v>
                </c:pt>
                <c:pt idx="19020">
                  <c:v>1.054793786658217E+18</c:v>
                </c:pt>
                <c:pt idx="19021">
                  <c:v>1.0548042567241571E+18</c:v>
                </c:pt>
                <c:pt idx="19022">
                  <c:v>1.054823978814987E+18</c:v>
                </c:pt>
                <c:pt idx="19023">
                  <c:v>1.054825191652244E+18</c:v>
                </c:pt>
                <c:pt idx="19024">
                  <c:v>1.054832305596562E+18</c:v>
                </c:pt>
                <c:pt idx="19025">
                  <c:v>1.0548564353468081E+18</c:v>
                </c:pt>
                <c:pt idx="19026">
                  <c:v>1.05487779113874E+18</c:v>
                </c:pt>
                <c:pt idx="19027">
                  <c:v>1.054878762867492E+18</c:v>
                </c:pt>
                <c:pt idx="19028">
                  <c:v>1.054925200480759E+18</c:v>
                </c:pt>
                <c:pt idx="19029">
                  <c:v>1.054952206218498E+18</c:v>
                </c:pt>
                <c:pt idx="19030">
                  <c:v>1.054987753300555E+18</c:v>
                </c:pt>
                <c:pt idx="19031">
                  <c:v>1.055008653771732E+18</c:v>
                </c:pt>
                <c:pt idx="19032">
                  <c:v>1.05501319019136E+18</c:v>
                </c:pt>
                <c:pt idx="19033">
                  <c:v>1.055015449598105E+18</c:v>
                </c:pt>
                <c:pt idx="19034">
                  <c:v>1.0550230741609999E+18</c:v>
                </c:pt>
                <c:pt idx="19035">
                  <c:v>1.055385581003173E+18</c:v>
                </c:pt>
                <c:pt idx="19036">
                  <c:v>1.05540734910186E+18</c:v>
                </c:pt>
                <c:pt idx="19037">
                  <c:v>1.055415925323173E+18</c:v>
                </c:pt>
                <c:pt idx="19038">
                  <c:v>1.055457267600614E+18</c:v>
                </c:pt>
                <c:pt idx="19039">
                  <c:v>1.055466474990598E+18</c:v>
                </c:pt>
                <c:pt idx="19040">
                  <c:v>1.055472188182496E+18</c:v>
                </c:pt>
                <c:pt idx="19041">
                  <c:v>1.055476887244585E+18</c:v>
                </c:pt>
                <c:pt idx="19042">
                  <c:v>1.05549363153531E+18</c:v>
                </c:pt>
                <c:pt idx="19043">
                  <c:v>1.0555183860694531E+18</c:v>
                </c:pt>
                <c:pt idx="19044">
                  <c:v>1.055521107131919E+18</c:v>
                </c:pt>
                <c:pt idx="19045">
                  <c:v>1.05553275819839E+18</c:v>
                </c:pt>
                <c:pt idx="19046">
                  <c:v>1.0555429338903171E+18</c:v>
                </c:pt>
                <c:pt idx="19047">
                  <c:v>1.055546332324912E+18</c:v>
                </c:pt>
                <c:pt idx="19048">
                  <c:v>1.05556417019592E+18</c:v>
                </c:pt>
                <c:pt idx="19049">
                  <c:v>1.055584143593599E+18</c:v>
                </c:pt>
                <c:pt idx="19050">
                  <c:v>1.0556299659785949E+18</c:v>
                </c:pt>
                <c:pt idx="19051">
                  <c:v>1.055664207985835E+18</c:v>
                </c:pt>
                <c:pt idx="19052">
                  <c:v>1.0556691290670159E+18</c:v>
                </c:pt>
                <c:pt idx="19053">
                  <c:v>1.0556834885604081E+18</c:v>
                </c:pt>
                <c:pt idx="19054">
                  <c:v>1.055713487865108E+18</c:v>
                </c:pt>
                <c:pt idx="19055">
                  <c:v>1.0557620039457629E+18</c:v>
                </c:pt>
                <c:pt idx="19056">
                  <c:v>1.055770945065223E+18</c:v>
                </c:pt>
                <c:pt idx="19057">
                  <c:v>1.056120854454757E+18</c:v>
                </c:pt>
                <c:pt idx="19058">
                  <c:v>1.056136993939241E+18</c:v>
                </c:pt>
                <c:pt idx="19059">
                  <c:v>1.056185155607228E+18</c:v>
                </c:pt>
                <c:pt idx="19060">
                  <c:v>1.056195897324085E+18</c:v>
                </c:pt>
                <c:pt idx="19061">
                  <c:v>1.056215310172448E+18</c:v>
                </c:pt>
                <c:pt idx="19062">
                  <c:v>1.056219136951499E+18</c:v>
                </c:pt>
                <c:pt idx="19063">
                  <c:v>1.0562208299923279E+18</c:v>
                </c:pt>
                <c:pt idx="19064">
                  <c:v>1.0562210796756081E+18</c:v>
                </c:pt>
                <c:pt idx="19065">
                  <c:v>1.056221399351716E+18</c:v>
                </c:pt>
                <c:pt idx="19066">
                  <c:v>1.056240972687078E+18</c:v>
                </c:pt>
                <c:pt idx="19067">
                  <c:v>1.056241435041188E+18</c:v>
                </c:pt>
                <c:pt idx="19068">
                  <c:v>1.056247295272129E+18</c:v>
                </c:pt>
                <c:pt idx="19069">
                  <c:v>1.0562474014272829E+18</c:v>
                </c:pt>
                <c:pt idx="19070">
                  <c:v>1.056253929020612E+18</c:v>
                </c:pt>
                <c:pt idx="19071">
                  <c:v>1.056271138666852E+18</c:v>
                </c:pt>
                <c:pt idx="19072">
                  <c:v>1.056274656117292E+18</c:v>
                </c:pt>
                <c:pt idx="19073">
                  <c:v>1.056284299664663E+18</c:v>
                </c:pt>
                <c:pt idx="19074">
                  <c:v>1.0562888057093041E+18</c:v>
                </c:pt>
                <c:pt idx="19075">
                  <c:v>1.056293662260126E+18</c:v>
                </c:pt>
                <c:pt idx="19076">
                  <c:v>1.056309362210293E+18</c:v>
                </c:pt>
                <c:pt idx="19077">
                  <c:v>1.056317175111054E+18</c:v>
                </c:pt>
                <c:pt idx="19078">
                  <c:v>1.056338322371726E+18</c:v>
                </c:pt>
                <c:pt idx="19079">
                  <c:v>1.056343857630555E+18</c:v>
                </c:pt>
                <c:pt idx="19080">
                  <c:v>1.056383685783041E+18</c:v>
                </c:pt>
                <c:pt idx="19081">
                  <c:v>1.056421838172332E+18</c:v>
                </c:pt>
                <c:pt idx="19082">
                  <c:v>1.056428197806249E+18</c:v>
                </c:pt>
                <c:pt idx="19083">
                  <c:v>1.0564486626983229E+18</c:v>
                </c:pt>
                <c:pt idx="19084">
                  <c:v>1.056451038909323E+18</c:v>
                </c:pt>
                <c:pt idx="19085">
                  <c:v>1.0564982713560189E+18</c:v>
                </c:pt>
                <c:pt idx="19086">
                  <c:v>1.056524878098747E+18</c:v>
                </c:pt>
                <c:pt idx="19087">
                  <c:v>1.056608355809337E+18</c:v>
                </c:pt>
                <c:pt idx="19088">
                  <c:v>1.0566138668916931E+18</c:v>
                </c:pt>
                <c:pt idx="19089">
                  <c:v>1.056669828964022E+18</c:v>
                </c:pt>
                <c:pt idx="19090">
                  <c:v>1.056757269033153E+18</c:v>
                </c:pt>
                <c:pt idx="19091">
                  <c:v>1.0567882951271331E+18</c:v>
                </c:pt>
                <c:pt idx="19092">
                  <c:v>1.056793480784228E+18</c:v>
                </c:pt>
                <c:pt idx="19093">
                  <c:v>1.056838340679628E+18</c:v>
                </c:pt>
                <c:pt idx="19094">
                  <c:v>1.056853989150811E+18</c:v>
                </c:pt>
                <c:pt idx="19095">
                  <c:v>1.056861903123826E+18</c:v>
                </c:pt>
                <c:pt idx="19096">
                  <c:v>1.056865737437387E+18</c:v>
                </c:pt>
                <c:pt idx="19097">
                  <c:v>1.0568780064988451E+18</c:v>
                </c:pt>
                <c:pt idx="19098">
                  <c:v>1.0568849743015069E+18</c:v>
                </c:pt>
                <c:pt idx="19099">
                  <c:v>1.056887049095199E+18</c:v>
                </c:pt>
                <c:pt idx="19100">
                  <c:v>1.056892578394192E+18</c:v>
                </c:pt>
                <c:pt idx="19101">
                  <c:v>1.0568949889169571E+18</c:v>
                </c:pt>
                <c:pt idx="19102">
                  <c:v>1.056895568175911E+18</c:v>
                </c:pt>
                <c:pt idx="19103">
                  <c:v>1.056902040803377E+18</c:v>
                </c:pt>
                <c:pt idx="19104">
                  <c:v>1.056937408403068E+18</c:v>
                </c:pt>
                <c:pt idx="19105">
                  <c:v>1.0569443193812401E+18</c:v>
                </c:pt>
                <c:pt idx="19106">
                  <c:v>1.056945084278113E+18</c:v>
                </c:pt>
                <c:pt idx="19107">
                  <c:v>1.056945693284934E+18</c:v>
                </c:pt>
                <c:pt idx="19108">
                  <c:v>1.056952813487269E+18</c:v>
                </c:pt>
                <c:pt idx="19109">
                  <c:v>1.056955642285744E+18</c:v>
                </c:pt>
                <c:pt idx="19110">
                  <c:v>1.0569571020976189E+18</c:v>
                </c:pt>
                <c:pt idx="19111">
                  <c:v>1.0569572954255709E+18</c:v>
                </c:pt>
                <c:pt idx="19112">
                  <c:v>1.056959394814567E+18</c:v>
                </c:pt>
                <c:pt idx="19113">
                  <c:v>1.056959928520482E+18</c:v>
                </c:pt>
                <c:pt idx="19114">
                  <c:v>1.056960036772399E+18</c:v>
                </c:pt>
                <c:pt idx="19115">
                  <c:v>1.056969463568661E+18</c:v>
                </c:pt>
                <c:pt idx="19116">
                  <c:v>1.056976918513791E+18</c:v>
                </c:pt>
                <c:pt idx="19117">
                  <c:v>1.056979608111958E+18</c:v>
                </c:pt>
                <c:pt idx="19118">
                  <c:v>1.0569868104367229E+18</c:v>
                </c:pt>
                <c:pt idx="19119">
                  <c:v>1.056993375453474E+18</c:v>
                </c:pt>
                <c:pt idx="19120">
                  <c:v>1.0569966365032029E+18</c:v>
                </c:pt>
                <c:pt idx="19121">
                  <c:v>1.0569985138490481E+18</c:v>
                </c:pt>
                <c:pt idx="19122">
                  <c:v>1.057000127628006E+18</c:v>
                </c:pt>
                <c:pt idx="19123">
                  <c:v>1.057000924404887E+18</c:v>
                </c:pt>
                <c:pt idx="19124">
                  <c:v>1.057007958387225E+18</c:v>
                </c:pt>
                <c:pt idx="19125">
                  <c:v>1.0570089065140829E+18</c:v>
                </c:pt>
                <c:pt idx="19126">
                  <c:v>1.057057057603903E+18</c:v>
                </c:pt>
                <c:pt idx="19127">
                  <c:v>1.057064043397033E+18</c:v>
                </c:pt>
                <c:pt idx="19128">
                  <c:v>1.057080357833342E+18</c:v>
                </c:pt>
                <c:pt idx="19129">
                  <c:v>1.0571664097978161E+18</c:v>
                </c:pt>
                <c:pt idx="19130">
                  <c:v>1.057169037651108E+18</c:v>
                </c:pt>
                <c:pt idx="19131">
                  <c:v>1.057172267682068E+18</c:v>
                </c:pt>
                <c:pt idx="19132">
                  <c:v>1.057211562757506E+18</c:v>
                </c:pt>
                <c:pt idx="19133">
                  <c:v>1.057241718584687E+18</c:v>
                </c:pt>
                <c:pt idx="19134">
                  <c:v>1.057254617349538E+18</c:v>
                </c:pt>
                <c:pt idx="19135">
                  <c:v>1.057265452424145E+18</c:v>
                </c:pt>
                <c:pt idx="19136">
                  <c:v>1.05757636555446E+18</c:v>
                </c:pt>
                <c:pt idx="19137">
                  <c:v>1.057622327126876E+18</c:v>
                </c:pt>
                <c:pt idx="19138">
                  <c:v>1.057646432507222E+18</c:v>
                </c:pt>
                <c:pt idx="19139">
                  <c:v>1.05765157823417E+18</c:v>
                </c:pt>
                <c:pt idx="19140">
                  <c:v>1.057656335912252E+18</c:v>
                </c:pt>
                <c:pt idx="19141">
                  <c:v>1.057658211515257E+18</c:v>
                </c:pt>
                <c:pt idx="19142">
                  <c:v>1.057660036418593E+18</c:v>
                </c:pt>
                <c:pt idx="19143">
                  <c:v>1.0576706333634051E+18</c:v>
                </c:pt>
                <c:pt idx="19144">
                  <c:v>1.057676029223014E+18</c:v>
                </c:pt>
                <c:pt idx="19145">
                  <c:v>1.057679553072174E+18</c:v>
                </c:pt>
                <c:pt idx="19146">
                  <c:v>1.057679976824452E+18</c:v>
                </c:pt>
                <c:pt idx="19147">
                  <c:v>1.057686065470478E+18</c:v>
                </c:pt>
                <c:pt idx="19148">
                  <c:v>1.05768777397891E+18</c:v>
                </c:pt>
                <c:pt idx="19149">
                  <c:v>1.0576885500863811E+18</c:v>
                </c:pt>
                <c:pt idx="19150">
                  <c:v>1.0576890559103E+18</c:v>
                </c:pt>
                <c:pt idx="19151">
                  <c:v>1.05771263784875E+18</c:v>
                </c:pt>
                <c:pt idx="19152">
                  <c:v>1.057718433346617E+18</c:v>
                </c:pt>
                <c:pt idx="19153">
                  <c:v>1.05772368581722E+18</c:v>
                </c:pt>
                <c:pt idx="19154">
                  <c:v>1.057725345909337E+18</c:v>
                </c:pt>
                <c:pt idx="19155">
                  <c:v>1.057734878253718E+18</c:v>
                </c:pt>
                <c:pt idx="19156">
                  <c:v>1.057734882767687E+18</c:v>
                </c:pt>
                <c:pt idx="19157">
                  <c:v>1.057753210883236E+18</c:v>
                </c:pt>
                <c:pt idx="19158">
                  <c:v>1.0577561189247709E+18</c:v>
                </c:pt>
                <c:pt idx="19159">
                  <c:v>1.057781808581065E+18</c:v>
                </c:pt>
                <c:pt idx="19160">
                  <c:v>1.057804875105775E+18</c:v>
                </c:pt>
                <c:pt idx="19161">
                  <c:v>1.0578274931586161E+18</c:v>
                </c:pt>
                <c:pt idx="19162">
                  <c:v>1.057837219047407E+18</c:v>
                </c:pt>
                <c:pt idx="19163">
                  <c:v>1.057852659478836E+18</c:v>
                </c:pt>
                <c:pt idx="19164">
                  <c:v>1.057864003295109E+18</c:v>
                </c:pt>
                <c:pt idx="19165">
                  <c:v>1.057868165813492E+18</c:v>
                </c:pt>
                <c:pt idx="19166">
                  <c:v>1.057921178267929E+18</c:v>
                </c:pt>
                <c:pt idx="19167">
                  <c:v>1.057958164051775E+18</c:v>
                </c:pt>
                <c:pt idx="19168">
                  <c:v>1.058070848255287E+18</c:v>
                </c:pt>
                <c:pt idx="19169">
                  <c:v>1.05817777505802E+18</c:v>
                </c:pt>
                <c:pt idx="19170">
                  <c:v>1.058211113080698E+18</c:v>
                </c:pt>
                <c:pt idx="19171">
                  <c:v>1.058312010043349E+18</c:v>
                </c:pt>
                <c:pt idx="19172">
                  <c:v>1.058353363971625E+18</c:v>
                </c:pt>
                <c:pt idx="19173">
                  <c:v>1.058376846807561E+18</c:v>
                </c:pt>
                <c:pt idx="19174">
                  <c:v>1.0583807810856509E+18</c:v>
                </c:pt>
                <c:pt idx="19175">
                  <c:v>1.0584737441945999E+18</c:v>
                </c:pt>
                <c:pt idx="19176">
                  <c:v>1.0586098708380989E+18</c:v>
                </c:pt>
                <c:pt idx="19177">
                  <c:v>1.05865878486849E+18</c:v>
                </c:pt>
                <c:pt idx="19178">
                  <c:v>1.0590121205880881E+18</c:v>
                </c:pt>
                <c:pt idx="19179">
                  <c:v>1.0590168251151759E+18</c:v>
                </c:pt>
                <c:pt idx="19180">
                  <c:v>1.059018570250342E+18</c:v>
                </c:pt>
                <c:pt idx="19181">
                  <c:v>1.0590305218224029E+18</c:v>
                </c:pt>
                <c:pt idx="19182">
                  <c:v>1.059032185422759E+18</c:v>
                </c:pt>
                <c:pt idx="19183">
                  <c:v>1.0591316159609309E+18</c:v>
                </c:pt>
                <c:pt idx="19184">
                  <c:v>1.059150540011138E+18</c:v>
                </c:pt>
                <c:pt idx="19185">
                  <c:v>1.059155915160242E+18</c:v>
                </c:pt>
                <c:pt idx="19186">
                  <c:v>1.059175816542911E+18</c:v>
                </c:pt>
                <c:pt idx="19187">
                  <c:v>1.05917855188769E+18</c:v>
                </c:pt>
                <c:pt idx="19188">
                  <c:v>1.059181310017774E+18</c:v>
                </c:pt>
                <c:pt idx="19189">
                  <c:v>1.059200970755129E+18</c:v>
                </c:pt>
                <c:pt idx="19190">
                  <c:v>1.059276482078924E+18</c:v>
                </c:pt>
                <c:pt idx="19191">
                  <c:v>1.059279937076265E+18</c:v>
                </c:pt>
                <c:pt idx="19192">
                  <c:v>1.059295479806086E+18</c:v>
                </c:pt>
                <c:pt idx="19193">
                  <c:v>1.059319728370507E+18</c:v>
                </c:pt>
                <c:pt idx="19194">
                  <c:v>1.059350478426217E+18</c:v>
                </c:pt>
                <c:pt idx="19195">
                  <c:v>1.059387323375788E+18</c:v>
                </c:pt>
                <c:pt idx="19196">
                  <c:v>1.059402530573926E+18</c:v>
                </c:pt>
                <c:pt idx="19197">
                  <c:v>1.059425154250272E+18</c:v>
                </c:pt>
                <c:pt idx="19198">
                  <c:v>1.059466909632844E+18</c:v>
                </c:pt>
                <c:pt idx="19199">
                  <c:v>1.059468511241691E+18</c:v>
                </c:pt>
                <c:pt idx="19200">
                  <c:v>1.059733153476159E+18</c:v>
                </c:pt>
                <c:pt idx="19201">
                  <c:v>1.05974379903519E+18</c:v>
                </c:pt>
                <c:pt idx="19202">
                  <c:v>1.05975594573015E+18</c:v>
                </c:pt>
                <c:pt idx="19203">
                  <c:v>1.059759389843947E+18</c:v>
                </c:pt>
                <c:pt idx="19204">
                  <c:v>1.059801793250928E+18</c:v>
                </c:pt>
                <c:pt idx="19205">
                  <c:v>1.059866349869124E+18</c:v>
                </c:pt>
                <c:pt idx="19206">
                  <c:v>1.0598910463866851E+18</c:v>
                </c:pt>
                <c:pt idx="19207">
                  <c:v>1.0599178791224719E+18</c:v>
                </c:pt>
                <c:pt idx="19208">
                  <c:v>1.0600177205787919E+18</c:v>
                </c:pt>
                <c:pt idx="19209">
                  <c:v>1.060030457175095E+18</c:v>
                </c:pt>
                <c:pt idx="19210">
                  <c:v>1.0600438025369949E+18</c:v>
                </c:pt>
                <c:pt idx="19211">
                  <c:v>1.06005071489472E+18</c:v>
                </c:pt>
                <c:pt idx="19212">
                  <c:v>1.0600561687734851E+18</c:v>
                </c:pt>
                <c:pt idx="19213">
                  <c:v>1.060064921475157E+18</c:v>
                </c:pt>
                <c:pt idx="19214">
                  <c:v>1.060085638293273E+18</c:v>
                </c:pt>
                <c:pt idx="19215">
                  <c:v>1.0601336021815439E+18</c:v>
                </c:pt>
                <c:pt idx="19216">
                  <c:v>1.0602226431086641E+18</c:v>
                </c:pt>
                <c:pt idx="19217">
                  <c:v>1.060223818906293E+18</c:v>
                </c:pt>
                <c:pt idx="19218">
                  <c:v>1.060350864709476E+18</c:v>
                </c:pt>
                <c:pt idx="19219">
                  <c:v>1.0604289590823651E+18</c:v>
                </c:pt>
                <c:pt idx="19220">
                  <c:v>1.0604514711569789E+18</c:v>
                </c:pt>
                <c:pt idx="19221">
                  <c:v>1.060475014072534E+18</c:v>
                </c:pt>
                <c:pt idx="19222">
                  <c:v>1.0605291159785251E+18</c:v>
                </c:pt>
                <c:pt idx="19223">
                  <c:v>1.060554625803905E+18</c:v>
                </c:pt>
                <c:pt idx="19224">
                  <c:v>1.060562571560485E+18</c:v>
                </c:pt>
                <c:pt idx="19225">
                  <c:v>1.060599287514016E+18</c:v>
                </c:pt>
                <c:pt idx="19226">
                  <c:v>1.060617718033253E+18</c:v>
                </c:pt>
                <c:pt idx="19227">
                  <c:v>1.060623160990081E+18</c:v>
                </c:pt>
                <c:pt idx="19228">
                  <c:v>1.060631256374677E+18</c:v>
                </c:pt>
                <c:pt idx="19229">
                  <c:v>1.060641734636788E+18</c:v>
                </c:pt>
                <c:pt idx="19230">
                  <c:v>1.0606494596436669E+18</c:v>
                </c:pt>
                <c:pt idx="19231">
                  <c:v>1.0606857400600881E+18</c:v>
                </c:pt>
                <c:pt idx="19232">
                  <c:v>1.060706945855083E+18</c:v>
                </c:pt>
                <c:pt idx="19233">
                  <c:v>1.060774019757211E+18</c:v>
                </c:pt>
                <c:pt idx="19234">
                  <c:v>1.060792747900928E+18</c:v>
                </c:pt>
                <c:pt idx="19235">
                  <c:v>1.060799515601348E+18</c:v>
                </c:pt>
                <c:pt idx="19236">
                  <c:v>1.060805288432534E+18</c:v>
                </c:pt>
                <c:pt idx="19237">
                  <c:v>1.0608343776936509E+18</c:v>
                </c:pt>
                <c:pt idx="19238">
                  <c:v>1.0608497688595011E+18</c:v>
                </c:pt>
                <c:pt idx="19239">
                  <c:v>1.060854598709052E+18</c:v>
                </c:pt>
                <c:pt idx="19240">
                  <c:v>1.0608560016000829E+18</c:v>
                </c:pt>
                <c:pt idx="19241">
                  <c:v>1.061161629734342E+18</c:v>
                </c:pt>
                <c:pt idx="19242">
                  <c:v>1.061210426357166E+18</c:v>
                </c:pt>
                <c:pt idx="19243">
                  <c:v>1.061223621299648E+18</c:v>
                </c:pt>
                <c:pt idx="19244">
                  <c:v>1.0612489464732349E+18</c:v>
                </c:pt>
                <c:pt idx="19245">
                  <c:v>1.061251237718823E+18</c:v>
                </c:pt>
                <c:pt idx="19246">
                  <c:v>1.061260311249105E+18</c:v>
                </c:pt>
                <c:pt idx="19247">
                  <c:v>1.061300270670913E+18</c:v>
                </c:pt>
                <c:pt idx="19248">
                  <c:v>1.061301492384383E+18</c:v>
                </c:pt>
                <c:pt idx="19249">
                  <c:v>1.06130625850642E+18</c:v>
                </c:pt>
                <c:pt idx="19250">
                  <c:v>1.061307984926389E+18</c:v>
                </c:pt>
                <c:pt idx="19251">
                  <c:v>1.06131523671095E+18</c:v>
                </c:pt>
                <c:pt idx="19252">
                  <c:v>1.061319556003867E+18</c:v>
                </c:pt>
                <c:pt idx="19253">
                  <c:v>1.0613698544936079E+18</c:v>
                </c:pt>
                <c:pt idx="19254">
                  <c:v>1.061395065480322E+18</c:v>
                </c:pt>
                <c:pt idx="19255">
                  <c:v>1.0614047026650051E+18</c:v>
                </c:pt>
                <c:pt idx="19256">
                  <c:v>1.061408549365577E+18</c:v>
                </c:pt>
                <c:pt idx="19257">
                  <c:v>1.061409886308825E+18</c:v>
                </c:pt>
                <c:pt idx="19258">
                  <c:v>1.061410772275903E+18</c:v>
                </c:pt>
                <c:pt idx="19259">
                  <c:v>1.0614819504602429E+18</c:v>
                </c:pt>
                <c:pt idx="19260">
                  <c:v>1.0614972557162051E+18</c:v>
                </c:pt>
                <c:pt idx="19261">
                  <c:v>1.061515141482879E+18</c:v>
                </c:pt>
                <c:pt idx="19262">
                  <c:v>1.061536796727803E+18</c:v>
                </c:pt>
                <c:pt idx="19263">
                  <c:v>1.061544309440908E+18</c:v>
                </c:pt>
                <c:pt idx="19264">
                  <c:v>1.061566540222953E+18</c:v>
                </c:pt>
                <c:pt idx="19265">
                  <c:v>1.06156742018899E+18</c:v>
                </c:pt>
                <c:pt idx="19266">
                  <c:v>1.061576297312532E+18</c:v>
                </c:pt>
                <c:pt idx="19267">
                  <c:v>1.061604209755567E+18</c:v>
                </c:pt>
                <c:pt idx="19268">
                  <c:v>1.06186135380087E+18</c:v>
                </c:pt>
                <c:pt idx="19269">
                  <c:v>1.0618989553708291E+18</c:v>
                </c:pt>
                <c:pt idx="19270">
                  <c:v>1.0619024356851491E+18</c:v>
                </c:pt>
                <c:pt idx="19271">
                  <c:v>1.061907099755713E+18</c:v>
                </c:pt>
                <c:pt idx="19272">
                  <c:v>1.062015330421783E+18</c:v>
                </c:pt>
                <c:pt idx="19273">
                  <c:v>1.062042814247732E+18</c:v>
                </c:pt>
                <c:pt idx="19274">
                  <c:v>1.062044008123557E+18</c:v>
                </c:pt>
                <c:pt idx="19275">
                  <c:v>1.062063569394379E+18</c:v>
                </c:pt>
                <c:pt idx="19276">
                  <c:v>1.062068748014174E+18</c:v>
                </c:pt>
                <c:pt idx="19277">
                  <c:v>1.062085721548992E+18</c:v>
                </c:pt>
                <c:pt idx="19278">
                  <c:v>1.062092846349745E+18</c:v>
                </c:pt>
                <c:pt idx="19279">
                  <c:v>1.062131893582007E+18</c:v>
                </c:pt>
                <c:pt idx="19280">
                  <c:v>1.06220592838897E+18</c:v>
                </c:pt>
                <c:pt idx="19281">
                  <c:v>1.0622124177786801E+18</c:v>
                </c:pt>
                <c:pt idx="19282">
                  <c:v>1.062218796112951E+18</c:v>
                </c:pt>
                <c:pt idx="19283">
                  <c:v>1.06223323330801E+18</c:v>
                </c:pt>
                <c:pt idx="19284">
                  <c:v>1.062250597998306E+18</c:v>
                </c:pt>
                <c:pt idx="19285">
                  <c:v>1.062253732614271E+18</c:v>
                </c:pt>
                <c:pt idx="19286">
                  <c:v>1.062259548002806E+18</c:v>
                </c:pt>
                <c:pt idx="19287">
                  <c:v>1.06227579535679E+18</c:v>
                </c:pt>
                <c:pt idx="19288">
                  <c:v>1.06228610219639E+18</c:v>
                </c:pt>
                <c:pt idx="19289">
                  <c:v>1.0623450911102749E+18</c:v>
                </c:pt>
                <c:pt idx="19290">
                  <c:v>1.0623670437658319E+18</c:v>
                </c:pt>
                <c:pt idx="19291">
                  <c:v>1.062561566828849E+18</c:v>
                </c:pt>
                <c:pt idx="19292">
                  <c:v>1.0626206303108081E+18</c:v>
                </c:pt>
                <c:pt idx="19293">
                  <c:v>1.062622039519094E+18</c:v>
                </c:pt>
                <c:pt idx="19294">
                  <c:v>1.062653722866041E+18</c:v>
                </c:pt>
                <c:pt idx="19295">
                  <c:v>1.062663974917809E+18</c:v>
                </c:pt>
                <c:pt idx="19296">
                  <c:v>1.062686627381799E+18</c:v>
                </c:pt>
                <c:pt idx="19297">
                  <c:v>1.0627197181033999E+18</c:v>
                </c:pt>
                <c:pt idx="19298">
                  <c:v>1.062815471456031E+18</c:v>
                </c:pt>
                <c:pt idx="19299">
                  <c:v>1.0628610418635491E+18</c:v>
                </c:pt>
                <c:pt idx="19300">
                  <c:v>1.062888648137241E+18</c:v>
                </c:pt>
                <c:pt idx="19301">
                  <c:v>1.062893600916735E+18</c:v>
                </c:pt>
                <c:pt idx="19302">
                  <c:v>1.062893785440517E+18</c:v>
                </c:pt>
                <c:pt idx="19303">
                  <c:v>1.062910491965381E+18</c:v>
                </c:pt>
                <c:pt idx="19304">
                  <c:v>1.062920528274719E+18</c:v>
                </c:pt>
                <c:pt idx="19305">
                  <c:v>1.062930126442244E+18</c:v>
                </c:pt>
                <c:pt idx="19306">
                  <c:v>1.062941545365786E+18</c:v>
                </c:pt>
                <c:pt idx="19307">
                  <c:v>1.0629504821834851E+18</c:v>
                </c:pt>
                <c:pt idx="19308">
                  <c:v>1.062959208982399E+18</c:v>
                </c:pt>
                <c:pt idx="19309">
                  <c:v>1.062970597938162E+18</c:v>
                </c:pt>
                <c:pt idx="19310">
                  <c:v>1.0630765274012669E+18</c:v>
                </c:pt>
                <c:pt idx="19311">
                  <c:v>1.0631372685053789E+18</c:v>
                </c:pt>
                <c:pt idx="19312">
                  <c:v>1.063308453096181E+18</c:v>
                </c:pt>
                <c:pt idx="19313">
                  <c:v>1.063310162952833E+18</c:v>
                </c:pt>
                <c:pt idx="19314">
                  <c:v>1.06340936132141E+18</c:v>
                </c:pt>
                <c:pt idx="19315">
                  <c:v>1.063409691400994E+18</c:v>
                </c:pt>
                <c:pt idx="19316">
                  <c:v>1.063441733460737E+18</c:v>
                </c:pt>
                <c:pt idx="19317">
                  <c:v>1.063479748841764E+18</c:v>
                </c:pt>
                <c:pt idx="19318">
                  <c:v>1.063530853195462E+18</c:v>
                </c:pt>
                <c:pt idx="19319">
                  <c:v>1.063532951230775E+18</c:v>
                </c:pt>
                <c:pt idx="19320">
                  <c:v>1.063551366448097E+18</c:v>
                </c:pt>
                <c:pt idx="19321">
                  <c:v>1.063559211370199E+18</c:v>
                </c:pt>
                <c:pt idx="19322">
                  <c:v>1.063592233105742E+18</c:v>
                </c:pt>
                <c:pt idx="19323">
                  <c:v>1.063632303454454E+18</c:v>
                </c:pt>
                <c:pt idx="19324">
                  <c:v>1.06364275474342E+18</c:v>
                </c:pt>
                <c:pt idx="19325">
                  <c:v>1.063704097534225E+18</c:v>
                </c:pt>
                <c:pt idx="19326">
                  <c:v>1.063731272144539E+18</c:v>
                </c:pt>
                <c:pt idx="19327">
                  <c:v>1.063745941344806E+18</c:v>
                </c:pt>
                <c:pt idx="19328">
                  <c:v>1.063766399882519E+18</c:v>
                </c:pt>
                <c:pt idx="19329">
                  <c:v>1.063791033029022E+18</c:v>
                </c:pt>
                <c:pt idx="19330">
                  <c:v>1.063824691090698E+18</c:v>
                </c:pt>
                <c:pt idx="19331">
                  <c:v>1.063926485538258E+18</c:v>
                </c:pt>
                <c:pt idx="19332">
                  <c:v>1.063930142712283E+18</c:v>
                </c:pt>
                <c:pt idx="19333">
                  <c:v>1.064151954296721E+18</c:v>
                </c:pt>
                <c:pt idx="19334">
                  <c:v>1.06416757743359E+18</c:v>
                </c:pt>
                <c:pt idx="19335">
                  <c:v>1.064199560010137E+18</c:v>
                </c:pt>
                <c:pt idx="19336">
                  <c:v>1.064231491668116E+18</c:v>
                </c:pt>
                <c:pt idx="19337">
                  <c:v>1.064260519781788E+18</c:v>
                </c:pt>
                <c:pt idx="19338">
                  <c:v>1.06429104241703E+18</c:v>
                </c:pt>
                <c:pt idx="19339">
                  <c:v>1.064292123638646E+18</c:v>
                </c:pt>
                <c:pt idx="19340">
                  <c:v>1.064299173588798E+18</c:v>
                </c:pt>
                <c:pt idx="19341">
                  <c:v>1.064305920629257E+18</c:v>
                </c:pt>
                <c:pt idx="19342">
                  <c:v>1.0643072095573041E+18</c:v>
                </c:pt>
                <c:pt idx="19343">
                  <c:v>1.064313074796714E+18</c:v>
                </c:pt>
                <c:pt idx="19344">
                  <c:v>1.064333153082686E+18</c:v>
                </c:pt>
                <c:pt idx="19345">
                  <c:v>1.064348142258443E+18</c:v>
                </c:pt>
                <c:pt idx="19346">
                  <c:v>1.064413938218228E+18</c:v>
                </c:pt>
                <c:pt idx="19347">
                  <c:v>1.064416956078388E+18</c:v>
                </c:pt>
                <c:pt idx="19348">
                  <c:v>1.064502854860187E+18</c:v>
                </c:pt>
                <c:pt idx="19349">
                  <c:v>1.064764826720944E+18</c:v>
                </c:pt>
                <c:pt idx="19350">
                  <c:v>1.0648105905470211E+18</c:v>
                </c:pt>
                <c:pt idx="19351">
                  <c:v>1.064821472875481E+18</c:v>
                </c:pt>
                <c:pt idx="19352">
                  <c:v>1.064830760522689E+18</c:v>
                </c:pt>
                <c:pt idx="19353">
                  <c:v>1.06483392159064E+18</c:v>
                </c:pt>
                <c:pt idx="19354">
                  <c:v>1.064844089676821E+18</c:v>
                </c:pt>
                <c:pt idx="19355">
                  <c:v>1.064891357227691E+18</c:v>
                </c:pt>
                <c:pt idx="19356">
                  <c:v>1.064902121634359E+18</c:v>
                </c:pt>
                <c:pt idx="19357">
                  <c:v>1.06490934717227E+18</c:v>
                </c:pt>
                <c:pt idx="19358">
                  <c:v>1.064943267304427E+18</c:v>
                </c:pt>
                <c:pt idx="19359">
                  <c:v>1.06495500532541E+18</c:v>
                </c:pt>
                <c:pt idx="19360">
                  <c:v>1.0649624089255389E+18</c:v>
                </c:pt>
                <c:pt idx="19361">
                  <c:v>1.064978535879451E+18</c:v>
                </c:pt>
                <c:pt idx="19362">
                  <c:v>1.064981980320449E+18</c:v>
                </c:pt>
                <c:pt idx="19363">
                  <c:v>1.0649922246350269E+18</c:v>
                </c:pt>
                <c:pt idx="19364">
                  <c:v>1.064994102291884E+18</c:v>
                </c:pt>
                <c:pt idx="19365">
                  <c:v>1.064998800589262E+18</c:v>
                </c:pt>
                <c:pt idx="19366">
                  <c:v>1.065000081137673E+18</c:v>
                </c:pt>
                <c:pt idx="19367">
                  <c:v>1.065001058637988E+18</c:v>
                </c:pt>
                <c:pt idx="19368">
                  <c:v>1.0650636805445E+18</c:v>
                </c:pt>
                <c:pt idx="19369">
                  <c:v>1.0651205969717251E+18</c:v>
                </c:pt>
                <c:pt idx="19370">
                  <c:v>1.065270908452703E+18</c:v>
                </c:pt>
                <c:pt idx="19371">
                  <c:v>1.065285782662575E+18</c:v>
                </c:pt>
                <c:pt idx="19372">
                  <c:v>1.065288137191738E+18</c:v>
                </c:pt>
                <c:pt idx="19373">
                  <c:v>1.065289693964073E+18</c:v>
                </c:pt>
                <c:pt idx="19374">
                  <c:v>1.06529248092913E+18</c:v>
                </c:pt>
                <c:pt idx="19375">
                  <c:v>1.065498717579409E+18</c:v>
                </c:pt>
                <c:pt idx="19376">
                  <c:v>1.065502834096859E+18</c:v>
                </c:pt>
                <c:pt idx="19377">
                  <c:v>1.06552493459331E+18</c:v>
                </c:pt>
                <c:pt idx="19378">
                  <c:v>1.065561565519433E+18</c:v>
                </c:pt>
                <c:pt idx="19379">
                  <c:v>1.065563290291153E+18</c:v>
                </c:pt>
                <c:pt idx="19380">
                  <c:v>1.065611235191642E+18</c:v>
                </c:pt>
                <c:pt idx="19381">
                  <c:v>1.065614947605646E+18</c:v>
                </c:pt>
                <c:pt idx="19382">
                  <c:v>1.065622249273045E+18</c:v>
                </c:pt>
                <c:pt idx="19383">
                  <c:v>1.065623066627936E+18</c:v>
                </c:pt>
                <c:pt idx="19384">
                  <c:v>1.065623357628321E+18</c:v>
                </c:pt>
                <c:pt idx="19385">
                  <c:v>1.065708191479271E+18</c:v>
                </c:pt>
                <c:pt idx="19386">
                  <c:v>1.065723717635685E+18</c:v>
                </c:pt>
                <c:pt idx="19387">
                  <c:v>1.0657311166356721E+18</c:v>
                </c:pt>
                <c:pt idx="19388">
                  <c:v>1.065733742778375E+18</c:v>
                </c:pt>
                <c:pt idx="19389">
                  <c:v>1.065746694345926E+18</c:v>
                </c:pt>
                <c:pt idx="19390">
                  <c:v>1.065770746451606E+18</c:v>
                </c:pt>
                <c:pt idx="19391">
                  <c:v>1.065800205794265E+18</c:v>
                </c:pt>
                <c:pt idx="19392">
                  <c:v>1.065854526579157E+18</c:v>
                </c:pt>
                <c:pt idx="19393">
                  <c:v>1.065861544021787E+18</c:v>
                </c:pt>
                <c:pt idx="19394">
                  <c:v>1.065880369145813E+18</c:v>
                </c:pt>
                <c:pt idx="19395">
                  <c:v>1.065905936431894E+18</c:v>
                </c:pt>
                <c:pt idx="19396">
                  <c:v>1.066145603287378E+18</c:v>
                </c:pt>
                <c:pt idx="19397">
                  <c:v>1.066169131715504E+18</c:v>
                </c:pt>
                <c:pt idx="19398">
                  <c:v>1.066182575912929E+18</c:v>
                </c:pt>
                <c:pt idx="19399">
                  <c:v>1.066219568492678E+18</c:v>
                </c:pt>
                <c:pt idx="19400">
                  <c:v>1.066244069300953E+18</c:v>
                </c:pt>
                <c:pt idx="19401">
                  <c:v>1.06632975440568E+18</c:v>
                </c:pt>
                <c:pt idx="19402">
                  <c:v>1.066388565162679E+18</c:v>
                </c:pt>
                <c:pt idx="19403">
                  <c:v>1.06638912423073E+18</c:v>
                </c:pt>
                <c:pt idx="19404">
                  <c:v>1.0663984677436721E+18</c:v>
                </c:pt>
                <c:pt idx="19405">
                  <c:v>1.066403741598454E+18</c:v>
                </c:pt>
                <c:pt idx="19406">
                  <c:v>1.066430296193567E+18</c:v>
                </c:pt>
                <c:pt idx="19407">
                  <c:v>1.06653174687715E+18</c:v>
                </c:pt>
                <c:pt idx="19408">
                  <c:v>1.066570909383189E+18</c:v>
                </c:pt>
                <c:pt idx="19409">
                  <c:v>1.066572634981497E+18</c:v>
                </c:pt>
                <c:pt idx="19410">
                  <c:v>1.0665918824114109E+18</c:v>
                </c:pt>
                <c:pt idx="19411">
                  <c:v>1.066657104565593E+18</c:v>
                </c:pt>
                <c:pt idx="19412">
                  <c:v>1.0666594180987331E+18</c:v>
                </c:pt>
                <c:pt idx="19413">
                  <c:v>1.066692738185122E+18</c:v>
                </c:pt>
                <c:pt idx="19414">
                  <c:v>1.0667235811605629E+18</c:v>
                </c:pt>
                <c:pt idx="19415">
                  <c:v>1.066739314658816E+18</c:v>
                </c:pt>
                <c:pt idx="19416">
                  <c:v>1.066751538968539E+18</c:v>
                </c:pt>
                <c:pt idx="19417">
                  <c:v>1.067007610288927E+18</c:v>
                </c:pt>
                <c:pt idx="19418">
                  <c:v>1.06702435888291E+18</c:v>
                </c:pt>
                <c:pt idx="19419">
                  <c:v>1.06705375359513E+18</c:v>
                </c:pt>
                <c:pt idx="19420">
                  <c:v>1.067068397364252E+18</c:v>
                </c:pt>
                <c:pt idx="19421">
                  <c:v>1.067081291740191E+18</c:v>
                </c:pt>
                <c:pt idx="19422">
                  <c:v>1.067100491789306E+18</c:v>
                </c:pt>
                <c:pt idx="19423">
                  <c:v>1.067119969034528E+18</c:v>
                </c:pt>
                <c:pt idx="19424">
                  <c:v>1.067158971316817E+18</c:v>
                </c:pt>
                <c:pt idx="19425">
                  <c:v>1.067168927975177E+18</c:v>
                </c:pt>
                <c:pt idx="19426">
                  <c:v>1.0672072818706109E+18</c:v>
                </c:pt>
                <c:pt idx="19427">
                  <c:v>1.067210448563834E+18</c:v>
                </c:pt>
                <c:pt idx="19428">
                  <c:v>1.067243012181413E+18</c:v>
                </c:pt>
                <c:pt idx="19429">
                  <c:v>1.067247814233035E+18</c:v>
                </c:pt>
                <c:pt idx="19430">
                  <c:v>1.067336903107698E+18</c:v>
                </c:pt>
                <c:pt idx="19431">
                  <c:v>1.06742332664211E+18</c:v>
                </c:pt>
                <c:pt idx="19432">
                  <c:v>1.06767125065626E+18</c:v>
                </c:pt>
                <c:pt idx="19433">
                  <c:v>1.067744231439461E+18</c:v>
                </c:pt>
                <c:pt idx="19434">
                  <c:v>1.067744236881388E+18</c:v>
                </c:pt>
                <c:pt idx="19435">
                  <c:v>1.067744241179138E+18</c:v>
                </c:pt>
                <c:pt idx="19436">
                  <c:v>1.067798547429959E+18</c:v>
                </c:pt>
                <c:pt idx="19437">
                  <c:v>1.067822438655295E+18</c:v>
                </c:pt>
                <c:pt idx="19438">
                  <c:v>1.0678521632878429E+18</c:v>
                </c:pt>
                <c:pt idx="19439">
                  <c:v>1.067862588684186E+18</c:v>
                </c:pt>
                <c:pt idx="19440">
                  <c:v>1.067873498095296E+18</c:v>
                </c:pt>
                <c:pt idx="19441">
                  <c:v>1.0679428585380029E+18</c:v>
                </c:pt>
                <c:pt idx="19442">
                  <c:v>1.067958552700494E+18</c:v>
                </c:pt>
                <c:pt idx="19443">
                  <c:v>1.067990836538111E+18</c:v>
                </c:pt>
                <c:pt idx="19444">
                  <c:v>1.068006849728315E+18</c:v>
                </c:pt>
                <c:pt idx="19445">
                  <c:v>1.0680197630231E+18</c:v>
                </c:pt>
                <c:pt idx="19446">
                  <c:v>1.06804360316058E+18</c:v>
                </c:pt>
                <c:pt idx="19447">
                  <c:v>1.0680462331691331E+18</c:v>
                </c:pt>
                <c:pt idx="19448">
                  <c:v>1.068046843572958E+18</c:v>
                </c:pt>
                <c:pt idx="19449">
                  <c:v>1.0680842857247869E+18</c:v>
                </c:pt>
                <c:pt idx="19450">
                  <c:v>1.0680882824320931E+18</c:v>
                </c:pt>
                <c:pt idx="19451">
                  <c:v>1.068138959142912E+18</c:v>
                </c:pt>
                <c:pt idx="19452">
                  <c:v>1.0681754057778429E+18</c:v>
                </c:pt>
                <c:pt idx="19453">
                  <c:v>1.0681847904841091E+18</c:v>
                </c:pt>
                <c:pt idx="19454">
                  <c:v>1.068337565292023E+18</c:v>
                </c:pt>
                <c:pt idx="19455">
                  <c:v>1.068376948285338E+18</c:v>
                </c:pt>
                <c:pt idx="19456">
                  <c:v>1.068385463926076E+18</c:v>
                </c:pt>
                <c:pt idx="19457">
                  <c:v>1.068422175216593E+18</c:v>
                </c:pt>
                <c:pt idx="19458">
                  <c:v>1.068524656738837E+18</c:v>
                </c:pt>
                <c:pt idx="19459">
                  <c:v>1.068613792536598E+18</c:v>
                </c:pt>
                <c:pt idx="19460">
                  <c:v>1.068621155252839E+18</c:v>
                </c:pt>
                <c:pt idx="19461">
                  <c:v>1.0686286161901629E+18</c:v>
                </c:pt>
                <c:pt idx="19462">
                  <c:v>1.0686332534702159E+18</c:v>
                </c:pt>
                <c:pt idx="19463">
                  <c:v>1.068647676100959E+18</c:v>
                </c:pt>
                <c:pt idx="19464">
                  <c:v>1.0686694831480611E+18</c:v>
                </c:pt>
                <c:pt idx="19465">
                  <c:v>1.068676926438367E+18</c:v>
                </c:pt>
                <c:pt idx="19466">
                  <c:v>1.0686862079845839E+18</c:v>
                </c:pt>
                <c:pt idx="19467">
                  <c:v>1.068786991940162E+18</c:v>
                </c:pt>
                <c:pt idx="19468">
                  <c:v>1.06880840525249E+18</c:v>
                </c:pt>
                <c:pt idx="19469">
                  <c:v>1.068829503632434E+18</c:v>
                </c:pt>
                <c:pt idx="19470">
                  <c:v>1.068851099924095E+18</c:v>
                </c:pt>
                <c:pt idx="19471">
                  <c:v>1.069191517164235E+18</c:v>
                </c:pt>
                <c:pt idx="19472">
                  <c:v>1.069197035605105E+18</c:v>
                </c:pt>
                <c:pt idx="19473">
                  <c:v>1.069209716316428E+18</c:v>
                </c:pt>
                <c:pt idx="19474">
                  <c:v>1.069210965874929E+18</c:v>
                </c:pt>
                <c:pt idx="19475">
                  <c:v>1.069218351229718E+18</c:v>
                </c:pt>
                <c:pt idx="19476">
                  <c:v>1.0692346796788401E+18</c:v>
                </c:pt>
                <c:pt idx="19477">
                  <c:v>1.069238476981238E+18</c:v>
                </c:pt>
                <c:pt idx="19478">
                  <c:v>1.069254106357168E+18</c:v>
                </c:pt>
                <c:pt idx="19479">
                  <c:v>1.069257393984009E+18</c:v>
                </c:pt>
                <c:pt idx="19480">
                  <c:v>1.069294893489217E+18</c:v>
                </c:pt>
                <c:pt idx="19481">
                  <c:v>1.0692950443310321E+18</c:v>
                </c:pt>
                <c:pt idx="19482">
                  <c:v>1.069319965237359E+18</c:v>
                </c:pt>
                <c:pt idx="19483">
                  <c:v>1.069335044780441E+18</c:v>
                </c:pt>
                <c:pt idx="19484">
                  <c:v>1.069338520752084E+18</c:v>
                </c:pt>
                <c:pt idx="19485">
                  <c:v>1.06935303270961E+18</c:v>
                </c:pt>
                <c:pt idx="19486">
                  <c:v>1.069362691845394E+18</c:v>
                </c:pt>
                <c:pt idx="19487">
                  <c:v>1.0694167276978429E+18</c:v>
                </c:pt>
                <c:pt idx="19488">
                  <c:v>1.069432198567717E+18</c:v>
                </c:pt>
                <c:pt idx="19489">
                  <c:v>1.0694556216703491E+18</c:v>
                </c:pt>
                <c:pt idx="19490">
                  <c:v>1.069532263273433E+18</c:v>
                </c:pt>
                <c:pt idx="19491">
                  <c:v>1.069546948314834E+18</c:v>
                </c:pt>
                <c:pt idx="19492">
                  <c:v>1.069860149186348E+18</c:v>
                </c:pt>
                <c:pt idx="19493">
                  <c:v>1.069868207717735E+18</c:v>
                </c:pt>
                <c:pt idx="19494">
                  <c:v>1.069887605183826E+18</c:v>
                </c:pt>
                <c:pt idx="19495">
                  <c:v>1.069908948391215E+18</c:v>
                </c:pt>
                <c:pt idx="19496">
                  <c:v>1.0699097433620081E+18</c:v>
                </c:pt>
                <c:pt idx="19497">
                  <c:v>1.069915832184198E+18</c:v>
                </c:pt>
                <c:pt idx="19498">
                  <c:v>1.069927406661966E+18</c:v>
                </c:pt>
                <c:pt idx="19499">
                  <c:v>1.069939544389106E+18</c:v>
                </c:pt>
                <c:pt idx="19500">
                  <c:v>1.0699509074903601E+18</c:v>
                </c:pt>
                <c:pt idx="19501">
                  <c:v>1.0699677339865201E+18</c:v>
                </c:pt>
                <c:pt idx="19502">
                  <c:v>1.069986696497854E+18</c:v>
                </c:pt>
                <c:pt idx="19503">
                  <c:v>1.070064913709841E+18</c:v>
                </c:pt>
                <c:pt idx="19504">
                  <c:v>1.070093728652263E+18</c:v>
                </c:pt>
                <c:pt idx="19505">
                  <c:v>1.070098573980644E+18</c:v>
                </c:pt>
                <c:pt idx="19506">
                  <c:v>1.070113531149766E+18</c:v>
                </c:pt>
                <c:pt idx="19507">
                  <c:v>1.070115286489996E+18</c:v>
                </c:pt>
                <c:pt idx="19508">
                  <c:v>1.070121939177519E+18</c:v>
                </c:pt>
                <c:pt idx="19509">
                  <c:v>1.070128386723486E+18</c:v>
                </c:pt>
                <c:pt idx="19510">
                  <c:v>1.070181867506964E+18</c:v>
                </c:pt>
                <c:pt idx="19511">
                  <c:v>1.070206913185244E+18</c:v>
                </c:pt>
                <c:pt idx="19512">
                  <c:v>1.070271287652912E+18</c:v>
                </c:pt>
                <c:pt idx="19513">
                  <c:v>1.0703065294951229E+18</c:v>
                </c:pt>
                <c:pt idx="19514">
                  <c:v>1.070548986417392E+18</c:v>
                </c:pt>
                <c:pt idx="19515">
                  <c:v>1.0705751287424451E+18</c:v>
                </c:pt>
                <c:pt idx="19516">
                  <c:v>1.070575920629642E+18</c:v>
                </c:pt>
                <c:pt idx="19517">
                  <c:v>1.070578024865985E+18</c:v>
                </c:pt>
                <c:pt idx="19518">
                  <c:v>1.070614025196889E+18</c:v>
                </c:pt>
                <c:pt idx="19519">
                  <c:v>1.0706198458544719E+18</c:v>
                </c:pt>
                <c:pt idx="19520">
                  <c:v>1.07062226555474E+18</c:v>
                </c:pt>
                <c:pt idx="19521">
                  <c:v>1.0706728644069199E+18</c:v>
                </c:pt>
                <c:pt idx="19522">
                  <c:v>1.070696657113318E+18</c:v>
                </c:pt>
                <c:pt idx="19523">
                  <c:v>1.0707187675564291E+18</c:v>
                </c:pt>
                <c:pt idx="19524">
                  <c:v>1.070723285756983E+18</c:v>
                </c:pt>
                <c:pt idx="19525">
                  <c:v>1.070759029404758E+18</c:v>
                </c:pt>
                <c:pt idx="19526">
                  <c:v>1.0707713169705309E+18</c:v>
                </c:pt>
                <c:pt idx="19527">
                  <c:v>1.0708064153063601E+18</c:v>
                </c:pt>
                <c:pt idx="19528">
                  <c:v>1.070809025468549E+18</c:v>
                </c:pt>
                <c:pt idx="19529">
                  <c:v>1.070816682771863E+18</c:v>
                </c:pt>
                <c:pt idx="19530">
                  <c:v>1.070819241155369E+18</c:v>
                </c:pt>
                <c:pt idx="19531">
                  <c:v>1.070820174516185E+18</c:v>
                </c:pt>
                <c:pt idx="19532">
                  <c:v>1.070884078732283E+18</c:v>
                </c:pt>
                <c:pt idx="19533">
                  <c:v>1.070913033292087E+18</c:v>
                </c:pt>
                <c:pt idx="19534">
                  <c:v>1.070994203369585E+18</c:v>
                </c:pt>
                <c:pt idx="19535">
                  <c:v>1.071106089421077E+18</c:v>
                </c:pt>
                <c:pt idx="19536">
                  <c:v>1.071110773875818E+18</c:v>
                </c:pt>
                <c:pt idx="19537">
                  <c:v>1.071116800287877E+18</c:v>
                </c:pt>
                <c:pt idx="19538">
                  <c:v>1.071120218368676E+18</c:v>
                </c:pt>
                <c:pt idx="19539">
                  <c:v>1.071123024440495E+18</c:v>
                </c:pt>
                <c:pt idx="19540">
                  <c:v>1.071282952841999E+18</c:v>
                </c:pt>
                <c:pt idx="19541">
                  <c:v>1.071376944057009E+18</c:v>
                </c:pt>
                <c:pt idx="19542">
                  <c:v>1.071419772304257E+18</c:v>
                </c:pt>
                <c:pt idx="19543">
                  <c:v>1.071446349144239E+18</c:v>
                </c:pt>
                <c:pt idx="19544">
                  <c:v>1.071451389403756E+18</c:v>
                </c:pt>
                <c:pt idx="19545">
                  <c:v>1.071476409917227E+18</c:v>
                </c:pt>
                <c:pt idx="19546">
                  <c:v>1.07149436134537E+18</c:v>
                </c:pt>
                <c:pt idx="19547">
                  <c:v>1.071503899026569E+18</c:v>
                </c:pt>
                <c:pt idx="19548">
                  <c:v>1.0715056642623549E+18</c:v>
                </c:pt>
                <c:pt idx="19549">
                  <c:v>1.071506966996951E+18</c:v>
                </c:pt>
                <c:pt idx="19550">
                  <c:v>1.071517316436324E+18</c:v>
                </c:pt>
                <c:pt idx="19551">
                  <c:v>1.071524753515874E+18</c:v>
                </c:pt>
                <c:pt idx="19552">
                  <c:v>1.071592934557972E+18</c:v>
                </c:pt>
                <c:pt idx="19553">
                  <c:v>1.0716430777757041E+18</c:v>
                </c:pt>
                <c:pt idx="19554">
                  <c:v>1.071676987692817E+18</c:v>
                </c:pt>
                <c:pt idx="19555">
                  <c:v>1.0717717792617411E+18</c:v>
                </c:pt>
                <c:pt idx="19556">
                  <c:v>1.071828564356694E+18</c:v>
                </c:pt>
                <c:pt idx="19557">
                  <c:v>1.072055783735728E+18</c:v>
                </c:pt>
                <c:pt idx="19558">
                  <c:v>1.072063448470692E+18</c:v>
                </c:pt>
                <c:pt idx="19559">
                  <c:v>1.072070300247946E+18</c:v>
                </c:pt>
                <c:pt idx="19560">
                  <c:v>1.072070523214071E+18</c:v>
                </c:pt>
                <c:pt idx="19561">
                  <c:v>1.072077443069934E+18</c:v>
                </c:pt>
                <c:pt idx="19562">
                  <c:v>1.072203775995895E+18</c:v>
                </c:pt>
                <c:pt idx="19563">
                  <c:v>1.072244694615002E+18</c:v>
                </c:pt>
                <c:pt idx="19564">
                  <c:v>1.072246036271952E+18</c:v>
                </c:pt>
                <c:pt idx="19565">
                  <c:v>1.072256837202896E+18</c:v>
                </c:pt>
                <c:pt idx="19566">
                  <c:v>1.072271343113413E+18</c:v>
                </c:pt>
                <c:pt idx="19567">
                  <c:v>1.072280726126303E+18</c:v>
                </c:pt>
                <c:pt idx="19568">
                  <c:v>1.072285683591626E+18</c:v>
                </c:pt>
                <c:pt idx="19569">
                  <c:v>1.072290584917814E+18</c:v>
                </c:pt>
                <c:pt idx="19570">
                  <c:v>1.072294127171307E+18</c:v>
                </c:pt>
                <c:pt idx="19571">
                  <c:v>1.072301721086122E+18</c:v>
                </c:pt>
                <c:pt idx="19572">
                  <c:v>1.072368461538578E+18</c:v>
                </c:pt>
                <c:pt idx="19573">
                  <c:v>1.072383085497498E+18</c:v>
                </c:pt>
                <c:pt idx="19574">
                  <c:v>1.0723856442025999E+18</c:v>
                </c:pt>
                <c:pt idx="19575">
                  <c:v>1.0724368126236029E+18</c:v>
                </c:pt>
                <c:pt idx="19576">
                  <c:v>1.072495191530182E+18</c:v>
                </c:pt>
                <c:pt idx="19577">
                  <c:v>1.072605559996823E+18</c:v>
                </c:pt>
                <c:pt idx="19578">
                  <c:v>1.072656383033772E+18</c:v>
                </c:pt>
                <c:pt idx="19579">
                  <c:v>1.072768439488628E+18</c:v>
                </c:pt>
                <c:pt idx="19580">
                  <c:v>1.07277174501355E+18</c:v>
                </c:pt>
                <c:pt idx="19581">
                  <c:v>1.072808040683835E+18</c:v>
                </c:pt>
                <c:pt idx="19582">
                  <c:v>1.072933468539294E+18</c:v>
                </c:pt>
                <c:pt idx="19583">
                  <c:v>1.0729395541579121E+18</c:v>
                </c:pt>
                <c:pt idx="19584">
                  <c:v>1.07297472925789E+18</c:v>
                </c:pt>
                <c:pt idx="19585">
                  <c:v>1.072988709062833E+18</c:v>
                </c:pt>
                <c:pt idx="19586">
                  <c:v>1.0730202224220721E+18</c:v>
                </c:pt>
                <c:pt idx="19587">
                  <c:v>1.0730294307969789E+18</c:v>
                </c:pt>
                <c:pt idx="19588">
                  <c:v>1.073029460580209E+18</c:v>
                </c:pt>
                <c:pt idx="19589">
                  <c:v>1.0730687427020401E+18</c:v>
                </c:pt>
                <c:pt idx="19590">
                  <c:v>1.073092488282251E+18</c:v>
                </c:pt>
                <c:pt idx="19591">
                  <c:v>1.0730931955539011E+18</c:v>
                </c:pt>
                <c:pt idx="19592">
                  <c:v>1.0730938996005199E+18</c:v>
                </c:pt>
                <c:pt idx="19593">
                  <c:v>1.073114051201298E+18</c:v>
                </c:pt>
                <c:pt idx="19594">
                  <c:v>1.073124398554001E+18</c:v>
                </c:pt>
                <c:pt idx="19595">
                  <c:v>1.0731360458642851E+18</c:v>
                </c:pt>
                <c:pt idx="19596">
                  <c:v>1.073169556719311E+18</c:v>
                </c:pt>
                <c:pt idx="19597">
                  <c:v>1.07319605972538E+18</c:v>
                </c:pt>
                <c:pt idx="19598">
                  <c:v>1.073387385595626E+18</c:v>
                </c:pt>
                <c:pt idx="19599">
                  <c:v>1.073412108489361E+18</c:v>
                </c:pt>
                <c:pt idx="19600">
                  <c:v>1.07351687598179E+18</c:v>
                </c:pt>
                <c:pt idx="19601">
                  <c:v>1.0735169537282319E+18</c:v>
                </c:pt>
                <c:pt idx="19602">
                  <c:v>1.073523401715707E+18</c:v>
                </c:pt>
                <c:pt idx="19603">
                  <c:v>1.0735337486489091E+18</c:v>
                </c:pt>
                <c:pt idx="19604">
                  <c:v>1.073607107512549E+18</c:v>
                </c:pt>
                <c:pt idx="19605">
                  <c:v>1.0736470962906269E+18</c:v>
                </c:pt>
                <c:pt idx="19606">
                  <c:v>1.073656371072282E+18</c:v>
                </c:pt>
                <c:pt idx="19607">
                  <c:v>1.073666095392304E+18</c:v>
                </c:pt>
                <c:pt idx="19608">
                  <c:v>1.073686198619001E+18</c:v>
                </c:pt>
                <c:pt idx="19609">
                  <c:v>1.073701328483815E+18</c:v>
                </c:pt>
                <c:pt idx="19610">
                  <c:v>1.0737079864038211E+18</c:v>
                </c:pt>
                <c:pt idx="19611">
                  <c:v>1.073733937867345E+18</c:v>
                </c:pt>
                <c:pt idx="19612">
                  <c:v>1.073750258974197E+18</c:v>
                </c:pt>
                <c:pt idx="19613">
                  <c:v>1.073756263199842E+18</c:v>
                </c:pt>
                <c:pt idx="19614">
                  <c:v>1.073800699967668E+18</c:v>
                </c:pt>
                <c:pt idx="19615">
                  <c:v>1.073805426874612E+18</c:v>
                </c:pt>
                <c:pt idx="19616">
                  <c:v>1.073834098228112E+18</c:v>
                </c:pt>
                <c:pt idx="19617">
                  <c:v>1.073849691099319E+18</c:v>
                </c:pt>
                <c:pt idx="19618">
                  <c:v>1.074084025308884E+18</c:v>
                </c:pt>
                <c:pt idx="19619">
                  <c:v>1.07412866841816E+18</c:v>
                </c:pt>
                <c:pt idx="19620">
                  <c:v>1.074276242231099E+18</c:v>
                </c:pt>
                <c:pt idx="19621">
                  <c:v>1.074290562055345E+18</c:v>
                </c:pt>
                <c:pt idx="19622">
                  <c:v>1.074291970994315E+18</c:v>
                </c:pt>
                <c:pt idx="19623">
                  <c:v>1.074330913205431E+18</c:v>
                </c:pt>
                <c:pt idx="19624">
                  <c:v>1.074340516791578E+18</c:v>
                </c:pt>
                <c:pt idx="19625">
                  <c:v>1.0743572830291389E+18</c:v>
                </c:pt>
                <c:pt idx="19626">
                  <c:v>1.074359302344576E+18</c:v>
                </c:pt>
                <c:pt idx="19627">
                  <c:v>1.0743595576218051E+18</c:v>
                </c:pt>
                <c:pt idx="19628">
                  <c:v>1.074365038582645E+18</c:v>
                </c:pt>
                <c:pt idx="19629">
                  <c:v>1.074377658450773E+18</c:v>
                </c:pt>
                <c:pt idx="19630">
                  <c:v>1.074386349163151E+18</c:v>
                </c:pt>
                <c:pt idx="19631">
                  <c:v>1.0744151951884E+18</c:v>
                </c:pt>
                <c:pt idx="19632">
                  <c:v>1.07446699267239E+18</c:v>
                </c:pt>
                <c:pt idx="19633">
                  <c:v>1.074470863192837E+18</c:v>
                </c:pt>
                <c:pt idx="19634">
                  <c:v>1.0745173864891069E+18</c:v>
                </c:pt>
                <c:pt idx="19635">
                  <c:v>1.074589673322401E+18</c:v>
                </c:pt>
                <c:pt idx="19636">
                  <c:v>1.074619000878889E+18</c:v>
                </c:pt>
                <c:pt idx="19637">
                  <c:v>1.074629653946124E+18</c:v>
                </c:pt>
                <c:pt idx="19638">
                  <c:v>1.074630070835447E+18</c:v>
                </c:pt>
                <c:pt idx="19639">
                  <c:v>1.074648660927036E+18</c:v>
                </c:pt>
                <c:pt idx="19640">
                  <c:v>1.074705090349605E+18</c:v>
                </c:pt>
                <c:pt idx="19641">
                  <c:v>1.07485438694573E+18</c:v>
                </c:pt>
                <c:pt idx="19642">
                  <c:v>1.074897457433296E+18</c:v>
                </c:pt>
                <c:pt idx="19643">
                  <c:v>1.0749025010008399E+18</c:v>
                </c:pt>
                <c:pt idx="19644">
                  <c:v>1.074944831206244E+18</c:v>
                </c:pt>
                <c:pt idx="19645">
                  <c:v>1.074964161765979E+18</c:v>
                </c:pt>
                <c:pt idx="19646">
                  <c:v>1.074986634061273E+18</c:v>
                </c:pt>
                <c:pt idx="19647">
                  <c:v>1.074998353420368E+18</c:v>
                </c:pt>
                <c:pt idx="19648">
                  <c:v>1.07501609263494E+18</c:v>
                </c:pt>
                <c:pt idx="19649">
                  <c:v>1.075091519986171E+18</c:v>
                </c:pt>
                <c:pt idx="19650">
                  <c:v>1.075115130764293E+18</c:v>
                </c:pt>
                <c:pt idx="19651">
                  <c:v>1.075126707302924E+18</c:v>
                </c:pt>
                <c:pt idx="19652">
                  <c:v>1.075174289845594E+18</c:v>
                </c:pt>
                <c:pt idx="19653">
                  <c:v>1.075197009561886E+18</c:v>
                </c:pt>
                <c:pt idx="19654">
                  <c:v>1.075205970570898E+18</c:v>
                </c:pt>
                <c:pt idx="19655">
                  <c:v>1.0752109373959281E+18</c:v>
                </c:pt>
                <c:pt idx="19656">
                  <c:v>1.075212503437356E+18</c:v>
                </c:pt>
                <c:pt idx="19657">
                  <c:v>1.075216941335148E+18</c:v>
                </c:pt>
                <c:pt idx="19658">
                  <c:v>1.07524687016618E+18</c:v>
                </c:pt>
                <c:pt idx="19659">
                  <c:v>1.0752774763085949E+18</c:v>
                </c:pt>
                <c:pt idx="19660">
                  <c:v>1.075315811960041E+18</c:v>
                </c:pt>
                <c:pt idx="19661">
                  <c:v>1.0754068192496989E+18</c:v>
                </c:pt>
                <c:pt idx="19662">
                  <c:v>1.075420914515742E+18</c:v>
                </c:pt>
                <c:pt idx="19663">
                  <c:v>1.075593855567354E+18</c:v>
                </c:pt>
                <c:pt idx="19664">
                  <c:v>1.075715762372043E+18</c:v>
                </c:pt>
                <c:pt idx="19665">
                  <c:v>1.07572049708957E+18</c:v>
                </c:pt>
                <c:pt idx="19666">
                  <c:v>1.0757235257599331E+18</c:v>
                </c:pt>
                <c:pt idx="19667">
                  <c:v>1.0757280593864079E+18</c:v>
                </c:pt>
                <c:pt idx="19668">
                  <c:v>1.075767288376137E+18</c:v>
                </c:pt>
                <c:pt idx="19669">
                  <c:v>1.075772520967664E+18</c:v>
                </c:pt>
                <c:pt idx="19670">
                  <c:v>1.075795171675792E+18</c:v>
                </c:pt>
                <c:pt idx="19671">
                  <c:v>1.075796630727407E+18</c:v>
                </c:pt>
                <c:pt idx="19672">
                  <c:v>1.075811619147943E+18</c:v>
                </c:pt>
                <c:pt idx="19673">
                  <c:v>1.075845936880551E+18</c:v>
                </c:pt>
                <c:pt idx="19674">
                  <c:v>1.0758708834475491E+18</c:v>
                </c:pt>
                <c:pt idx="19675">
                  <c:v>1.0758725534367759E+18</c:v>
                </c:pt>
                <c:pt idx="19676">
                  <c:v>1.075942914422511E+18</c:v>
                </c:pt>
                <c:pt idx="19677">
                  <c:v>1.075955079578591E+18</c:v>
                </c:pt>
                <c:pt idx="19678">
                  <c:v>1.075957925776233E+18</c:v>
                </c:pt>
                <c:pt idx="19679">
                  <c:v>1.075974416121547E+18</c:v>
                </c:pt>
                <c:pt idx="19680">
                  <c:v>1.075988172133937E+18</c:v>
                </c:pt>
                <c:pt idx="19681">
                  <c:v>1.076010422289582E+18</c:v>
                </c:pt>
                <c:pt idx="19682">
                  <c:v>1.076019896106079E+18</c:v>
                </c:pt>
                <c:pt idx="19683">
                  <c:v>1.0760341073127229E+18</c:v>
                </c:pt>
                <c:pt idx="19684">
                  <c:v>1.076049986309019E+18</c:v>
                </c:pt>
                <c:pt idx="19685">
                  <c:v>1.076052029215713E+18</c:v>
                </c:pt>
                <c:pt idx="19686">
                  <c:v>1.0760703520613681E+18</c:v>
                </c:pt>
                <c:pt idx="19687">
                  <c:v>1.0760941923070429E+18</c:v>
                </c:pt>
                <c:pt idx="19688">
                  <c:v>1.076102257065211E+18</c:v>
                </c:pt>
                <c:pt idx="19689">
                  <c:v>1.07615189390801E+18</c:v>
                </c:pt>
                <c:pt idx="19690">
                  <c:v>1.076397794647081E+18</c:v>
                </c:pt>
                <c:pt idx="19691">
                  <c:v>1.076464474920811E+18</c:v>
                </c:pt>
                <c:pt idx="19692">
                  <c:v>1.076475991969034E+18</c:v>
                </c:pt>
                <c:pt idx="19693">
                  <c:v>1.076477072076117E+18</c:v>
                </c:pt>
                <c:pt idx="19694">
                  <c:v>1.076500397136E+18</c:v>
                </c:pt>
                <c:pt idx="19695">
                  <c:v>1.0765168709172559E+18</c:v>
                </c:pt>
                <c:pt idx="19696">
                  <c:v>1.076519522069095E+18</c:v>
                </c:pt>
                <c:pt idx="19697">
                  <c:v>1.076568271493104E+18</c:v>
                </c:pt>
                <c:pt idx="19698">
                  <c:v>1.076577968675854E+18</c:v>
                </c:pt>
                <c:pt idx="19699">
                  <c:v>1.076583332107207E+18</c:v>
                </c:pt>
                <c:pt idx="19700">
                  <c:v>1.0766002250866109E+18</c:v>
                </c:pt>
                <c:pt idx="19701">
                  <c:v>1.076671161031388E+18</c:v>
                </c:pt>
                <c:pt idx="19702">
                  <c:v>1.076716094993045E+18</c:v>
                </c:pt>
                <c:pt idx="19703">
                  <c:v>1.076734148417031E+18</c:v>
                </c:pt>
                <c:pt idx="19704">
                  <c:v>1.076763185728073E+18</c:v>
                </c:pt>
                <c:pt idx="19705">
                  <c:v>1.076783864868922E+18</c:v>
                </c:pt>
                <c:pt idx="19706">
                  <c:v>1.07705333500537E+18</c:v>
                </c:pt>
                <c:pt idx="19707">
                  <c:v>1.077114164936106E+18</c:v>
                </c:pt>
                <c:pt idx="19708">
                  <c:v>1.07713069691286E+18</c:v>
                </c:pt>
                <c:pt idx="19709">
                  <c:v>1.077139623163519E+18</c:v>
                </c:pt>
                <c:pt idx="19710">
                  <c:v>1.0771884290108669E+18</c:v>
                </c:pt>
                <c:pt idx="19711">
                  <c:v>1.0771981786871E+18</c:v>
                </c:pt>
                <c:pt idx="19712">
                  <c:v>1.077208389758889E+18</c:v>
                </c:pt>
                <c:pt idx="19713">
                  <c:v>1.0772092779259389E+18</c:v>
                </c:pt>
                <c:pt idx="19714">
                  <c:v>1.0772226156690691E+18</c:v>
                </c:pt>
                <c:pt idx="19715">
                  <c:v>1.0772560504599389E+18</c:v>
                </c:pt>
                <c:pt idx="19716">
                  <c:v>1.077277895624622E+18</c:v>
                </c:pt>
                <c:pt idx="19717">
                  <c:v>1.077282930325489E+18</c:v>
                </c:pt>
                <c:pt idx="19718">
                  <c:v>1.077293133729008E+18</c:v>
                </c:pt>
                <c:pt idx="19719">
                  <c:v>1.077366169202282E+18</c:v>
                </c:pt>
                <c:pt idx="19720">
                  <c:v>1.077369574622983E+18</c:v>
                </c:pt>
                <c:pt idx="19721">
                  <c:v>1.077388584484149E+18</c:v>
                </c:pt>
                <c:pt idx="19722">
                  <c:v>1.077417069205488E+18</c:v>
                </c:pt>
                <c:pt idx="19723">
                  <c:v>1.077454947148679E+18</c:v>
                </c:pt>
                <c:pt idx="19724">
                  <c:v>1.077462755719479E+18</c:v>
                </c:pt>
                <c:pt idx="19725">
                  <c:v>1.077542352049946E+18</c:v>
                </c:pt>
                <c:pt idx="19726">
                  <c:v>1.077584192012229E+18</c:v>
                </c:pt>
                <c:pt idx="19727">
                  <c:v>1.077673154092327E+18</c:v>
                </c:pt>
                <c:pt idx="19728">
                  <c:v>1.077703476390743E+18</c:v>
                </c:pt>
                <c:pt idx="19729">
                  <c:v>1.077784720361174E+18</c:v>
                </c:pt>
                <c:pt idx="19730">
                  <c:v>1.0778133642141949E+18</c:v>
                </c:pt>
                <c:pt idx="19731">
                  <c:v>1.077894714288796E+18</c:v>
                </c:pt>
                <c:pt idx="19732">
                  <c:v>1.077908236746943E+18</c:v>
                </c:pt>
                <c:pt idx="19733">
                  <c:v>1.0779334856878641E+18</c:v>
                </c:pt>
                <c:pt idx="19734">
                  <c:v>1.077973436786821E+18</c:v>
                </c:pt>
                <c:pt idx="19735">
                  <c:v>1.078046416188359E+18</c:v>
                </c:pt>
                <c:pt idx="19736">
                  <c:v>1.078095777287001E+18</c:v>
                </c:pt>
                <c:pt idx="19737">
                  <c:v>1.078114886026857E+18</c:v>
                </c:pt>
                <c:pt idx="19738">
                  <c:v>1.078123000077962E+18</c:v>
                </c:pt>
                <c:pt idx="19739">
                  <c:v>1.078172398105168E+18</c:v>
                </c:pt>
                <c:pt idx="19740">
                  <c:v>1.078178765075462E+18</c:v>
                </c:pt>
                <c:pt idx="19741">
                  <c:v>1.078185335764352E+18</c:v>
                </c:pt>
                <c:pt idx="19742">
                  <c:v>1.078199558939738E+18</c:v>
                </c:pt>
                <c:pt idx="19743">
                  <c:v>1.078209442603062E+18</c:v>
                </c:pt>
                <c:pt idx="19744">
                  <c:v>1.078215266339711E+18</c:v>
                </c:pt>
                <c:pt idx="19745">
                  <c:v>1.078217324017617E+18</c:v>
                </c:pt>
                <c:pt idx="19746">
                  <c:v>1.07823294515126E+18</c:v>
                </c:pt>
                <c:pt idx="19747">
                  <c:v>1.078264641567458E+18</c:v>
                </c:pt>
                <c:pt idx="19748">
                  <c:v>1.078565036033324E+18</c:v>
                </c:pt>
                <c:pt idx="19749">
                  <c:v>1.078580399079809E+18</c:v>
                </c:pt>
                <c:pt idx="19750">
                  <c:v>1.078586251969855E+18</c:v>
                </c:pt>
                <c:pt idx="19751">
                  <c:v>1.078598110649311E+18</c:v>
                </c:pt>
                <c:pt idx="19752">
                  <c:v>1.07860160169847E+18</c:v>
                </c:pt>
                <c:pt idx="19753">
                  <c:v>1.0786125222736931E+18</c:v>
                </c:pt>
                <c:pt idx="19754">
                  <c:v>1.07864276655168E+18</c:v>
                </c:pt>
                <c:pt idx="19755">
                  <c:v>1.078651195807118E+18</c:v>
                </c:pt>
                <c:pt idx="19756">
                  <c:v>1.078658905298182E+18</c:v>
                </c:pt>
                <c:pt idx="19757">
                  <c:v>1.078695306161873E+18</c:v>
                </c:pt>
                <c:pt idx="19758">
                  <c:v>1.078759972060613E+18</c:v>
                </c:pt>
                <c:pt idx="19759">
                  <c:v>1.078795812851682E+18</c:v>
                </c:pt>
                <c:pt idx="19760">
                  <c:v>1.078806480458757E+18</c:v>
                </c:pt>
                <c:pt idx="19761">
                  <c:v>1.078813762136282E+18</c:v>
                </c:pt>
                <c:pt idx="19762">
                  <c:v>1.078879594895314E+18</c:v>
                </c:pt>
                <c:pt idx="19763">
                  <c:v>1.078883434743614E+18</c:v>
                </c:pt>
                <c:pt idx="19764">
                  <c:v>1.0789076480929731E+18</c:v>
                </c:pt>
                <c:pt idx="19765">
                  <c:v>1.0789117325618531E+18</c:v>
                </c:pt>
                <c:pt idx="19766">
                  <c:v>1.0789164524793469E+18</c:v>
                </c:pt>
                <c:pt idx="19767">
                  <c:v>1.078962266580913E+18</c:v>
                </c:pt>
                <c:pt idx="19768">
                  <c:v>1.079256348077806E+18</c:v>
                </c:pt>
                <c:pt idx="19769">
                  <c:v>1.079348809871791E+18</c:v>
                </c:pt>
                <c:pt idx="19770">
                  <c:v>1.079359421835102E+18</c:v>
                </c:pt>
                <c:pt idx="19771">
                  <c:v>1.079364245730004E+18</c:v>
                </c:pt>
                <c:pt idx="19772">
                  <c:v>1.079368299939961E+18</c:v>
                </c:pt>
                <c:pt idx="19773">
                  <c:v>1.079372306495601E+18</c:v>
                </c:pt>
                <c:pt idx="19774">
                  <c:v>1.079375058104476E+18</c:v>
                </c:pt>
                <c:pt idx="19775">
                  <c:v>1.079376733165522E+18</c:v>
                </c:pt>
                <c:pt idx="19776">
                  <c:v>1.079469503372057E+18</c:v>
                </c:pt>
                <c:pt idx="19777">
                  <c:v>1.079487722031063E+18</c:v>
                </c:pt>
                <c:pt idx="19778">
                  <c:v>1.079520747434421E+18</c:v>
                </c:pt>
                <c:pt idx="19779">
                  <c:v>1.079539221965776E+18</c:v>
                </c:pt>
                <c:pt idx="19780">
                  <c:v>1.0795640796743439E+18</c:v>
                </c:pt>
                <c:pt idx="19781">
                  <c:v>1.0795687863612131E+18</c:v>
                </c:pt>
                <c:pt idx="19782">
                  <c:v>1.07957720096849E+18</c:v>
                </c:pt>
                <c:pt idx="19783">
                  <c:v>1.079600693785062E+18</c:v>
                </c:pt>
                <c:pt idx="19784">
                  <c:v>1.079603872297582E+18</c:v>
                </c:pt>
                <c:pt idx="19785">
                  <c:v>1.079604979036162E+18</c:v>
                </c:pt>
                <c:pt idx="19786">
                  <c:v>1.07965762174178E+18</c:v>
                </c:pt>
                <c:pt idx="19787">
                  <c:v>1.079658426795143E+18</c:v>
                </c:pt>
                <c:pt idx="19788">
                  <c:v>1.079662759748871E+18</c:v>
                </c:pt>
                <c:pt idx="19789">
                  <c:v>1.079673072170368E+18</c:v>
                </c:pt>
                <c:pt idx="19790">
                  <c:v>1.079698783843745E+18</c:v>
                </c:pt>
                <c:pt idx="19791">
                  <c:v>1.079704996430949E+18</c:v>
                </c:pt>
                <c:pt idx="19792">
                  <c:v>1.079733957832666E+18</c:v>
                </c:pt>
                <c:pt idx="19793">
                  <c:v>1.079815620483531E+18</c:v>
                </c:pt>
                <c:pt idx="19794">
                  <c:v>1.079930545992434E+18</c:v>
                </c:pt>
                <c:pt idx="19795">
                  <c:v>1.079962397300695E+18</c:v>
                </c:pt>
                <c:pt idx="19796">
                  <c:v>1.0799822643439709E+18</c:v>
                </c:pt>
                <c:pt idx="19797">
                  <c:v>1.0800723162065201E+18</c:v>
                </c:pt>
                <c:pt idx="19798">
                  <c:v>1.080077763539312E+18</c:v>
                </c:pt>
                <c:pt idx="19799">
                  <c:v>1.080103715805694E+18</c:v>
                </c:pt>
                <c:pt idx="19800">
                  <c:v>1.080112014392889E+18</c:v>
                </c:pt>
                <c:pt idx="19801">
                  <c:v>1.080167419917959E+18</c:v>
                </c:pt>
                <c:pt idx="19802">
                  <c:v>1.080174289934837E+18</c:v>
                </c:pt>
                <c:pt idx="19803">
                  <c:v>1.080184652649862E+18</c:v>
                </c:pt>
                <c:pt idx="19804">
                  <c:v>1.0801917284874269E+18</c:v>
                </c:pt>
                <c:pt idx="19805">
                  <c:v>1.080195976054873E+18</c:v>
                </c:pt>
                <c:pt idx="19806">
                  <c:v>1.080200137030884E+18</c:v>
                </c:pt>
                <c:pt idx="19807">
                  <c:v>1.0802372586265201E+18</c:v>
                </c:pt>
                <c:pt idx="19808">
                  <c:v>1.080301353911663E+18</c:v>
                </c:pt>
                <c:pt idx="19809">
                  <c:v>1.080307800587878E+18</c:v>
                </c:pt>
                <c:pt idx="19810">
                  <c:v>1.080333565222838E+18</c:v>
                </c:pt>
                <c:pt idx="19811">
                  <c:v>1.080356905099268E+18</c:v>
                </c:pt>
                <c:pt idx="19812">
                  <c:v>1.080372742913049E+18</c:v>
                </c:pt>
                <c:pt idx="19813">
                  <c:v>1.080410121316644E+18</c:v>
                </c:pt>
                <c:pt idx="19814">
                  <c:v>1.080415115383097E+18</c:v>
                </c:pt>
                <c:pt idx="19815">
                  <c:v>1.080454312727298E+18</c:v>
                </c:pt>
                <c:pt idx="19816">
                  <c:v>1.080459294592334E+18</c:v>
                </c:pt>
                <c:pt idx="19817">
                  <c:v>1.08049638573264E+18</c:v>
                </c:pt>
                <c:pt idx="19818">
                  <c:v>1.080576606377142E+18</c:v>
                </c:pt>
                <c:pt idx="19819">
                  <c:v>1.080720327637345E+18</c:v>
                </c:pt>
                <c:pt idx="19820">
                  <c:v>1.080730167720846E+18</c:v>
                </c:pt>
                <c:pt idx="19821">
                  <c:v>1.080744177258642E+18</c:v>
                </c:pt>
                <c:pt idx="19822">
                  <c:v>1.080760950839399E+18</c:v>
                </c:pt>
                <c:pt idx="19823">
                  <c:v>1.080794722671916E+18</c:v>
                </c:pt>
                <c:pt idx="19824">
                  <c:v>1.080797342413166E+18</c:v>
                </c:pt>
                <c:pt idx="19825">
                  <c:v>1.080808454636479E+18</c:v>
                </c:pt>
                <c:pt idx="19826">
                  <c:v>1.080818100464807E+18</c:v>
                </c:pt>
                <c:pt idx="19827">
                  <c:v>1.08083700945307E+18</c:v>
                </c:pt>
                <c:pt idx="19828">
                  <c:v>1.080857031621258E+18</c:v>
                </c:pt>
                <c:pt idx="19829">
                  <c:v>1.080865945771696E+18</c:v>
                </c:pt>
                <c:pt idx="19830">
                  <c:v>1.08087222665875E+18</c:v>
                </c:pt>
                <c:pt idx="19831">
                  <c:v>1.080913806249993E+18</c:v>
                </c:pt>
                <c:pt idx="19832">
                  <c:v>1.080936183559627E+18</c:v>
                </c:pt>
                <c:pt idx="19833">
                  <c:v>1.080936295396702E+18</c:v>
                </c:pt>
                <c:pt idx="19834">
                  <c:v>1.080946189957231E+18</c:v>
                </c:pt>
                <c:pt idx="19835">
                  <c:v>1.080950277692629E+18</c:v>
                </c:pt>
                <c:pt idx="19836">
                  <c:v>1.080961528015205E+18</c:v>
                </c:pt>
                <c:pt idx="19837">
                  <c:v>1.081060469253036E+18</c:v>
                </c:pt>
                <c:pt idx="19838">
                  <c:v>1.0810988544974269E+18</c:v>
                </c:pt>
                <c:pt idx="19839">
                  <c:v>1.081101666705717E+18</c:v>
                </c:pt>
                <c:pt idx="19840">
                  <c:v>1.081130346157991E+18</c:v>
                </c:pt>
                <c:pt idx="19841">
                  <c:v>1.081265180051852E+18</c:v>
                </c:pt>
                <c:pt idx="19842">
                  <c:v>1.081389457460684E+18</c:v>
                </c:pt>
                <c:pt idx="19843">
                  <c:v>1.0814321436255811E+18</c:v>
                </c:pt>
                <c:pt idx="19844">
                  <c:v>1.081476228829542E+18</c:v>
                </c:pt>
                <c:pt idx="19845">
                  <c:v>1.081490736710272E+18</c:v>
                </c:pt>
                <c:pt idx="19846">
                  <c:v>1.081518308143465E+18</c:v>
                </c:pt>
                <c:pt idx="19847">
                  <c:v>1.081561954772025E+18</c:v>
                </c:pt>
                <c:pt idx="19848">
                  <c:v>1.081579406247558E+18</c:v>
                </c:pt>
                <c:pt idx="19849">
                  <c:v>1.081593828179434E+18</c:v>
                </c:pt>
                <c:pt idx="19850">
                  <c:v>1.081595322264422E+18</c:v>
                </c:pt>
                <c:pt idx="19851">
                  <c:v>1.081614992050181E+18</c:v>
                </c:pt>
                <c:pt idx="19852">
                  <c:v>1.081674335917527E+18</c:v>
                </c:pt>
                <c:pt idx="19853">
                  <c:v>1.08173498551135E+18</c:v>
                </c:pt>
                <c:pt idx="19854">
                  <c:v>1.081738176077572E+18</c:v>
                </c:pt>
                <c:pt idx="19855">
                  <c:v>1.081741294699361E+18</c:v>
                </c:pt>
                <c:pt idx="19856">
                  <c:v>1.081750518124094E+18</c:v>
                </c:pt>
                <c:pt idx="19857">
                  <c:v>1.081844673018719E+18</c:v>
                </c:pt>
                <c:pt idx="19858">
                  <c:v>1.082001211054463E+18</c:v>
                </c:pt>
                <c:pt idx="19859">
                  <c:v>1.082081354486303E+18</c:v>
                </c:pt>
                <c:pt idx="19860">
                  <c:v>1.08211905390745E+18</c:v>
                </c:pt>
                <c:pt idx="19861">
                  <c:v>1.082178589482689E+18</c:v>
                </c:pt>
                <c:pt idx="19862">
                  <c:v>1.082179667019595E+18</c:v>
                </c:pt>
                <c:pt idx="19863">
                  <c:v>1.082217382715214E+18</c:v>
                </c:pt>
                <c:pt idx="19864">
                  <c:v>1.082239490008478E+18</c:v>
                </c:pt>
                <c:pt idx="19865">
                  <c:v>1.082247740395586E+18</c:v>
                </c:pt>
                <c:pt idx="19866">
                  <c:v>1.08225279859427E+18</c:v>
                </c:pt>
                <c:pt idx="19867">
                  <c:v>1.082262960303168E+18</c:v>
                </c:pt>
                <c:pt idx="19868">
                  <c:v>1.0822662344717199E+18</c:v>
                </c:pt>
                <c:pt idx="19869">
                  <c:v>1.0823165068270269E+18</c:v>
                </c:pt>
                <c:pt idx="19870">
                  <c:v>1.08233052362254E+18</c:v>
                </c:pt>
                <c:pt idx="19871">
                  <c:v>1.082334188968823E+18</c:v>
                </c:pt>
                <c:pt idx="19872">
                  <c:v>1.0823508167033841E+18</c:v>
                </c:pt>
                <c:pt idx="19873">
                  <c:v>1.082352465553015E+18</c:v>
                </c:pt>
                <c:pt idx="19874">
                  <c:v>1.082359288485977E+18</c:v>
                </c:pt>
                <c:pt idx="19875">
                  <c:v>1.082375934536033E+18</c:v>
                </c:pt>
                <c:pt idx="19876">
                  <c:v>1.082381665627818E+18</c:v>
                </c:pt>
                <c:pt idx="19877">
                  <c:v>1.082407387885298E+18</c:v>
                </c:pt>
                <c:pt idx="19878">
                  <c:v>1.082452150405074E+18</c:v>
                </c:pt>
                <c:pt idx="19879">
                  <c:v>1.082454553337426E+18</c:v>
                </c:pt>
                <c:pt idx="19880">
                  <c:v>1.082577508964256E+18</c:v>
                </c:pt>
                <c:pt idx="19881">
                  <c:v>1.082663241711338E+18</c:v>
                </c:pt>
                <c:pt idx="19882">
                  <c:v>1.082675972822081E+18</c:v>
                </c:pt>
                <c:pt idx="19883">
                  <c:v>1.082775154193569E+18</c:v>
                </c:pt>
                <c:pt idx="19884">
                  <c:v>1.082808018234939E+18</c:v>
                </c:pt>
                <c:pt idx="19885">
                  <c:v>1.082831180028991E+18</c:v>
                </c:pt>
                <c:pt idx="19886">
                  <c:v>1.08293113008117E+18</c:v>
                </c:pt>
                <c:pt idx="19887">
                  <c:v>1.082941487046922E+18</c:v>
                </c:pt>
                <c:pt idx="19888">
                  <c:v>1.083000981184113E+18</c:v>
                </c:pt>
                <c:pt idx="19889">
                  <c:v>1.083021604775034E+18</c:v>
                </c:pt>
                <c:pt idx="19890">
                  <c:v>1.083024782405412E+18</c:v>
                </c:pt>
                <c:pt idx="19891">
                  <c:v>1.083032955196887E+18</c:v>
                </c:pt>
                <c:pt idx="19892">
                  <c:v>1.08305729457272E+18</c:v>
                </c:pt>
                <c:pt idx="19893">
                  <c:v>1.083062825595617E+18</c:v>
                </c:pt>
                <c:pt idx="19894">
                  <c:v>1.083078045799737E+18</c:v>
                </c:pt>
                <c:pt idx="19895">
                  <c:v>1.08308040348581E+18</c:v>
                </c:pt>
                <c:pt idx="19896">
                  <c:v>1.083082367505493E+18</c:v>
                </c:pt>
                <c:pt idx="19897">
                  <c:v>1.083098928005983E+18</c:v>
                </c:pt>
                <c:pt idx="19898">
                  <c:v>1.083128504653542E+18</c:v>
                </c:pt>
                <c:pt idx="19899">
                  <c:v>1.0831332899586909E+18</c:v>
                </c:pt>
                <c:pt idx="19900">
                  <c:v>1.083136038412415E+18</c:v>
                </c:pt>
                <c:pt idx="19901">
                  <c:v>1.083143467194574E+18</c:v>
                </c:pt>
                <c:pt idx="19902">
                  <c:v>1.08314557443022E+18</c:v>
                </c:pt>
                <c:pt idx="19903">
                  <c:v>1.083145711181348E+18</c:v>
                </c:pt>
                <c:pt idx="19904">
                  <c:v>1.083148101664933E+18</c:v>
                </c:pt>
                <c:pt idx="19905">
                  <c:v>1.0831492369088829E+18</c:v>
                </c:pt>
                <c:pt idx="19906">
                  <c:v>1.0831752533566371E+18</c:v>
                </c:pt>
                <c:pt idx="19907">
                  <c:v>1.083202432443582E+18</c:v>
                </c:pt>
                <c:pt idx="19908">
                  <c:v>1.083202668442426E+18</c:v>
                </c:pt>
                <c:pt idx="19909">
                  <c:v>1.08322308231599E+18</c:v>
                </c:pt>
                <c:pt idx="19910">
                  <c:v>1.08324044714054E+18</c:v>
                </c:pt>
                <c:pt idx="19911">
                  <c:v>1.0832418935437E+18</c:v>
                </c:pt>
                <c:pt idx="19912">
                  <c:v>1.083294327405931E+18</c:v>
                </c:pt>
                <c:pt idx="19913">
                  <c:v>1.083335437421216E+18</c:v>
                </c:pt>
                <c:pt idx="19914">
                  <c:v>1.083617614751185E+18</c:v>
                </c:pt>
                <c:pt idx="19915">
                  <c:v>1.08362707223602E+18</c:v>
                </c:pt>
                <c:pt idx="19916">
                  <c:v>1.0836318695148721E+18</c:v>
                </c:pt>
                <c:pt idx="19917">
                  <c:v>1.083639512318887E+18</c:v>
                </c:pt>
                <c:pt idx="19918">
                  <c:v>1.083677046290629E+18</c:v>
                </c:pt>
                <c:pt idx="19919">
                  <c:v>1.083679780975622E+18</c:v>
                </c:pt>
                <c:pt idx="19920">
                  <c:v>1.0836839014674161E+18</c:v>
                </c:pt>
                <c:pt idx="19921">
                  <c:v>1.083684156501428E+18</c:v>
                </c:pt>
                <c:pt idx="19922">
                  <c:v>1.0837274272843971E+18</c:v>
                </c:pt>
                <c:pt idx="19923">
                  <c:v>1.083739208049607E+18</c:v>
                </c:pt>
                <c:pt idx="19924">
                  <c:v>1.083744803334618E+18</c:v>
                </c:pt>
                <c:pt idx="19925">
                  <c:v>1.083781192335324E+18</c:v>
                </c:pt>
                <c:pt idx="19926">
                  <c:v>1.083797967435028E+18</c:v>
                </c:pt>
                <c:pt idx="19927">
                  <c:v>1.083798639625454E+18</c:v>
                </c:pt>
                <c:pt idx="19928">
                  <c:v>1.083852932645195E+18</c:v>
                </c:pt>
                <c:pt idx="19929">
                  <c:v>1.08387828700198E+18</c:v>
                </c:pt>
                <c:pt idx="19930">
                  <c:v>1.083898016702241E+18</c:v>
                </c:pt>
                <c:pt idx="19931">
                  <c:v>1.083902871679531E+18</c:v>
                </c:pt>
                <c:pt idx="19932">
                  <c:v>1.0839971910302799E+18</c:v>
                </c:pt>
                <c:pt idx="19933">
                  <c:v>1.084008491954837E+18</c:v>
                </c:pt>
                <c:pt idx="19934">
                  <c:v>1.084031757337812E+18</c:v>
                </c:pt>
                <c:pt idx="19935">
                  <c:v>1.0840551844682371E+18</c:v>
                </c:pt>
                <c:pt idx="19936">
                  <c:v>1.084174489266575E+18</c:v>
                </c:pt>
                <c:pt idx="19937">
                  <c:v>1.0841752323786481E+18</c:v>
                </c:pt>
                <c:pt idx="19938">
                  <c:v>1.084211840858581E+18</c:v>
                </c:pt>
                <c:pt idx="19939">
                  <c:v>1.084340417906007E+18</c:v>
                </c:pt>
                <c:pt idx="19940">
                  <c:v>1.08434840509926E+18</c:v>
                </c:pt>
                <c:pt idx="19941">
                  <c:v>1.084436416730735E+18</c:v>
                </c:pt>
                <c:pt idx="19942">
                  <c:v>1.0844629016952989E+18</c:v>
                </c:pt>
                <c:pt idx="19943">
                  <c:v>1.084467703668528E+18</c:v>
                </c:pt>
                <c:pt idx="19944">
                  <c:v>1.084487126519025E+18</c:v>
                </c:pt>
                <c:pt idx="19945">
                  <c:v>1.084497931696332E+18</c:v>
                </c:pt>
                <c:pt idx="19946">
                  <c:v>1.084515755421911E+18</c:v>
                </c:pt>
                <c:pt idx="19947">
                  <c:v>1.08451688803549E+18</c:v>
                </c:pt>
                <c:pt idx="19948">
                  <c:v>1.084531686810815E+18</c:v>
                </c:pt>
                <c:pt idx="19949">
                  <c:v>1.0845418849938371E+18</c:v>
                </c:pt>
                <c:pt idx="19950">
                  <c:v>1.084557497716047E+18</c:v>
                </c:pt>
                <c:pt idx="19951">
                  <c:v>1.084558257030784E+18</c:v>
                </c:pt>
                <c:pt idx="19952">
                  <c:v>1.08458034873465E+18</c:v>
                </c:pt>
                <c:pt idx="19953">
                  <c:v>1.084617932093253E+18</c:v>
                </c:pt>
                <c:pt idx="19954">
                  <c:v>1.08466931392607E+18</c:v>
                </c:pt>
                <c:pt idx="19955">
                  <c:v>1.084699923566628E+18</c:v>
                </c:pt>
                <c:pt idx="19956">
                  <c:v>1.084701680063257E+18</c:v>
                </c:pt>
                <c:pt idx="19957">
                  <c:v>1.084704346665742E+18</c:v>
                </c:pt>
                <c:pt idx="19958">
                  <c:v>1.084709037795776E+18</c:v>
                </c:pt>
                <c:pt idx="19959">
                  <c:v>1.084772229375038E+18</c:v>
                </c:pt>
                <c:pt idx="19960">
                  <c:v>1.085024219217226E+18</c:v>
                </c:pt>
                <c:pt idx="19961">
                  <c:v>1.08506455412175E+18</c:v>
                </c:pt>
                <c:pt idx="19962">
                  <c:v>1.085070672632788E+18</c:v>
                </c:pt>
                <c:pt idx="19963">
                  <c:v>1.0851275430367921E+18</c:v>
                </c:pt>
                <c:pt idx="19964">
                  <c:v>1.0851489840625789E+18</c:v>
                </c:pt>
                <c:pt idx="19965">
                  <c:v>1.085161452886617E+18</c:v>
                </c:pt>
                <c:pt idx="19966">
                  <c:v>1.085169512134864E+18</c:v>
                </c:pt>
                <c:pt idx="19967">
                  <c:v>1.085201954806119E+18</c:v>
                </c:pt>
                <c:pt idx="19968">
                  <c:v>1.085206964096181E+18</c:v>
                </c:pt>
                <c:pt idx="19969">
                  <c:v>1.085222716132284E+18</c:v>
                </c:pt>
                <c:pt idx="19970">
                  <c:v>1.08522730616751E+18</c:v>
                </c:pt>
                <c:pt idx="19971">
                  <c:v>1.085231030884441E+18</c:v>
                </c:pt>
                <c:pt idx="19972">
                  <c:v>1.085233498616849E+18</c:v>
                </c:pt>
                <c:pt idx="19973">
                  <c:v>1.085236774538255E+18</c:v>
                </c:pt>
                <c:pt idx="19974">
                  <c:v>1.085237488146386E+18</c:v>
                </c:pt>
                <c:pt idx="19975">
                  <c:v>1.0852388362763761E+18</c:v>
                </c:pt>
                <c:pt idx="19976">
                  <c:v>1.085259393164026E+18</c:v>
                </c:pt>
                <c:pt idx="19977">
                  <c:v>1.0852763544034109E+18</c:v>
                </c:pt>
                <c:pt idx="19978">
                  <c:v>1.08529449166398E+18</c:v>
                </c:pt>
                <c:pt idx="19979">
                  <c:v>1.0852987513706959E+18</c:v>
                </c:pt>
                <c:pt idx="19980">
                  <c:v>1.085302123222031E+18</c:v>
                </c:pt>
                <c:pt idx="19981">
                  <c:v>1.0853051929842801E+18</c:v>
                </c:pt>
                <c:pt idx="19982">
                  <c:v>1.085308361360038E+18</c:v>
                </c:pt>
                <c:pt idx="19983">
                  <c:v>1.085308495752218E+18</c:v>
                </c:pt>
                <c:pt idx="19984">
                  <c:v>1.08530855346755E+18</c:v>
                </c:pt>
                <c:pt idx="19985">
                  <c:v>1.0853086648275491E+18</c:v>
                </c:pt>
                <c:pt idx="19986">
                  <c:v>1.085311134866342E+18</c:v>
                </c:pt>
                <c:pt idx="19987">
                  <c:v>1.085311240432859E+18</c:v>
                </c:pt>
                <c:pt idx="19988">
                  <c:v>1.085315474121915E+18</c:v>
                </c:pt>
                <c:pt idx="19989">
                  <c:v>1.085315628005146E+18</c:v>
                </c:pt>
                <c:pt idx="19990">
                  <c:v>1.085320236924644E+18</c:v>
                </c:pt>
                <c:pt idx="19991">
                  <c:v>1.085320899062447E+18</c:v>
                </c:pt>
                <c:pt idx="19992">
                  <c:v>1.08532260994929E+18</c:v>
                </c:pt>
                <c:pt idx="19993">
                  <c:v>1.085324640888314E+18</c:v>
                </c:pt>
                <c:pt idx="19994">
                  <c:v>1.085346837590027E+18</c:v>
                </c:pt>
                <c:pt idx="19995">
                  <c:v>1.085350291923465E+18</c:v>
                </c:pt>
                <c:pt idx="19996">
                  <c:v>1.085380063758336E+18</c:v>
                </c:pt>
                <c:pt idx="19997">
                  <c:v>1.085439937479481E+18</c:v>
                </c:pt>
                <c:pt idx="19998">
                  <c:v>1.085453531865466E+18</c:v>
                </c:pt>
                <c:pt idx="19999">
                  <c:v>1.085512246766852E+18</c:v>
                </c:pt>
                <c:pt idx="20000">
                  <c:v>1.085532128238453E+18</c:v>
                </c:pt>
                <c:pt idx="20001">
                  <c:v>1.085613910897008E+18</c:v>
                </c:pt>
                <c:pt idx="20002">
                  <c:v>1.085720417361109E+18</c:v>
                </c:pt>
                <c:pt idx="20003">
                  <c:v>1.085720510970177E+18</c:v>
                </c:pt>
                <c:pt idx="20004">
                  <c:v>1.085729922394922E+18</c:v>
                </c:pt>
                <c:pt idx="20005">
                  <c:v>1.085755562225559E+18</c:v>
                </c:pt>
                <c:pt idx="20006">
                  <c:v>1.085768189277287E+18</c:v>
                </c:pt>
                <c:pt idx="20007">
                  <c:v>1.085777769581116E+18</c:v>
                </c:pt>
                <c:pt idx="20008">
                  <c:v>1.085850942377076E+18</c:v>
                </c:pt>
                <c:pt idx="20009">
                  <c:v>1.085860568094526E+18</c:v>
                </c:pt>
                <c:pt idx="20010">
                  <c:v>1.085860591935663E+18</c:v>
                </c:pt>
                <c:pt idx="20011">
                  <c:v>1.085890143910929E+18</c:v>
                </c:pt>
                <c:pt idx="20012">
                  <c:v>1.085900829164791E+18</c:v>
                </c:pt>
                <c:pt idx="20013">
                  <c:v>1.085917518347047E+18</c:v>
                </c:pt>
                <c:pt idx="20014">
                  <c:v>1.085946536053296E+18</c:v>
                </c:pt>
                <c:pt idx="20015">
                  <c:v>1.0859544651259171E+18</c:v>
                </c:pt>
                <c:pt idx="20016">
                  <c:v>1.085972645568997E+18</c:v>
                </c:pt>
                <c:pt idx="20017">
                  <c:v>1.085984053912246E+18</c:v>
                </c:pt>
                <c:pt idx="20018">
                  <c:v>1.0859895370373571E+18</c:v>
                </c:pt>
                <c:pt idx="20019">
                  <c:v>1.0859911099415389E+18</c:v>
                </c:pt>
                <c:pt idx="20020">
                  <c:v>1.08599189705896E+18</c:v>
                </c:pt>
                <c:pt idx="20021">
                  <c:v>1.085994839703653E+18</c:v>
                </c:pt>
                <c:pt idx="20022">
                  <c:v>1.0860466028267869E+18</c:v>
                </c:pt>
                <c:pt idx="20023">
                  <c:v>1.0860786280968509E+18</c:v>
                </c:pt>
                <c:pt idx="20024">
                  <c:v>1.086086926212843E+18</c:v>
                </c:pt>
                <c:pt idx="20025">
                  <c:v>1.086096011171872E+18</c:v>
                </c:pt>
                <c:pt idx="20026">
                  <c:v>1.086099948753999E+18</c:v>
                </c:pt>
                <c:pt idx="20027">
                  <c:v>1.086122373819198E+18</c:v>
                </c:pt>
                <c:pt idx="20028">
                  <c:v>1.086122841865282E+18</c:v>
                </c:pt>
                <c:pt idx="20029">
                  <c:v>1.086164238767199E+18</c:v>
                </c:pt>
                <c:pt idx="20030">
                  <c:v>1.0861706265812131E+18</c:v>
                </c:pt>
                <c:pt idx="20031">
                  <c:v>1.086186297439074E+18</c:v>
                </c:pt>
                <c:pt idx="20032">
                  <c:v>1.086223365186255E+18</c:v>
                </c:pt>
                <c:pt idx="20033">
                  <c:v>1.086226102489025E+18</c:v>
                </c:pt>
                <c:pt idx="20034">
                  <c:v>1.086228652901729E+18</c:v>
                </c:pt>
                <c:pt idx="20035">
                  <c:v>1.086491951097733E+18</c:v>
                </c:pt>
                <c:pt idx="20036">
                  <c:v>1.08655346894584E+18</c:v>
                </c:pt>
                <c:pt idx="20037">
                  <c:v>1.086588390168788E+18</c:v>
                </c:pt>
                <c:pt idx="20038">
                  <c:v>1.086625384242665E+18</c:v>
                </c:pt>
                <c:pt idx="20039">
                  <c:v>1.086626328263211E+18</c:v>
                </c:pt>
                <c:pt idx="20040">
                  <c:v>1.086631858326327E+18</c:v>
                </c:pt>
                <c:pt idx="20041">
                  <c:v>1.0866349451674959E+18</c:v>
                </c:pt>
                <c:pt idx="20042">
                  <c:v>1.086651151912608E+18</c:v>
                </c:pt>
                <c:pt idx="20043">
                  <c:v>1.086672842160495E+18</c:v>
                </c:pt>
                <c:pt idx="20044">
                  <c:v>1.08668137515093E+18</c:v>
                </c:pt>
                <c:pt idx="20045">
                  <c:v>1.086685212289986E+18</c:v>
                </c:pt>
                <c:pt idx="20046">
                  <c:v>1.086686098750095E+18</c:v>
                </c:pt>
                <c:pt idx="20047">
                  <c:v>1.0866869226691331E+18</c:v>
                </c:pt>
                <c:pt idx="20048">
                  <c:v>1.086700159233026E+18</c:v>
                </c:pt>
                <c:pt idx="20049">
                  <c:v>1.086701937068661E+18</c:v>
                </c:pt>
                <c:pt idx="20050">
                  <c:v>1.086715647032233E+18</c:v>
                </c:pt>
                <c:pt idx="20051">
                  <c:v>1.086746120564364E+18</c:v>
                </c:pt>
                <c:pt idx="20052">
                  <c:v>1.086749369472559E+18</c:v>
                </c:pt>
                <c:pt idx="20053">
                  <c:v>1.086785307903502E+18</c:v>
                </c:pt>
                <c:pt idx="20054">
                  <c:v>1.086789568189295E+18</c:v>
                </c:pt>
                <c:pt idx="20055">
                  <c:v>1.086790231424566E+18</c:v>
                </c:pt>
                <c:pt idx="20056">
                  <c:v>1.08683600551584E+18</c:v>
                </c:pt>
                <c:pt idx="20057">
                  <c:v>1.086877027441358E+18</c:v>
                </c:pt>
                <c:pt idx="20058">
                  <c:v>1.087006385468586E+18</c:v>
                </c:pt>
                <c:pt idx="20059">
                  <c:v>1.0872397349106801E+18</c:v>
                </c:pt>
                <c:pt idx="20060">
                  <c:v>1.087246317906197E+18</c:v>
                </c:pt>
                <c:pt idx="20061">
                  <c:v>1.087267788081221E+18</c:v>
                </c:pt>
                <c:pt idx="20062">
                  <c:v>1.087270673998431E+18</c:v>
                </c:pt>
                <c:pt idx="20063">
                  <c:v>1.087294736579403E+18</c:v>
                </c:pt>
                <c:pt idx="20064">
                  <c:v>1.087302163939975E+18</c:v>
                </c:pt>
                <c:pt idx="20065">
                  <c:v>1.087326225453972E+18</c:v>
                </c:pt>
                <c:pt idx="20066">
                  <c:v>1.087349645962148E+18</c:v>
                </c:pt>
                <c:pt idx="20067">
                  <c:v>1.087396466302593E+18</c:v>
                </c:pt>
                <c:pt idx="20068">
                  <c:v>1.087427516327584E+18</c:v>
                </c:pt>
                <c:pt idx="20069">
                  <c:v>1.087436085154055E+18</c:v>
                </c:pt>
                <c:pt idx="20070">
                  <c:v>1.087440052851724E+18</c:v>
                </c:pt>
                <c:pt idx="20071">
                  <c:v>1.087540776906031E+18</c:v>
                </c:pt>
                <c:pt idx="20072">
                  <c:v>1.08759731776361E+18</c:v>
                </c:pt>
                <c:pt idx="20073">
                  <c:v>1.087634132854857E+18</c:v>
                </c:pt>
                <c:pt idx="20074">
                  <c:v>1.087640063555769E+18</c:v>
                </c:pt>
                <c:pt idx="20075">
                  <c:v>1.087717994119068E+18</c:v>
                </c:pt>
                <c:pt idx="20076">
                  <c:v>1.0877458675076879E+18</c:v>
                </c:pt>
                <c:pt idx="20077">
                  <c:v>1.087748604154897E+18</c:v>
                </c:pt>
                <c:pt idx="20078">
                  <c:v>1.087753567926412E+18</c:v>
                </c:pt>
                <c:pt idx="20079">
                  <c:v>1.08799744221127E+18</c:v>
                </c:pt>
                <c:pt idx="20080">
                  <c:v>1.088034506236382E+18</c:v>
                </c:pt>
                <c:pt idx="20081">
                  <c:v>1.088057196386828E+18</c:v>
                </c:pt>
                <c:pt idx="20082">
                  <c:v>1.088071745299964E+18</c:v>
                </c:pt>
                <c:pt idx="20083">
                  <c:v>1.0881809013328561E+18</c:v>
                </c:pt>
                <c:pt idx="20084">
                  <c:v>1.088209626058804E+18</c:v>
                </c:pt>
                <c:pt idx="20085">
                  <c:v>1.0882271047034959E+18</c:v>
                </c:pt>
                <c:pt idx="20086">
                  <c:v>1.0882550855011919E+18</c:v>
                </c:pt>
                <c:pt idx="20087">
                  <c:v>1.088259218687216E+18</c:v>
                </c:pt>
                <c:pt idx="20088">
                  <c:v>1.088319146108496E+18</c:v>
                </c:pt>
                <c:pt idx="20089">
                  <c:v>1.088323214920314E+18</c:v>
                </c:pt>
                <c:pt idx="20090">
                  <c:v>1.088327251521018E+18</c:v>
                </c:pt>
                <c:pt idx="20091">
                  <c:v>1.088335941676245E+18</c:v>
                </c:pt>
                <c:pt idx="20092">
                  <c:v>1.088360952792178E+18</c:v>
                </c:pt>
                <c:pt idx="20093">
                  <c:v>1.088386728960978E+18</c:v>
                </c:pt>
                <c:pt idx="20094">
                  <c:v>1.088508495701671E+18</c:v>
                </c:pt>
                <c:pt idx="20095">
                  <c:v>1.0886862212103549E+18</c:v>
                </c:pt>
                <c:pt idx="20096">
                  <c:v>1.088751267227601E+18</c:v>
                </c:pt>
                <c:pt idx="20097">
                  <c:v>1.088788837024593E+18</c:v>
                </c:pt>
                <c:pt idx="20098">
                  <c:v>1.088796604768481E+18</c:v>
                </c:pt>
                <c:pt idx="20099">
                  <c:v>1.088808167445034E+18</c:v>
                </c:pt>
                <c:pt idx="20100">
                  <c:v>1.088840692394674E+18</c:v>
                </c:pt>
                <c:pt idx="20101">
                  <c:v>1.088868950675593E+18</c:v>
                </c:pt>
                <c:pt idx="20102">
                  <c:v>1.088885476934656E+18</c:v>
                </c:pt>
                <c:pt idx="20103">
                  <c:v>1.088920624745407E+18</c:v>
                </c:pt>
                <c:pt idx="20104">
                  <c:v>1.088970436314465E+18</c:v>
                </c:pt>
                <c:pt idx="20105">
                  <c:v>1.0890135608899811E+18</c:v>
                </c:pt>
                <c:pt idx="20106">
                  <c:v>1.0891105105464451E+18</c:v>
                </c:pt>
                <c:pt idx="20107">
                  <c:v>1.08938271067255E+18</c:v>
                </c:pt>
                <c:pt idx="20108">
                  <c:v>1.089463787530633E+18</c:v>
                </c:pt>
                <c:pt idx="20109">
                  <c:v>1.089488401828683E+18</c:v>
                </c:pt>
                <c:pt idx="20110">
                  <c:v>1.0894884649490481E+18</c:v>
                </c:pt>
                <c:pt idx="20111">
                  <c:v>1.0895126700186371E+18</c:v>
                </c:pt>
                <c:pt idx="20112">
                  <c:v>1.0895269904674429E+18</c:v>
                </c:pt>
                <c:pt idx="20113">
                  <c:v>1.089538192321975E+18</c:v>
                </c:pt>
                <c:pt idx="20114">
                  <c:v>1.089554786188287E+18</c:v>
                </c:pt>
                <c:pt idx="20115">
                  <c:v>1.0895626765803069E+18</c:v>
                </c:pt>
                <c:pt idx="20116">
                  <c:v>1.089563844173006E+18</c:v>
                </c:pt>
                <c:pt idx="20117">
                  <c:v>1.089622121045982E+18</c:v>
                </c:pt>
                <c:pt idx="20118">
                  <c:v>1.089719999977826E+18</c:v>
                </c:pt>
                <c:pt idx="20119">
                  <c:v>1.089742095555796E+18</c:v>
                </c:pt>
                <c:pt idx="20120">
                  <c:v>1.089746802766112E+18</c:v>
                </c:pt>
                <c:pt idx="20121">
                  <c:v>1.089750681178299E+18</c:v>
                </c:pt>
                <c:pt idx="20122">
                  <c:v>1.089814314483351E+18</c:v>
                </c:pt>
                <c:pt idx="20123">
                  <c:v>1.090073006954041E+18</c:v>
                </c:pt>
                <c:pt idx="20124">
                  <c:v>1.090090644786297E+18</c:v>
                </c:pt>
                <c:pt idx="20125">
                  <c:v>1.090130097837481E+18</c:v>
                </c:pt>
                <c:pt idx="20126">
                  <c:v>1.090184928415216E+18</c:v>
                </c:pt>
                <c:pt idx="20127">
                  <c:v>1.090192271471513E+18</c:v>
                </c:pt>
                <c:pt idx="20128">
                  <c:v>1.090227482679553E+18</c:v>
                </c:pt>
                <c:pt idx="20129">
                  <c:v>1.090243067725999E+18</c:v>
                </c:pt>
                <c:pt idx="20130">
                  <c:v>1.090259443734341E+18</c:v>
                </c:pt>
                <c:pt idx="20131">
                  <c:v>1.090268188582961E+18</c:v>
                </c:pt>
                <c:pt idx="20132">
                  <c:v>1.090272442138905E+18</c:v>
                </c:pt>
                <c:pt idx="20133">
                  <c:v>1.090272961590225E+18</c:v>
                </c:pt>
                <c:pt idx="20134">
                  <c:v>1.090273315072859E+18</c:v>
                </c:pt>
                <c:pt idx="20135">
                  <c:v>1.090297412181327E+18</c:v>
                </c:pt>
                <c:pt idx="20136">
                  <c:v>1.0903087524574109E+18</c:v>
                </c:pt>
                <c:pt idx="20137">
                  <c:v>1.090352173813652E+18</c:v>
                </c:pt>
                <c:pt idx="20138">
                  <c:v>1.090352272138917E+18</c:v>
                </c:pt>
                <c:pt idx="20139">
                  <c:v>1.090352650613591E+18</c:v>
                </c:pt>
                <c:pt idx="20140">
                  <c:v>1.0903550369404189E+18</c:v>
                </c:pt>
                <c:pt idx="20141">
                  <c:v>1.09036714736125E+18</c:v>
                </c:pt>
                <c:pt idx="20142">
                  <c:v>1.0904122325623069E+18</c:v>
                </c:pt>
                <c:pt idx="20143">
                  <c:v>1.090443885793063E+18</c:v>
                </c:pt>
                <c:pt idx="20144">
                  <c:v>1.0904843078548189E+18</c:v>
                </c:pt>
                <c:pt idx="20145">
                  <c:v>1.090490599433265E+18</c:v>
                </c:pt>
                <c:pt idx="20146">
                  <c:v>1.090502264661303E+18</c:v>
                </c:pt>
                <c:pt idx="20147">
                  <c:v>1.090507141799662E+18</c:v>
                </c:pt>
                <c:pt idx="20148">
                  <c:v>1.09051258256774E+18</c:v>
                </c:pt>
                <c:pt idx="20149">
                  <c:v>1.090519011577823E+18</c:v>
                </c:pt>
                <c:pt idx="20150">
                  <c:v>1.090544095003863E+18</c:v>
                </c:pt>
                <c:pt idx="20151">
                  <c:v>1.090561987513071E+18</c:v>
                </c:pt>
                <c:pt idx="20152">
                  <c:v>1.09056778385962E+18</c:v>
                </c:pt>
                <c:pt idx="20153">
                  <c:v>1.090784791896913E+18</c:v>
                </c:pt>
                <c:pt idx="20154">
                  <c:v>1.0908350641572771E+18</c:v>
                </c:pt>
                <c:pt idx="20155">
                  <c:v>1.0908444013707389E+18</c:v>
                </c:pt>
                <c:pt idx="20156">
                  <c:v>1.09086125562048E+18</c:v>
                </c:pt>
                <c:pt idx="20157">
                  <c:v>1.09091125614394E+18</c:v>
                </c:pt>
                <c:pt idx="20158">
                  <c:v>1.090926669460951E+18</c:v>
                </c:pt>
                <c:pt idx="20159">
                  <c:v>1.090945684733631E+18</c:v>
                </c:pt>
                <c:pt idx="20160">
                  <c:v>1.090950279821156E+18</c:v>
                </c:pt>
                <c:pt idx="20161">
                  <c:v>1.0909521274130691E+18</c:v>
                </c:pt>
                <c:pt idx="20162">
                  <c:v>1.090952182816297E+18</c:v>
                </c:pt>
                <c:pt idx="20163">
                  <c:v>1.090968651390672E+18</c:v>
                </c:pt>
                <c:pt idx="20164">
                  <c:v>1.090974154189815E+18</c:v>
                </c:pt>
                <c:pt idx="20165">
                  <c:v>1.090984241359141E+18</c:v>
                </c:pt>
                <c:pt idx="20166">
                  <c:v>1.090990232163225E+18</c:v>
                </c:pt>
                <c:pt idx="20167">
                  <c:v>1.090990620603426E+18</c:v>
                </c:pt>
                <c:pt idx="20168">
                  <c:v>1.09099673182936E+18</c:v>
                </c:pt>
                <c:pt idx="20169">
                  <c:v>1.090996766564356E+18</c:v>
                </c:pt>
                <c:pt idx="20170">
                  <c:v>1.091012181178817E+18</c:v>
                </c:pt>
                <c:pt idx="20171">
                  <c:v>1.09101770861136E+18</c:v>
                </c:pt>
                <c:pt idx="20172">
                  <c:v>1.091100866055445E+18</c:v>
                </c:pt>
                <c:pt idx="20173">
                  <c:v>1.0911083430903119E+18</c:v>
                </c:pt>
                <c:pt idx="20174">
                  <c:v>1.091122719914951E+18</c:v>
                </c:pt>
                <c:pt idx="20175">
                  <c:v>1.091130965523706E+18</c:v>
                </c:pt>
                <c:pt idx="20176">
                  <c:v>1.091226453610347E+18</c:v>
                </c:pt>
                <c:pt idx="20177">
                  <c:v>1.0912573660299171E+18</c:v>
                </c:pt>
                <c:pt idx="20178">
                  <c:v>1.091273172717982E+18</c:v>
                </c:pt>
                <c:pt idx="20179">
                  <c:v>1.091293419836697E+18</c:v>
                </c:pt>
                <c:pt idx="20180">
                  <c:v>1.091545929067086E+18</c:v>
                </c:pt>
                <c:pt idx="20181">
                  <c:v>1.091560195141308E+18</c:v>
                </c:pt>
                <c:pt idx="20182">
                  <c:v>1.091630488528286E+18</c:v>
                </c:pt>
                <c:pt idx="20183">
                  <c:v>1.091676294328447E+18</c:v>
                </c:pt>
                <c:pt idx="20184">
                  <c:v>1.091685401717903E+18</c:v>
                </c:pt>
                <c:pt idx="20185">
                  <c:v>1.091690059022181E+18</c:v>
                </c:pt>
                <c:pt idx="20186">
                  <c:v>1.091772976211199E+18</c:v>
                </c:pt>
                <c:pt idx="20187">
                  <c:v>1.091806673516222E+18</c:v>
                </c:pt>
                <c:pt idx="20188">
                  <c:v>1.0918545965194851E+18</c:v>
                </c:pt>
                <c:pt idx="20189">
                  <c:v>1.0918573488673571E+18</c:v>
                </c:pt>
                <c:pt idx="20190">
                  <c:v>1.091980515218978E+18</c:v>
                </c:pt>
                <c:pt idx="20191">
                  <c:v>1.092064426048095E+18</c:v>
                </c:pt>
                <c:pt idx="20192">
                  <c:v>1.092315961316516E+18</c:v>
                </c:pt>
                <c:pt idx="20193">
                  <c:v>1.092340219994108E+18</c:v>
                </c:pt>
                <c:pt idx="20194">
                  <c:v>1.092363057064391E+18</c:v>
                </c:pt>
                <c:pt idx="20195">
                  <c:v>1.0923848746354531E+18</c:v>
                </c:pt>
                <c:pt idx="20196">
                  <c:v>1.092464340277047E+18</c:v>
                </c:pt>
                <c:pt idx="20197">
                  <c:v>1.092487751617509E+18</c:v>
                </c:pt>
                <c:pt idx="20198">
                  <c:v>1.0925090008360881E+18</c:v>
                </c:pt>
                <c:pt idx="20199">
                  <c:v>1.092512499794522E+18</c:v>
                </c:pt>
                <c:pt idx="20200">
                  <c:v>1.092516099807127E+18</c:v>
                </c:pt>
                <c:pt idx="20201">
                  <c:v>1.092524848592069E+18</c:v>
                </c:pt>
                <c:pt idx="20202">
                  <c:v>1.0925318368505469E+18</c:v>
                </c:pt>
                <c:pt idx="20203">
                  <c:v>1.092535507850582E+18</c:v>
                </c:pt>
                <c:pt idx="20204">
                  <c:v>1.092545272052812E+18</c:v>
                </c:pt>
                <c:pt idx="20205">
                  <c:v>1.092549272484047E+18</c:v>
                </c:pt>
                <c:pt idx="20206">
                  <c:v>1.092590543192122E+18</c:v>
                </c:pt>
                <c:pt idx="20207">
                  <c:v>1.092630876204689E+18</c:v>
                </c:pt>
                <c:pt idx="20208">
                  <c:v>1.092631017503452E+18</c:v>
                </c:pt>
                <c:pt idx="20209">
                  <c:v>1.092649183737486E+18</c:v>
                </c:pt>
                <c:pt idx="20210">
                  <c:v>1.0926766613915811E+18</c:v>
                </c:pt>
                <c:pt idx="20211">
                  <c:v>1.092685714370567E+18</c:v>
                </c:pt>
                <c:pt idx="20212">
                  <c:v>1.09270404473049E+18</c:v>
                </c:pt>
                <c:pt idx="20213">
                  <c:v>1.092739435888054E+18</c:v>
                </c:pt>
                <c:pt idx="20214">
                  <c:v>1.0927517577291011E+18</c:v>
                </c:pt>
                <c:pt idx="20215">
                  <c:v>1.093076444051573E+18</c:v>
                </c:pt>
                <c:pt idx="20216">
                  <c:v>1.093078373228401E+18</c:v>
                </c:pt>
                <c:pt idx="20217">
                  <c:v>1.093079694321888E+18</c:v>
                </c:pt>
                <c:pt idx="20218">
                  <c:v>1.093084219029568E+18</c:v>
                </c:pt>
                <c:pt idx="20219">
                  <c:v>1.0930931664104829E+18</c:v>
                </c:pt>
                <c:pt idx="20220">
                  <c:v>1.0930951498564989E+18</c:v>
                </c:pt>
                <c:pt idx="20221">
                  <c:v>1.0930978096038001E+18</c:v>
                </c:pt>
                <c:pt idx="20222">
                  <c:v>1.093101417428113E+18</c:v>
                </c:pt>
                <c:pt idx="20223">
                  <c:v>1.0931028860494321E+18</c:v>
                </c:pt>
                <c:pt idx="20224">
                  <c:v>1.093104783985495E+18</c:v>
                </c:pt>
                <c:pt idx="20225">
                  <c:v>1.093109331784538E+18</c:v>
                </c:pt>
                <c:pt idx="20226">
                  <c:v>1.09311312216259E+18</c:v>
                </c:pt>
                <c:pt idx="20227">
                  <c:v>1.09311646272075E+18</c:v>
                </c:pt>
                <c:pt idx="20228">
                  <c:v>1.093118896650603E+18</c:v>
                </c:pt>
                <c:pt idx="20229">
                  <c:v>1.093189846222299E+18</c:v>
                </c:pt>
                <c:pt idx="20230">
                  <c:v>1.093205864472363E+18</c:v>
                </c:pt>
                <c:pt idx="20231">
                  <c:v>1.093214660050038E+18</c:v>
                </c:pt>
                <c:pt idx="20232">
                  <c:v>1.093220639234986E+18</c:v>
                </c:pt>
                <c:pt idx="20233">
                  <c:v>1.09322138686256E+18</c:v>
                </c:pt>
                <c:pt idx="20234">
                  <c:v>1.093231378348292E+18</c:v>
                </c:pt>
                <c:pt idx="20235">
                  <c:v>1.09323636377574E+18</c:v>
                </c:pt>
                <c:pt idx="20236">
                  <c:v>1.093257965937914E+18</c:v>
                </c:pt>
                <c:pt idx="20237">
                  <c:v>1.093261551192976E+18</c:v>
                </c:pt>
                <c:pt idx="20238">
                  <c:v>1.093382884914486E+18</c:v>
                </c:pt>
                <c:pt idx="20239">
                  <c:v>1.0933861366764611E+18</c:v>
                </c:pt>
                <c:pt idx="20240">
                  <c:v>1.093386732265199E+18</c:v>
                </c:pt>
                <c:pt idx="20241">
                  <c:v>1.093391788201297E+18</c:v>
                </c:pt>
                <c:pt idx="20242">
                  <c:v>1.093394791545088E+18</c:v>
                </c:pt>
                <c:pt idx="20243">
                  <c:v>1.093403975159732E+18</c:v>
                </c:pt>
                <c:pt idx="20244">
                  <c:v>1.093416223467506E+18</c:v>
                </c:pt>
                <c:pt idx="20245">
                  <c:v>1.093429162683617E+18</c:v>
                </c:pt>
                <c:pt idx="20246">
                  <c:v>1.093431815340084E+18</c:v>
                </c:pt>
                <c:pt idx="20247">
                  <c:v>1.093472770605887E+18</c:v>
                </c:pt>
                <c:pt idx="20248">
                  <c:v>1.093523441885146E+18</c:v>
                </c:pt>
                <c:pt idx="20249">
                  <c:v>1.093589996490103E+18</c:v>
                </c:pt>
                <c:pt idx="20250">
                  <c:v>1.093733978698799E+18</c:v>
                </c:pt>
                <c:pt idx="20251">
                  <c:v>1.093765229128539E+18</c:v>
                </c:pt>
                <c:pt idx="20252">
                  <c:v>1.09381321364165E+18</c:v>
                </c:pt>
                <c:pt idx="20253">
                  <c:v>1.093821744140322E+18</c:v>
                </c:pt>
                <c:pt idx="20254">
                  <c:v>1.0938464315667549E+18</c:v>
                </c:pt>
                <c:pt idx="20255">
                  <c:v>1.093932874146914E+18</c:v>
                </c:pt>
                <c:pt idx="20256">
                  <c:v>1.093950809833017E+18</c:v>
                </c:pt>
                <c:pt idx="20257">
                  <c:v>1.094006584140633E+18</c:v>
                </c:pt>
                <c:pt idx="20258">
                  <c:v>1.09400907892346E+18</c:v>
                </c:pt>
                <c:pt idx="20259">
                  <c:v>1.0940299322129149E+18</c:v>
                </c:pt>
                <c:pt idx="20260">
                  <c:v>1.094030094482663E+18</c:v>
                </c:pt>
                <c:pt idx="20261">
                  <c:v>1.094034248534482E+18</c:v>
                </c:pt>
                <c:pt idx="20262">
                  <c:v>1.094035528276702E+18</c:v>
                </c:pt>
                <c:pt idx="20263">
                  <c:v>1.09404851670037E+18</c:v>
                </c:pt>
                <c:pt idx="20264">
                  <c:v>1.094054606059285E+18</c:v>
                </c:pt>
                <c:pt idx="20265">
                  <c:v>1.09405913475496E+18</c:v>
                </c:pt>
                <c:pt idx="20266">
                  <c:v>1.094062238227323E+18</c:v>
                </c:pt>
                <c:pt idx="20267">
                  <c:v>1.094064700518663E+18</c:v>
                </c:pt>
                <c:pt idx="20268">
                  <c:v>1.094072244381705E+18</c:v>
                </c:pt>
                <c:pt idx="20269">
                  <c:v>1.0940802581373361E+18</c:v>
                </c:pt>
                <c:pt idx="20270">
                  <c:v>1.094096785817546E+18</c:v>
                </c:pt>
                <c:pt idx="20271">
                  <c:v>1.094103910560951E+18</c:v>
                </c:pt>
                <c:pt idx="20272">
                  <c:v>1.0941109770885041E+18</c:v>
                </c:pt>
                <c:pt idx="20273">
                  <c:v>1.0941270520085041E+18</c:v>
                </c:pt>
                <c:pt idx="20274">
                  <c:v>1.094127272772284E+18</c:v>
                </c:pt>
                <c:pt idx="20275">
                  <c:v>1.0941678537921891E+18</c:v>
                </c:pt>
                <c:pt idx="20276">
                  <c:v>1.0941802362428879E+18</c:v>
                </c:pt>
                <c:pt idx="20277">
                  <c:v>1.094200703612278E+18</c:v>
                </c:pt>
                <c:pt idx="20278">
                  <c:v>1.0942058344446269E+18</c:v>
                </c:pt>
                <c:pt idx="20279">
                  <c:v>1.0942176843949629E+18</c:v>
                </c:pt>
                <c:pt idx="20280">
                  <c:v>1.09421964220606E+18</c:v>
                </c:pt>
                <c:pt idx="20281">
                  <c:v>1.094230080788436E+18</c:v>
                </c:pt>
                <c:pt idx="20282">
                  <c:v>1.09453606551137E+18</c:v>
                </c:pt>
                <c:pt idx="20283">
                  <c:v>1.094536621437387E+18</c:v>
                </c:pt>
                <c:pt idx="20284">
                  <c:v>1.094546501094075E+18</c:v>
                </c:pt>
                <c:pt idx="20285">
                  <c:v>1.094573017204078E+18</c:v>
                </c:pt>
                <c:pt idx="20286">
                  <c:v>1.094626235471295E+18</c:v>
                </c:pt>
                <c:pt idx="20287">
                  <c:v>1.094631857830928E+18</c:v>
                </c:pt>
                <c:pt idx="20288">
                  <c:v>1.094640428758746E+18</c:v>
                </c:pt>
                <c:pt idx="20289">
                  <c:v>1.094640628674006E+18</c:v>
                </c:pt>
                <c:pt idx="20290">
                  <c:v>1.094683609072726E+18</c:v>
                </c:pt>
                <c:pt idx="20291">
                  <c:v>1.094689408138689E+18</c:v>
                </c:pt>
                <c:pt idx="20292">
                  <c:v>1.0947006168401629E+18</c:v>
                </c:pt>
                <c:pt idx="20293">
                  <c:v>1.0947296909369201E+18</c:v>
                </c:pt>
                <c:pt idx="20294">
                  <c:v>1.094739969933755E+18</c:v>
                </c:pt>
                <c:pt idx="20295">
                  <c:v>1.094754491041446E+18</c:v>
                </c:pt>
                <c:pt idx="20296">
                  <c:v>1.094758514452405E+18</c:v>
                </c:pt>
                <c:pt idx="20297">
                  <c:v>1.094765017179435E+18</c:v>
                </c:pt>
                <c:pt idx="20298">
                  <c:v>1.094769941923301E+18</c:v>
                </c:pt>
                <c:pt idx="20299">
                  <c:v>1.094770490764742E+18</c:v>
                </c:pt>
                <c:pt idx="20300">
                  <c:v>1.094773922899541E+18</c:v>
                </c:pt>
                <c:pt idx="20301">
                  <c:v>1.094779393151012E+18</c:v>
                </c:pt>
                <c:pt idx="20302">
                  <c:v>1.0947840054892721E+18</c:v>
                </c:pt>
                <c:pt idx="20303">
                  <c:v>1.094797630170881E+18</c:v>
                </c:pt>
                <c:pt idx="20304">
                  <c:v>1.094798626188281E+18</c:v>
                </c:pt>
                <c:pt idx="20305">
                  <c:v>1.094807523167898E+18</c:v>
                </c:pt>
                <c:pt idx="20306">
                  <c:v>1.09481727998985E+18</c:v>
                </c:pt>
                <c:pt idx="20307">
                  <c:v>1.094836759259564E+18</c:v>
                </c:pt>
                <c:pt idx="20308">
                  <c:v>1.094845109899682E+18</c:v>
                </c:pt>
                <c:pt idx="20309">
                  <c:v>1.094857963429168E+18</c:v>
                </c:pt>
                <c:pt idx="20310">
                  <c:v>1.094863345315762E+18</c:v>
                </c:pt>
                <c:pt idx="20311">
                  <c:v>1.094908358811134E+18</c:v>
                </c:pt>
                <c:pt idx="20312">
                  <c:v>1.0949184812912079E+18</c:v>
                </c:pt>
                <c:pt idx="20313">
                  <c:v>1.095000107665904E+18</c:v>
                </c:pt>
                <c:pt idx="20314">
                  <c:v>1.095067282129068E+18</c:v>
                </c:pt>
                <c:pt idx="20315">
                  <c:v>1.09507454365381E+18</c:v>
                </c:pt>
                <c:pt idx="20316">
                  <c:v>1.095086631395276E+18</c:v>
                </c:pt>
                <c:pt idx="20317">
                  <c:v>1.095096649166763E+18</c:v>
                </c:pt>
                <c:pt idx="20318">
                  <c:v>1.095189680294048E+18</c:v>
                </c:pt>
                <c:pt idx="20319">
                  <c:v>1.09521769678107E+18</c:v>
                </c:pt>
                <c:pt idx="20320">
                  <c:v>1.095218995190815E+18</c:v>
                </c:pt>
                <c:pt idx="20321">
                  <c:v>1.095223840015483E+18</c:v>
                </c:pt>
                <c:pt idx="20322">
                  <c:v>1.095224900786811E+18</c:v>
                </c:pt>
                <c:pt idx="20323">
                  <c:v>1.0952714931052029E+18</c:v>
                </c:pt>
                <c:pt idx="20324">
                  <c:v>1.095305921249143E+18</c:v>
                </c:pt>
                <c:pt idx="20325">
                  <c:v>1.095505035614164E+18</c:v>
                </c:pt>
                <c:pt idx="20326">
                  <c:v>1.095526040296528E+18</c:v>
                </c:pt>
                <c:pt idx="20327">
                  <c:v>1.095552872255671E+18</c:v>
                </c:pt>
                <c:pt idx="20328">
                  <c:v>1.095603558737694E+18</c:v>
                </c:pt>
                <c:pt idx="20329">
                  <c:v>1.0956115214871491E+18</c:v>
                </c:pt>
                <c:pt idx="20330">
                  <c:v>1.095625632351662E+18</c:v>
                </c:pt>
                <c:pt idx="20331">
                  <c:v>1.0956622719425629E+18</c:v>
                </c:pt>
                <c:pt idx="20332">
                  <c:v>1.095890576113749E+18</c:v>
                </c:pt>
                <c:pt idx="20333">
                  <c:v>1.095941819089927E+18</c:v>
                </c:pt>
                <c:pt idx="20334">
                  <c:v>1.0959784722365041E+18</c:v>
                </c:pt>
                <c:pt idx="20335">
                  <c:v>1.0959788023071069E+18</c:v>
                </c:pt>
                <c:pt idx="20336">
                  <c:v>1.096061508670235E+18</c:v>
                </c:pt>
                <c:pt idx="20337">
                  <c:v>1.096064304195049E+18</c:v>
                </c:pt>
                <c:pt idx="20338">
                  <c:v>1.096075491658506E+18</c:v>
                </c:pt>
                <c:pt idx="20339">
                  <c:v>1.0960867297175651E+18</c:v>
                </c:pt>
                <c:pt idx="20340">
                  <c:v>1.096120621899127E+18</c:v>
                </c:pt>
                <c:pt idx="20341">
                  <c:v>1.096122461877553E+18</c:v>
                </c:pt>
                <c:pt idx="20342">
                  <c:v>1.096134689220482E+18</c:v>
                </c:pt>
                <c:pt idx="20343">
                  <c:v>1.096141736278554E+18</c:v>
                </c:pt>
                <c:pt idx="20344">
                  <c:v>1.096142109312847E+18</c:v>
                </c:pt>
                <c:pt idx="20345">
                  <c:v>1.0961494769668771E+18</c:v>
                </c:pt>
                <c:pt idx="20346">
                  <c:v>1.096184018504268E+18</c:v>
                </c:pt>
                <c:pt idx="20347">
                  <c:v>1.0961956463959119E+18</c:v>
                </c:pt>
                <c:pt idx="20348">
                  <c:v>1.096196286254751E+18</c:v>
                </c:pt>
                <c:pt idx="20349">
                  <c:v>1.096275284813553E+18</c:v>
                </c:pt>
                <c:pt idx="20350">
                  <c:v>1.0962806976607601E+18</c:v>
                </c:pt>
                <c:pt idx="20351">
                  <c:v>1.09630795961751E+18</c:v>
                </c:pt>
                <c:pt idx="20352">
                  <c:v>1.0963227540607119E+18</c:v>
                </c:pt>
                <c:pt idx="20353">
                  <c:v>1.096344823262396E+18</c:v>
                </c:pt>
                <c:pt idx="20354">
                  <c:v>1.096359285445179E+18</c:v>
                </c:pt>
                <c:pt idx="20355">
                  <c:v>1.09638243491927E+18</c:v>
                </c:pt>
                <c:pt idx="20356">
                  <c:v>1.096416635164537E+18</c:v>
                </c:pt>
                <c:pt idx="20357">
                  <c:v>1.096433899108738E+18</c:v>
                </c:pt>
                <c:pt idx="20358">
                  <c:v>1.096543990946258E+18</c:v>
                </c:pt>
                <c:pt idx="20359">
                  <c:v>1.0965719734886641E+18</c:v>
                </c:pt>
                <c:pt idx="20360">
                  <c:v>1.096609396903858E+18</c:v>
                </c:pt>
                <c:pt idx="20361">
                  <c:v>1.096615005692222E+18</c:v>
                </c:pt>
                <c:pt idx="20362">
                  <c:v>1.096649554311582E+18</c:v>
                </c:pt>
                <c:pt idx="20363">
                  <c:v>1.096677640126332E+18</c:v>
                </c:pt>
                <c:pt idx="20364">
                  <c:v>1.096702545577562E+18</c:v>
                </c:pt>
                <c:pt idx="20365">
                  <c:v>1.096709073347711E+18</c:v>
                </c:pt>
                <c:pt idx="20366">
                  <c:v>1.096710779396006E+18</c:v>
                </c:pt>
                <c:pt idx="20367">
                  <c:v>1.096712109551698E+18</c:v>
                </c:pt>
                <c:pt idx="20368">
                  <c:v>1.096712140090218E+18</c:v>
                </c:pt>
                <c:pt idx="20369">
                  <c:v>1.096727677535964E+18</c:v>
                </c:pt>
                <c:pt idx="20370">
                  <c:v>1.0967563997192029E+18</c:v>
                </c:pt>
                <c:pt idx="20371">
                  <c:v>1.096765019747073E+18</c:v>
                </c:pt>
                <c:pt idx="20372">
                  <c:v>1.096780221405269E+18</c:v>
                </c:pt>
                <c:pt idx="20373">
                  <c:v>1.0967878387125891E+18</c:v>
                </c:pt>
                <c:pt idx="20374">
                  <c:v>1.096811575896249E+18</c:v>
                </c:pt>
                <c:pt idx="20375">
                  <c:v>1.096837572470624E+18</c:v>
                </c:pt>
                <c:pt idx="20376">
                  <c:v>1.096843997519595E+18</c:v>
                </c:pt>
                <c:pt idx="20377">
                  <c:v>1.096854766453062E+18</c:v>
                </c:pt>
                <c:pt idx="20378">
                  <c:v>1.096857102896588E+18</c:v>
                </c:pt>
                <c:pt idx="20379">
                  <c:v>1.096963706461572E+18</c:v>
                </c:pt>
                <c:pt idx="20380">
                  <c:v>1.096965547163785E+18</c:v>
                </c:pt>
                <c:pt idx="20381">
                  <c:v>1.0970289895144989E+18</c:v>
                </c:pt>
                <c:pt idx="20382">
                  <c:v>1.097040933039957E+18</c:v>
                </c:pt>
                <c:pt idx="20383">
                  <c:v>1.097046789611941E+18</c:v>
                </c:pt>
                <c:pt idx="20384">
                  <c:v>1.097103941261873E+18</c:v>
                </c:pt>
                <c:pt idx="20385">
                  <c:v>1.097290864422532E+18</c:v>
                </c:pt>
                <c:pt idx="20386">
                  <c:v>1.097382103483013E+18</c:v>
                </c:pt>
                <c:pt idx="20387">
                  <c:v>1.0973985497287869E+18</c:v>
                </c:pt>
                <c:pt idx="20388">
                  <c:v>1.097412335344937E+18</c:v>
                </c:pt>
                <c:pt idx="20389">
                  <c:v>1.0974162184394691E+18</c:v>
                </c:pt>
                <c:pt idx="20390">
                  <c:v>1.097435009918634E+18</c:v>
                </c:pt>
                <c:pt idx="20391">
                  <c:v>1.097480009697484E+18</c:v>
                </c:pt>
                <c:pt idx="20392">
                  <c:v>1.0975253891443651E+18</c:v>
                </c:pt>
                <c:pt idx="20393">
                  <c:v>1.09752637075874E+18</c:v>
                </c:pt>
                <c:pt idx="20394">
                  <c:v>1.09753039101097E+18</c:v>
                </c:pt>
                <c:pt idx="20395">
                  <c:v>1.097541265596978E+18</c:v>
                </c:pt>
                <c:pt idx="20396">
                  <c:v>1.097556559319703E+18</c:v>
                </c:pt>
                <c:pt idx="20397">
                  <c:v>1.097564359288348E+18</c:v>
                </c:pt>
                <c:pt idx="20398">
                  <c:v>1.097574388688484E+18</c:v>
                </c:pt>
                <c:pt idx="20399">
                  <c:v>1.097582364337647E+18</c:v>
                </c:pt>
                <c:pt idx="20400">
                  <c:v>1.097619940751788E+18</c:v>
                </c:pt>
                <c:pt idx="20401">
                  <c:v>1.097637006749077E+18</c:v>
                </c:pt>
                <c:pt idx="20402">
                  <c:v>1.097656113911707E+18</c:v>
                </c:pt>
                <c:pt idx="20403">
                  <c:v>1.097687932919433E+18</c:v>
                </c:pt>
                <c:pt idx="20404">
                  <c:v>1.0976898549644081E+18</c:v>
                </c:pt>
                <c:pt idx="20405">
                  <c:v>1.097723593511564E+18</c:v>
                </c:pt>
                <c:pt idx="20406">
                  <c:v>1.097761624243642E+18</c:v>
                </c:pt>
                <c:pt idx="20407">
                  <c:v>1.097763503455471E+18</c:v>
                </c:pt>
                <c:pt idx="20408">
                  <c:v>1.097776167172247E+18</c:v>
                </c:pt>
                <c:pt idx="20409">
                  <c:v>1.097796462662047E+18</c:v>
                </c:pt>
                <c:pt idx="20410">
                  <c:v>1.0978053166458801E+18</c:v>
                </c:pt>
                <c:pt idx="20411">
                  <c:v>1.097809411356425E+18</c:v>
                </c:pt>
                <c:pt idx="20412">
                  <c:v>1.098003562774983E+18</c:v>
                </c:pt>
                <c:pt idx="20413">
                  <c:v>1.09811135004661E+18</c:v>
                </c:pt>
                <c:pt idx="20414">
                  <c:v>1.098200351968197E+18</c:v>
                </c:pt>
                <c:pt idx="20415">
                  <c:v>1.0982361105057949E+18</c:v>
                </c:pt>
                <c:pt idx="20416">
                  <c:v>1.098245581312453E+18</c:v>
                </c:pt>
                <c:pt idx="20417">
                  <c:v>1.098251138718257E+18</c:v>
                </c:pt>
                <c:pt idx="20418">
                  <c:v>1.098310065589691E+18</c:v>
                </c:pt>
                <c:pt idx="20419">
                  <c:v>1.098316098773865E+18</c:v>
                </c:pt>
                <c:pt idx="20420">
                  <c:v>1.098351980842903E+18</c:v>
                </c:pt>
                <c:pt idx="20421">
                  <c:v>1.098370946700774E+18</c:v>
                </c:pt>
                <c:pt idx="20422">
                  <c:v>1.098378689648996E+18</c:v>
                </c:pt>
                <c:pt idx="20423">
                  <c:v>1.0983841648799011E+18</c:v>
                </c:pt>
                <c:pt idx="20424">
                  <c:v>1.098427018587185E+18</c:v>
                </c:pt>
                <c:pt idx="20425">
                  <c:v>1.098432045965857E+18</c:v>
                </c:pt>
                <c:pt idx="20426">
                  <c:v>1.0984589278984451E+18</c:v>
                </c:pt>
                <c:pt idx="20427">
                  <c:v>1.098556090629851E+18</c:v>
                </c:pt>
                <c:pt idx="20428">
                  <c:v>1.098558793347342E+18</c:v>
                </c:pt>
                <c:pt idx="20429">
                  <c:v>1.0986196445156081E+18</c:v>
                </c:pt>
                <c:pt idx="20430">
                  <c:v>1.0988001951498749E+18</c:v>
                </c:pt>
                <c:pt idx="20431">
                  <c:v>1.09880732777849E+18</c:v>
                </c:pt>
                <c:pt idx="20432">
                  <c:v>1.09891704870824E+18</c:v>
                </c:pt>
                <c:pt idx="20433">
                  <c:v>1.098924917665541E+18</c:v>
                </c:pt>
                <c:pt idx="20434">
                  <c:v>1.0989370285512669E+18</c:v>
                </c:pt>
                <c:pt idx="20435">
                  <c:v>1.0989480116724771E+18</c:v>
                </c:pt>
                <c:pt idx="20436">
                  <c:v>1.09896088954829E+18</c:v>
                </c:pt>
                <c:pt idx="20437">
                  <c:v>1.098982668258133E+18</c:v>
                </c:pt>
                <c:pt idx="20438">
                  <c:v>1.098987355184255E+18</c:v>
                </c:pt>
                <c:pt idx="20439">
                  <c:v>1.099014496094235E+18</c:v>
                </c:pt>
                <c:pt idx="20440">
                  <c:v>1.099043397870647E+18</c:v>
                </c:pt>
                <c:pt idx="20441">
                  <c:v>1.099045767490372E+18</c:v>
                </c:pt>
                <c:pt idx="20442">
                  <c:v>1.09905050610976E+18</c:v>
                </c:pt>
                <c:pt idx="20443">
                  <c:v>1.099081104841854E+18</c:v>
                </c:pt>
                <c:pt idx="20444">
                  <c:v>1.099091793735196E+18</c:v>
                </c:pt>
                <c:pt idx="20445">
                  <c:v>1.099151501448943E+18</c:v>
                </c:pt>
                <c:pt idx="20446">
                  <c:v>1.099173243172786E+18</c:v>
                </c:pt>
                <c:pt idx="20447">
                  <c:v>1.0991797439035441E+18</c:v>
                </c:pt>
                <c:pt idx="20448">
                  <c:v>1.0992086254112131E+18</c:v>
                </c:pt>
                <c:pt idx="20449">
                  <c:v>1.099217452260601E+18</c:v>
                </c:pt>
                <c:pt idx="20450">
                  <c:v>1.0992205517974479E+18</c:v>
                </c:pt>
                <c:pt idx="20451">
                  <c:v>1.0992272344498319E+18</c:v>
                </c:pt>
                <c:pt idx="20452">
                  <c:v>1.0992274221996559E+18</c:v>
                </c:pt>
                <c:pt idx="20453">
                  <c:v>1.099232889798635E+18</c:v>
                </c:pt>
                <c:pt idx="20454">
                  <c:v>1.099235929291263E+18</c:v>
                </c:pt>
                <c:pt idx="20455">
                  <c:v>1.099284580673856E+18</c:v>
                </c:pt>
                <c:pt idx="20456">
                  <c:v>1.099305637717947E+18</c:v>
                </c:pt>
                <c:pt idx="20457">
                  <c:v>1.0995064126097E+18</c:v>
                </c:pt>
                <c:pt idx="20458">
                  <c:v>1.099559187071983E+18</c:v>
                </c:pt>
                <c:pt idx="20459">
                  <c:v>1.0995739266400079E+18</c:v>
                </c:pt>
                <c:pt idx="20460">
                  <c:v>1.099574761477623E+18</c:v>
                </c:pt>
                <c:pt idx="20461">
                  <c:v>1.0995989444384611E+18</c:v>
                </c:pt>
                <c:pt idx="20462">
                  <c:v>1.099610318149124E+18</c:v>
                </c:pt>
                <c:pt idx="20463">
                  <c:v>1.0996269403252349E+18</c:v>
                </c:pt>
                <c:pt idx="20464">
                  <c:v>1.099649791979906E+18</c:v>
                </c:pt>
                <c:pt idx="20465">
                  <c:v>1.099661224386638E+18</c:v>
                </c:pt>
                <c:pt idx="20466">
                  <c:v>1.099725862139662E+18</c:v>
                </c:pt>
                <c:pt idx="20467">
                  <c:v>1.099828890875153E+18</c:v>
                </c:pt>
                <c:pt idx="20468">
                  <c:v>1.099864467874256E+18</c:v>
                </c:pt>
                <c:pt idx="20469">
                  <c:v>1.099900143334672E+18</c:v>
                </c:pt>
                <c:pt idx="20470">
                  <c:v>1.100021510635526E+18</c:v>
                </c:pt>
                <c:pt idx="20471">
                  <c:v>1.1003068840912451E+18</c:v>
                </c:pt>
                <c:pt idx="20472">
                  <c:v>1.100330488725489E+18</c:v>
                </c:pt>
                <c:pt idx="20473">
                  <c:v>1.100343884041301E+18</c:v>
                </c:pt>
                <c:pt idx="20474">
                  <c:v>1.1003567017550001E+18</c:v>
                </c:pt>
                <c:pt idx="20475">
                  <c:v>1.100361725369814E+18</c:v>
                </c:pt>
                <c:pt idx="20476">
                  <c:v>1.100385997499766E+18</c:v>
                </c:pt>
                <c:pt idx="20477">
                  <c:v>1.100394168045092E+18</c:v>
                </c:pt>
                <c:pt idx="20478">
                  <c:v>1.100430873312459E+18</c:v>
                </c:pt>
                <c:pt idx="20479">
                  <c:v>1.1004550230373891E+18</c:v>
                </c:pt>
                <c:pt idx="20480">
                  <c:v>1.100471987238415E+18</c:v>
                </c:pt>
                <c:pt idx="20481">
                  <c:v>1.1004764460539651E+18</c:v>
                </c:pt>
                <c:pt idx="20482">
                  <c:v>1.100487925515749E+18</c:v>
                </c:pt>
                <c:pt idx="20483">
                  <c:v>1.100497379228795E+18</c:v>
                </c:pt>
                <c:pt idx="20484">
                  <c:v>1.1005153961220879E+18</c:v>
                </c:pt>
                <c:pt idx="20485">
                  <c:v>1.100517905400438E+18</c:v>
                </c:pt>
                <c:pt idx="20486">
                  <c:v>1.10052142689769E+18</c:v>
                </c:pt>
                <c:pt idx="20487">
                  <c:v>1.100523374114366E+18</c:v>
                </c:pt>
                <c:pt idx="20488">
                  <c:v>1.1005249101821199E+18</c:v>
                </c:pt>
                <c:pt idx="20489">
                  <c:v>1.1005601842032611E+18</c:v>
                </c:pt>
                <c:pt idx="20490">
                  <c:v>1.100577276602254E+18</c:v>
                </c:pt>
                <c:pt idx="20491">
                  <c:v>1.1005994790434051E+18</c:v>
                </c:pt>
                <c:pt idx="20492">
                  <c:v>1.100611177631516E+18</c:v>
                </c:pt>
                <c:pt idx="20493">
                  <c:v>1.1006361566972509E+18</c:v>
                </c:pt>
                <c:pt idx="20494">
                  <c:v>1.1006444480938109E+18</c:v>
                </c:pt>
                <c:pt idx="20495">
                  <c:v>1.100652969568075E+18</c:v>
                </c:pt>
                <c:pt idx="20496">
                  <c:v>1.100685052674127E+18</c:v>
                </c:pt>
                <c:pt idx="20497">
                  <c:v>1.1007227076792829E+18</c:v>
                </c:pt>
                <c:pt idx="20498">
                  <c:v>1.100738467973516E+18</c:v>
                </c:pt>
                <c:pt idx="20499">
                  <c:v>1.10079190689077E+18</c:v>
                </c:pt>
                <c:pt idx="20500">
                  <c:v>1.100816351438006E+18</c:v>
                </c:pt>
                <c:pt idx="20501">
                  <c:v>1.100973726467471E+18</c:v>
                </c:pt>
                <c:pt idx="20502">
                  <c:v>1.101004325976082E+18</c:v>
                </c:pt>
                <c:pt idx="20503">
                  <c:v>1.101027415700023E+18</c:v>
                </c:pt>
                <c:pt idx="20504">
                  <c:v>1.101059213262426E+18</c:v>
                </c:pt>
                <c:pt idx="20505">
                  <c:v>1.101072731898004E+18</c:v>
                </c:pt>
                <c:pt idx="20506">
                  <c:v>1.101082958039898E+18</c:v>
                </c:pt>
                <c:pt idx="20507">
                  <c:v>1.10109918761661E+18</c:v>
                </c:pt>
                <c:pt idx="20508">
                  <c:v>1.101130550972186E+18</c:v>
                </c:pt>
                <c:pt idx="20509">
                  <c:v>1.101149758243337E+18</c:v>
                </c:pt>
                <c:pt idx="20510">
                  <c:v>1.101221506232811E+18</c:v>
                </c:pt>
                <c:pt idx="20511">
                  <c:v>1.101255283636711E+18</c:v>
                </c:pt>
                <c:pt idx="20512">
                  <c:v>1.10126617981018E+18</c:v>
                </c:pt>
                <c:pt idx="20513">
                  <c:v>1.101272086965659E+18</c:v>
                </c:pt>
                <c:pt idx="20514">
                  <c:v>1.1012814965669411E+18</c:v>
                </c:pt>
                <c:pt idx="20515">
                  <c:v>1.101286646707948E+18</c:v>
                </c:pt>
                <c:pt idx="20516">
                  <c:v>1.101287998698798E+18</c:v>
                </c:pt>
                <c:pt idx="20517">
                  <c:v>1.101295434565353E+18</c:v>
                </c:pt>
                <c:pt idx="20518">
                  <c:v>1.101296494775867E+18</c:v>
                </c:pt>
                <c:pt idx="20519">
                  <c:v>1.101297521285153E+18</c:v>
                </c:pt>
                <c:pt idx="20520">
                  <c:v>1.1013470785213839E+18</c:v>
                </c:pt>
                <c:pt idx="20521">
                  <c:v>1.10136536511441E+18</c:v>
                </c:pt>
                <c:pt idx="20522">
                  <c:v>1.10138592071618E+18</c:v>
                </c:pt>
                <c:pt idx="20523">
                  <c:v>1.101405976097125E+18</c:v>
                </c:pt>
                <c:pt idx="20524">
                  <c:v>1.1014240249177309E+18</c:v>
                </c:pt>
                <c:pt idx="20525">
                  <c:v>1.101425321223318E+18</c:v>
                </c:pt>
                <c:pt idx="20526">
                  <c:v>1.1015440267281999E+18</c:v>
                </c:pt>
                <c:pt idx="20527">
                  <c:v>1.101711689330812E+18</c:v>
                </c:pt>
                <c:pt idx="20528">
                  <c:v>1.101739758683638E+18</c:v>
                </c:pt>
                <c:pt idx="20529">
                  <c:v>1.101746269460436E+18</c:v>
                </c:pt>
                <c:pt idx="20530">
                  <c:v>1.1017573740921309E+18</c:v>
                </c:pt>
                <c:pt idx="20531">
                  <c:v>1.101909472777678E+18</c:v>
                </c:pt>
                <c:pt idx="20532">
                  <c:v>1.1019113159145571E+18</c:v>
                </c:pt>
                <c:pt idx="20533">
                  <c:v>1.101940254403701E+18</c:v>
                </c:pt>
                <c:pt idx="20534">
                  <c:v>1.101962249506597E+18</c:v>
                </c:pt>
                <c:pt idx="20535">
                  <c:v>1.101974507836772E+18</c:v>
                </c:pt>
                <c:pt idx="20536">
                  <c:v>1.10199585610041E+18</c:v>
                </c:pt>
                <c:pt idx="20537">
                  <c:v>1.102015098550295E+18</c:v>
                </c:pt>
                <c:pt idx="20538">
                  <c:v>1.102018768473422E+18</c:v>
                </c:pt>
                <c:pt idx="20539">
                  <c:v>1.102021801486404E+18</c:v>
                </c:pt>
                <c:pt idx="20540">
                  <c:v>1.102045043247087E+18</c:v>
                </c:pt>
                <c:pt idx="20541">
                  <c:v>1.102083841436238E+18</c:v>
                </c:pt>
                <c:pt idx="20542">
                  <c:v>1.102087987265131E+18</c:v>
                </c:pt>
                <c:pt idx="20543">
                  <c:v>1.102089027025536E+18</c:v>
                </c:pt>
                <c:pt idx="20544">
                  <c:v>1.1020985054844611E+18</c:v>
                </c:pt>
                <c:pt idx="20545">
                  <c:v>1.102109696970903E+18</c:v>
                </c:pt>
                <c:pt idx="20546">
                  <c:v>1.102171447710012E+18</c:v>
                </c:pt>
                <c:pt idx="20547">
                  <c:v>1.1022222386043599E+18</c:v>
                </c:pt>
                <c:pt idx="20548">
                  <c:v>1.1022361480994801E+18</c:v>
                </c:pt>
                <c:pt idx="20549">
                  <c:v>1.102241325598015E+18</c:v>
                </c:pt>
                <c:pt idx="20550">
                  <c:v>1.1022460078556349E+18</c:v>
                </c:pt>
                <c:pt idx="20551">
                  <c:v>1.10242928799118E+18</c:v>
                </c:pt>
                <c:pt idx="20552">
                  <c:v>1.102490840856396E+18</c:v>
                </c:pt>
                <c:pt idx="20553">
                  <c:v>1.102504397087841E+18</c:v>
                </c:pt>
                <c:pt idx="20554">
                  <c:v>1.102506166385499E+18</c:v>
                </c:pt>
                <c:pt idx="20555">
                  <c:v>1.102508207996137E+18</c:v>
                </c:pt>
                <c:pt idx="20556">
                  <c:v>1.102510950776463E+18</c:v>
                </c:pt>
                <c:pt idx="20557">
                  <c:v>1.102569049431947E+18</c:v>
                </c:pt>
                <c:pt idx="20558">
                  <c:v>1.102577199298479E+18</c:v>
                </c:pt>
                <c:pt idx="20559">
                  <c:v>1.1025976749389251E+18</c:v>
                </c:pt>
                <c:pt idx="20560">
                  <c:v>1.102640760097041E+18</c:v>
                </c:pt>
                <c:pt idx="20561">
                  <c:v>1.1026415251403441E+18</c:v>
                </c:pt>
                <c:pt idx="20562">
                  <c:v>1.102643858401649E+18</c:v>
                </c:pt>
                <c:pt idx="20563">
                  <c:v>1.1026456846557519E+18</c:v>
                </c:pt>
                <c:pt idx="20564">
                  <c:v>1.102658446057077E+18</c:v>
                </c:pt>
                <c:pt idx="20565">
                  <c:v>1.102675606657538E+18</c:v>
                </c:pt>
                <c:pt idx="20566">
                  <c:v>1.1026811580561731E+18</c:v>
                </c:pt>
                <c:pt idx="20567">
                  <c:v>1.1026826022957949E+18</c:v>
                </c:pt>
                <c:pt idx="20568">
                  <c:v>1.1026875008169251E+18</c:v>
                </c:pt>
                <c:pt idx="20569">
                  <c:v>1.10268812267219E+18</c:v>
                </c:pt>
                <c:pt idx="20570">
                  <c:v>1.102691535576974E+18</c:v>
                </c:pt>
                <c:pt idx="20571">
                  <c:v>1.1026951682457949E+18</c:v>
                </c:pt>
                <c:pt idx="20572">
                  <c:v>1.102709978722368E+18</c:v>
                </c:pt>
                <c:pt idx="20573">
                  <c:v>1.1027311389351759E+18</c:v>
                </c:pt>
                <c:pt idx="20574">
                  <c:v>1.102740588422839E+18</c:v>
                </c:pt>
                <c:pt idx="20575">
                  <c:v>1.10274866936527E+18</c:v>
                </c:pt>
                <c:pt idx="20576">
                  <c:v>1.102752502971194E+18</c:v>
                </c:pt>
                <c:pt idx="20577">
                  <c:v>1.102761602140178E+18</c:v>
                </c:pt>
                <c:pt idx="20578">
                  <c:v>1.102771591056566E+18</c:v>
                </c:pt>
                <c:pt idx="20579">
                  <c:v>1.102782813188501E+18</c:v>
                </c:pt>
                <c:pt idx="20580">
                  <c:v>1.10280296552441E+18</c:v>
                </c:pt>
                <c:pt idx="20581">
                  <c:v>1.102888511573717E+18</c:v>
                </c:pt>
                <c:pt idx="20582">
                  <c:v>1.102933392890046E+18</c:v>
                </c:pt>
                <c:pt idx="20583">
                  <c:v>1.103214594334427E+18</c:v>
                </c:pt>
                <c:pt idx="20584">
                  <c:v>1.103222015672218E+18</c:v>
                </c:pt>
                <c:pt idx="20585">
                  <c:v>1.103241107899055E+18</c:v>
                </c:pt>
                <c:pt idx="20586">
                  <c:v>1.103247520170081E+18</c:v>
                </c:pt>
                <c:pt idx="20587">
                  <c:v>1.103261812663941E+18</c:v>
                </c:pt>
                <c:pt idx="20588">
                  <c:v>1.1032656903545571E+18</c:v>
                </c:pt>
                <c:pt idx="20589">
                  <c:v>1.103274815784295E+18</c:v>
                </c:pt>
                <c:pt idx="20590">
                  <c:v>1.103287698604812E+18</c:v>
                </c:pt>
                <c:pt idx="20591">
                  <c:v>1.103289600163375E+18</c:v>
                </c:pt>
                <c:pt idx="20592">
                  <c:v>1.103295164993742E+18</c:v>
                </c:pt>
                <c:pt idx="20593">
                  <c:v>1.103310997761665E+18</c:v>
                </c:pt>
                <c:pt idx="20594">
                  <c:v>1.103320578663924E+18</c:v>
                </c:pt>
                <c:pt idx="20595">
                  <c:v>1.1033210470579121E+18</c:v>
                </c:pt>
                <c:pt idx="20596">
                  <c:v>1.103321677582832E+18</c:v>
                </c:pt>
                <c:pt idx="20597">
                  <c:v>1.103335003835983E+18</c:v>
                </c:pt>
                <c:pt idx="20598">
                  <c:v>1.1033407638708131E+18</c:v>
                </c:pt>
                <c:pt idx="20599">
                  <c:v>1.1033459690654429E+18</c:v>
                </c:pt>
                <c:pt idx="20600">
                  <c:v>1.1033505984351549E+18</c:v>
                </c:pt>
                <c:pt idx="20601">
                  <c:v>1.103358165118215E+18</c:v>
                </c:pt>
                <c:pt idx="20602">
                  <c:v>1.103395289874615E+18</c:v>
                </c:pt>
                <c:pt idx="20603">
                  <c:v>1.10339847144697E+18</c:v>
                </c:pt>
                <c:pt idx="20604">
                  <c:v>1.103418215148917E+18</c:v>
                </c:pt>
                <c:pt idx="20605">
                  <c:v>1.103479224795422E+18</c:v>
                </c:pt>
                <c:pt idx="20606">
                  <c:v>1.103521971673182E+18</c:v>
                </c:pt>
                <c:pt idx="20607">
                  <c:v>1.103541137859079E+18</c:v>
                </c:pt>
                <c:pt idx="20608">
                  <c:v>1.103554072439237E+18</c:v>
                </c:pt>
                <c:pt idx="20609">
                  <c:v>1.1035842260645839E+18</c:v>
                </c:pt>
                <c:pt idx="20610">
                  <c:v>1.103612032164577E+18</c:v>
                </c:pt>
                <c:pt idx="20611">
                  <c:v>1.103617422977927E+18</c:v>
                </c:pt>
                <c:pt idx="20612">
                  <c:v>1.103621583550708E+18</c:v>
                </c:pt>
                <c:pt idx="20613">
                  <c:v>1.103628101178204E+18</c:v>
                </c:pt>
                <c:pt idx="20614">
                  <c:v>1.103632862086622E+18</c:v>
                </c:pt>
                <c:pt idx="20615">
                  <c:v>1.103636373537308E+18</c:v>
                </c:pt>
                <c:pt idx="20616">
                  <c:v>1.103641292969986E+18</c:v>
                </c:pt>
                <c:pt idx="20617">
                  <c:v>1.10382253695734E+18</c:v>
                </c:pt>
                <c:pt idx="20618">
                  <c:v>1.103852393705593E+18</c:v>
                </c:pt>
                <c:pt idx="20619">
                  <c:v>1.103916556463857E+18</c:v>
                </c:pt>
                <c:pt idx="20620">
                  <c:v>1.10394204886379E+18</c:v>
                </c:pt>
                <c:pt idx="20621">
                  <c:v>1.103983718048222E+18</c:v>
                </c:pt>
                <c:pt idx="20622">
                  <c:v>1.1040224064758321E+18</c:v>
                </c:pt>
                <c:pt idx="20623">
                  <c:v>1.104030201931641E+18</c:v>
                </c:pt>
                <c:pt idx="20624">
                  <c:v>1.104038019966156E+18</c:v>
                </c:pt>
                <c:pt idx="20625">
                  <c:v>1.104049221063815E+18</c:v>
                </c:pt>
                <c:pt idx="20626">
                  <c:v>1.104050398831247E+18</c:v>
                </c:pt>
                <c:pt idx="20627">
                  <c:v>1.104056780580561E+18</c:v>
                </c:pt>
                <c:pt idx="20628">
                  <c:v>1.104060477567423E+18</c:v>
                </c:pt>
                <c:pt idx="20629">
                  <c:v>1.104068334283956E+18</c:v>
                </c:pt>
                <c:pt idx="20630">
                  <c:v>1.104069590884495E+18</c:v>
                </c:pt>
                <c:pt idx="20631">
                  <c:v>1.104080705614618E+18</c:v>
                </c:pt>
                <c:pt idx="20632">
                  <c:v>1.104106217485132E+18</c:v>
                </c:pt>
                <c:pt idx="20633">
                  <c:v>1.104125911875399E+18</c:v>
                </c:pt>
                <c:pt idx="20634">
                  <c:v>1.104126178568837E+18</c:v>
                </c:pt>
                <c:pt idx="20635">
                  <c:v>1.104134467541103E+18</c:v>
                </c:pt>
                <c:pt idx="20636">
                  <c:v>1.104155199389978E+18</c:v>
                </c:pt>
                <c:pt idx="20637">
                  <c:v>1.104156486315621E+18</c:v>
                </c:pt>
                <c:pt idx="20638">
                  <c:v>1.104212231317286E+18</c:v>
                </c:pt>
                <c:pt idx="20639">
                  <c:v>1.10421749957033E+18</c:v>
                </c:pt>
                <c:pt idx="20640">
                  <c:v>1.104223406132297E+18</c:v>
                </c:pt>
                <c:pt idx="20641">
                  <c:v>1.104233275031023E+18</c:v>
                </c:pt>
                <c:pt idx="20642">
                  <c:v>1.104238782571308E+18</c:v>
                </c:pt>
                <c:pt idx="20643">
                  <c:v>1.104246562328806E+18</c:v>
                </c:pt>
                <c:pt idx="20644">
                  <c:v>1.104251665002716E+18</c:v>
                </c:pt>
                <c:pt idx="20645">
                  <c:v>1.104255383282142E+18</c:v>
                </c:pt>
                <c:pt idx="20646">
                  <c:v>1.10426211038216E+18</c:v>
                </c:pt>
                <c:pt idx="20647">
                  <c:v>1.104303055477252E+18</c:v>
                </c:pt>
                <c:pt idx="20648">
                  <c:v>1.1043292572168771E+18</c:v>
                </c:pt>
                <c:pt idx="20649">
                  <c:v>1.104338760906596E+18</c:v>
                </c:pt>
                <c:pt idx="20650">
                  <c:v>1.1045787956597091E+18</c:v>
                </c:pt>
                <c:pt idx="20651">
                  <c:v>1.104583524769774E+18</c:v>
                </c:pt>
                <c:pt idx="20652">
                  <c:v>1.104592886688545E+18</c:v>
                </c:pt>
                <c:pt idx="20653">
                  <c:v>1.104642522877542E+18</c:v>
                </c:pt>
                <c:pt idx="20654">
                  <c:v>1.104673643142753E+18</c:v>
                </c:pt>
                <c:pt idx="20655">
                  <c:v>1.104689796708308E+18</c:v>
                </c:pt>
                <c:pt idx="20656">
                  <c:v>1.104731713597247E+18</c:v>
                </c:pt>
                <c:pt idx="20657">
                  <c:v>1.104760082603622E+18</c:v>
                </c:pt>
                <c:pt idx="20658">
                  <c:v>1.104780497867409E+18</c:v>
                </c:pt>
                <c:pt idx="20659">
                  <c:v>1.104811232062799E+18</c:v>
                </c:pt>
                <c:pt idx="20660">
                  <c:v>1.104828788931906E+18</c:v>
                </c:pt>
                <c:pt idx="20661">
                  <c:v>1.1048458031052189E+18</c:v>
                </c:pt>
                <c:pt idx="20662">
                  <c:v>1.1048836530711921E+18</c:v>
                </c:pt>
                <c:pt idx="20663">
                  <c:v>1.10488827689066E+18</c:v>
                </c:pt>
                <c:pt idx="20664">
                  <c:v>1.104894293791871E+18</c:v>
                </c:pt>
                <c:pt idx="20665">
                  <c:v>1.104904317518244E+18</c:v>
                </c:pt>
                <c:pt idx="20666">
                  <c:v>1.104919587460972E+18</c:v>
                </c:pt>
                <c:pt idx="20667">
                  <c:v>1.104974917686666E+18</c:v>
                </c:pt>
                <c:pt idx="20668">
                  <c:v>1.10500969976816E+18</c:v>
                </c:pt>
                <c:pt idx="20669">
                  <c:v>1.105010294105302E+18</c:v>
                </c:pt>
                <c:pt idx="20670">
                  <c:v>1.105025999859004E+18</c:v>
                </c:pt>
                <c:pt idx="20671">
                  <c:v>1.105042643591121E+18</c:v>
                </c:pt>
                <c:pt idx="20672">
                  <c:v>1.1050799579656189E+18</c:v>
                </c:pt>
                <c:pt idx="20673">
                  <c:v>1.105378148409956E+18</c:v>
                </c:pt>
                <c:pt idx="20674">
                  <c:v>1.105381181611673E+18</c:v>
                </c:pt>
                <c:pt idx="20675">
                  <c:v>1.105383594716786E+18</c:v>
                </c:pt>
                <c:pt idx="20676">
                  <c:v>1.105384409536252E+18</c:v>
                </c:pt>
                <c:pt idx="20677">
                  <c:v>1.1054242238151331E+18</c:v>
                </c:pt>
                <c:pt idx="20678">
                  <c:v>1.1054699826994429E+18</c:v>
                </c:pt>
                <c:pt idx="20679">
                  <c:v>1.105517774222111E+18</c:v>
                </c:pt>
                <c:pt idx="20680">
                  <c:v>1.1055278005733681E+18</c:v>
                </c:pt>
                <c:pt idx="20681">
                  <c:v>1.105532014450484E+18</c:v>
                </c:pt>
                <c:pt idx="20682">
                  <c:v>1.105578650560767E+18</c:v>
                </c:pt>
                <c:pt idx="20683">
                  <c:v>1.105582140699644E+18</c:v>
                </c:pt>
                <c:pt idx="20684">
                  <c:v>1.1055896526276931E+18</c:v>
                </c:pt>
                <c:pt idx="20685">
                  <c:v>1.1055982349448509E+18</c:v>
                </c:pt>
                <c:pt idx="20686">
                  <c:v>1.105606857357676E+18</c:v>
                </c:pt>
                <c:pt idx="20687">
                  <c:v>1.105615306522699E+18</c:v>
                </c:pt>
                <c:pt idx="20688">
                  <c:v>1.105657259420785E+18</c:v>
                </c:pt>
                <c:pt idx="20689">
                  <c:v>1.1056595884507229E+18</c:v>
                </c:pt>
                <c:pt idx="20690">
                  <c:v>1.1056617416359921E+18</c:v>
                </c:pt>
                <c:pt idx="20691">
                  <c:v>1.1056716200963171E+18</c:v>
                </c:pt>
                <c:pt idx="20692">
                  <c:v>1.1057268462148509E+18</c:v>
                </c:pt>
                <c:pt idx="20693">
                  <c:v>1.105735682644974E+18</c:v>
                </c:pt>
                <c:pt idx="20694">
                  <c:v>1.1057434650878269E+18</c:v>
                </c:pt>
                <c:pt idx="20695">
                  <c:v>1.105749624760017E+18</c:v>
                </c:pt>
                <c:pt idx="20696">
                  <c:v>1.105758933822886E+18</c:v>
                </c:pt>
                <c:pt idx="20697">
                  <c:v>1.1057617450670269E+18</c:v>
                </c:pt>
                <c:pt idx="20698">
                  <c:v>1.105768562004764E+18</c:v>
                </c:pt>
                <c:pt idx="20699">
                  <c:v>1.105806854373522E+18</c:v>
                </c:pt>
                <c:pt idx="20700">
                  <c:v>1.105815909447238E+18</c:v>
                </c:pt>
                <c:pt idx="20701">
                  <c:v>1.105816668065172E+18</c:v>
                </c:pt>
                <c:pt idx="20702">
                  <c:v>1.105828771571985E+18</c:v>
                </c:pt>
                <c:pt idx="20703">
                  <c:v>1.106047816595575E+18</c:v>
                </c:pt>
                <c:pt idx="20704">
                  <c:v>1.1060825671964081E+18</c:v>
                </c:pt>
                <c:pt idx="20705">
                  <c:v>1.106084509450988E+18</c:v>
                </c:pt>
                <c:pt idx="20706">
                  <c:v>1.106090953556454E+18</c:v>
                </c:pt>
                <c:pt idx="20707">
                  <c:v>1.106097731596847E+18</c:v>
                </c:pt>
                <c:pt idx="20708">
                  <c:v>1.106105396656575E+18</c:v>
                </c:pt>
                <c:pt idx="20709">
                  <c:v>1.1061266403850481E+18</c:v>
                </c:pt>
                <c:pt idx="20710">
                  <c:v>1.106139216053631E+18</c:v>
                </c:pt>
                <c:pt idx="20711">
                  <c:v>1.1061463006589361E+18</c:v>
                </c:pt>
                <c:pt idx="20712">
                  <c:v>1.1061637912550799E+18</c:v>
                </c:pt>
                <c:pt idx="20713">
                  <c:v>1.106201946699045E+18</c:v>
                </c:pt>
                <c:pt idx="20714">
                  <c:v>1.10621406220424E+18</c:v>
                </c:pt>
                <c:pt idx="20715">
                  <c:v>1.106216493505477E+18</c:v>
                </c:pt>
                <c:pt idx="20716">
                  <c:v>1.106228715495988E+18</c:v>
                </c:pt>
                <c:pt idx="20717">
                  <c:v>1.106257229872294E+18</c:v>
                </c:pt>
                <c:pt idx="20718">
                  <c:v>1.1062828256249039E+18</c:v>
                </c:pt>
                <c:pt idx="20719">
                  <c:v>1.10628882668179E+18</c:v>
                </c:pt>
                <c:pt idx="20720">
                  <c:v>1.106322531481185E+18</c:v>
                </c:pt>
                <c:pt idx="20721">
                  <c:v>1.106328379008732E+18</c:v>
                </c:pt>
                <c:pt idx="20722">
                  <c:v>1.1064027180043389E+18</c:v>
                </c:pt>
                <c:pt idx="20723">
                  <c:v>1.10640722260766E+18</c:v>
                </c:pt>
                <c:pt idx="20724">
                  <c:v>1.106478941646414E+18</c:v>
                </c:pt>
                <c:pt idx="20725">
                  <c:v>1.106481379384095E+18</c:v>
                </c:pt>
                <c:pt idx="20726">
                  <c:v>1.106494916965058E+18</c:v>
                </c:pt>
                <c:pt idx="20727">
                  <c:v>1.10652035044059E+18</c:v>
                </c:pt>
                <c:pt idx="20728">
                  <c:v>1.106578871181446E+18</c:v>
                </c:pt>
                <c:pt idx="20729">
                  <c:v>1.1065807184372239E+18</c:v>
                </c:pt>
                <c:pt idx="20730">
                  <c:v>1.106826880733303E+18</c:v>
                </c:pt>
                <c:pt idx="20731">
                  <c:v>1.1068343827956401E+18</c:v>
                </c:pt>
                <c:pt idx="20732">
                  <c:v>1.1068534175390909E+18</c:v>
                </c:pt>
                <c:pt idx="20733">
                  <c:v>1.1068588244060879E+18</c:v>
                </c:pt>
                <c:pt idx="20734">
                  <c:v>1.106860318326919E+18</c:v>
                </c:pt>
                <c:pt idx="20735">
                  <c:v>1.106899054310235E+18</c:v>
                </c:pt>
                <c:pt idx="20736">
                  <c:v>1.106911094056021E+18</c:v>
                </c:pt>
                <c:pt idx="20737">
                  <c:v>1.106935862157082E+18</c:v>
                </c:pt>
                <c:pt idx="20738">
                  <c:v>1.106943583715766E+18</c:v>
                </c:pt>
                <c:pt idx="20739">
                  <c:v>1.106945535963985E+18</c:v>
                </c:pt>
                <c:pt idx="20740">
                  <c:v>1.106981266815723E+18</c:v>
                </c:pt>
                <c:pt idx="20741">
                  <c:v>1.106999880580796E+18</c:v>
                </c:pt>
                <c:pt idx="20742">
                  <c:v>1.107034069230369E+18</c:v>
                </c:pt>
                <c:pt idx="20743">
                  <c:v>1.107060563475958E+18</c:v>
                </c:pt>
                <c:pt idx="20744">
                  <c:v>1.107096389671332E+18</c:v>
                </c:pt>
                <c:pt idx="20745">
                  <c:v>1.107138883184133E+18</c:v>
                </c:pt>
                <c:pt idx="20746">
                  <c:v>1.1071475544277789E+18</c:v>
                </c:pt>
                <c:pt idx="20747">
                  <c:v>1.107160496249652E+18</c:v>
                </c:pt>
                <c:pt idx="20748">
                  <c:v>1.10717311879449E+18</c:v>
                </c:pt>
                <c:pt idx="20749">
                  <c:v>1.107203954752484E+18</c:v>
                </c:pt>
                <c:pt idx="20750">
                  <c:v>1.107212877947668E+18</c:v>
                </c:pt>
                <c:pt idx="20751">
                  <c:v>1.107253714580933E+18</c:v>
                </c:pt>
                <c:pt idx="20752">
                  <c:v>1.107272030233732E+18</c:v>
                </c:pt>
                <c:pt idx="20753">
                  <c:v>1.1073774165746531E+18</c:v>
                </c:pt>
                <c:pt idx="20754">
                  <c:v>1.1074856382245629E+18</c:v>
                </c:pt>
                <c:pt idx="20755">
                  <c:v>1.107575762754699E+18</c:v>
                </c:pt>
                <c:pt idx="20756">
                  <c:v>1.1075881407603E+18</c:v>
                </c:pt>
                <c:pt idx="20757">
                  <c:v>1.107619847325322E+18</c:v>
                </c:pt>
                <c:pt idx="20758">
                  <c:v>1.107632418375815E+18</c:v>
                </c:pt>
                <c:pt idx="20759">
                  <c:v>1.107648555677088E+18</c:v>
                </c:pt>
                <c:pt idx="20760">
                  <c:v>1.107649429030014E+18</c:v>
                </c:pt>
                <c:pt idx="20761">
                  <c:v>1.107650454607769E+18</c:v>
                </c:pt>
                <c:pt idx="20762">
                  <c:v>1.107651471662139E+18</c:v>
                </c:pt>
                <c:pt idx="20763">
                  <c:v>1.107655024139307E+18</c:v>
                </c:pt>
                <c:pt idx="20764">
                  <c:v>1.107661787407446E+18</c:v>
                </c:pt>
                <c:pt idx="20765">
                  <c:v>1.107664205483385E+18</c:v>
                </c:pt>
                <c:pt idx="20766">
                  <c:v>1.107667050636779E+18</c:v>
                </c:pt>
                <c:pt idx="20767">
                  <c:v>1.107744517880375E+18</c:v>
                </c:pt>
                <c:pt idx="20768">
                  <c:v>1.107758902291913E+18</c:v>
                </c:pt>
                <c:pt idx="20769">
                  <c:v>1.107839946106241E+18</c:v>
                </c:pt>
                <c:pt idx="20770">
                  <c:v>1.1078685305815651E+18</c:v>
                </c:pt>
                <c:pt idx="20771">
                  <c:v>1.107876016333317E+18</c:v>
                </c:pt>
                <c:pt idx="20772">
                  <c:v>1.107904412539029E+18</c:v>
                </c:pt>
                <c:pt idx="20773">
                  <c:v>1.107923439914041E+18</c:v>
                </c:pt>
                <c:pt idx="20774">
                  <c:v>1.10795766771821E+18</c:v>
                </c:pt>
                <c:pt idx="20775">
                  <c:v>1.107979714245114E+18</c:v>
                </c:pt>
                <c:pt idx="20776">
                  <c:v>1.108005136511311E+18</c:v>
                </c:pt>
                <c:pt idx="20777">
                  <c:v>1.1083423881918269E+18</c:v>
                </c:pt>
                <c:pt idx="20778">
                  <c:v>1.108350408299494E+18</c:v>
                </c:pt>
                <c:pt idx="20779">
                  <c:v>1.108357266169472E+18</c:v>
                </c:pt>
                <c:pt idx="20780">
                  <c:v>1.108390779809659E+18</c:v>
                </c:pt>
                <c:pt idx="20781">
                  <c:v>1.108416165845878E+18</c:v>
                </c:pt>
                <c:pt idx="20782">
                  <c:v>1.1084371064529149E+18</c:v>
                </c:pt>
                <c:pt idx="20783">
                  <c:v>1.108449501478529E+18</c:v>
                </c:pt>
                <c:pt idx="20784">
                  <c:v>1.1084772243710211E+18</c:v>
                </c:pt>
                <c:pt idx="20785">
                  <c:v>1.108519957793343E+18</c:v>
                </c:pt>
                <c:pt idx="20786">
                  <c:v>1.1085356575861411E+18</c:v>
                </c:pt>
                <c:pt idx="20787">
                  <c:v>1.1085492251841679E+18</c:v>
                </c:pt>
                <c:pt idx="20788">
                  <c:v>1.1085498709333309E+18</c:v>
                </c:pt>
                <c:pt idx="20789">
                  <c:v>1.108560236497557E+18</c:v>
                </c:pt>
                <c:pt idx="20790">
                  <c:v>1.108569526161962E+18</c:v>
                </c:pt>
                <c:pt idx="20791">
                  <c:v>1.1085705085454909E+18</c:v>
                </c:pt>
                <c:pt idx="20792">
                  <c:v>1.108579913014671E+18</c:v>
                </c:pt>
                <c:pt idx="20793">
                  <c:v>1.108589119864815E+18</c:v>
                </c:pt>
                <c:pt idx="20794">
                  <c:v>1.1085924672118851E+18</c:v>
                </c:pt>
                <c:pt idx="20795">
                  <c:v>1.108606054245822E+18</c:v>
                </c:pt>
                <c:pt idx="20796">
                  <c:v>1.108606214553044E+18</c:v>
                </c:pt>
                <c:pt idx="20797">
                  <c:v>1.108614370340565E+18</c:v>
                </c:pt>
                <c:pt idx="20798">
                  <c:v>1.108692823668E+18</c:v>
                </c:pt>
                <c:pt idx="20799">
                  <c:v>1.1086939885669839E+18</c:v>
                </c:pt>
                <c:pt idx="20800">
                  <c:v>1.108699319196172E+18</c:v>
                </c:pt>
                <c:pt idx="20801">
                  <c:v>1.108704960418105E+18</c:v>
                </c:pt>
                <c:pt idx="20802">
                  <c:v>1.108731697470326E+18</c:v>
                </c:pt>
                <c:pt idx="20803">
                  <c:v>1.108997447423543E+18</c:v>
                </c:pt>
                <c:pt idx="20804">
                  <c:v>1.109008333696848E+18</c:v>
                </c:pt>
                <c:pt idx="20805">
                  <c:v>1.109009287915159E+18</c:v>
                </c:pt>
                <c:pt idx="20806">
                  <c:v>1.109044254508839E+18</c:v>
                </c:pt>
                <c:pt idx="20807">
                  <c:v>1.109062334465204E+18</c:v>
                </c:pt>
                <c:pt idx="20808">
                  <c:v>1.1091013385878109E+18</c:v>
                </c:pt>
                <c:pt idx="20809">
                  <c:v>1.109111650342197E+18</c:v>
                </c:pt>
                <c:pt idx="20810">
                  <c:v>1.109208847219179E+18</c:v>
                </c:pt>
                <c:pt idx="20811">
                  <c:v>1.109314190032645E+18</c:v>
                </c:pt>
                <c:pt idx="20812">
                  <c:v>1.109325343906926E+18</c:v>
                </c:pt>
                <c:pt idx="20813">
                  <c:v>1.109331555754235E+18</c:v>
                </c:pt>
                <c:pt idx="20814">
                  <c:v>1.109344624900737E+18</c:v>
                </c:pt>
                <c:pt idx="20815">
                  <c:v>1.109387838823049E+18</c:v>
                </c:pt>
                <c:pt idx="20816">
                  <c:v>1.109399636815878E+18</c:v>
                </c:pt>
                <c:pt idx="20817">
                  <c:v>1.109416936880127E+18</c:v>
                </c:pt>
                <c:pt idx="20818">
                  <c:v>1.109456704190961E+18</c:v>
                </c:pt>
                <c:pt idx="20819">
                  <c:v>1.109693664691483E+18</c:v>
                </c:pt>
                <c:pt idx="20820">
                  <c:v>1.109712121887975E+18</c:v>
                </c:pt>
                <c:pt idx="20821">
                  <c:v>1.1097161393593949E+18</c:v>
                </c:pt>
                <c:pt idx="20822">
                  <c:v>1.10972076169739E+18</c:v>
                </c:pt>
                <c:pt idx="20823">
                  <c:v>1.109729588508278E+18</c:v>
                </c:pt>
                <c:pt idx="20824">
                  <c:v>1.1097419615838799E+18</c:v>
                </c:pt>
                <c:pt idx="20825">
                  <c:v>1.1097665248666851E+18</c:v>
                </c:pt>
                <c:pt idx="20826">
                  <c:v>1.109833096786151E+18</c:v>
                </c:pt>
                <c:pt idx="20827">
                  <c:v>1.109851106064654E+18</c:v>
                </c:pt>
                <c:pt idx="20828">
                  <c:v>1.109860931458935E+18</c:v>
                </c:pt>
                <c:pt idx="20829">
                  <c:v>1.109863903322775E+18</c:v>
                </c:pt>
                <c:pt idx="20830">
                  <c:v>1.109877505930433E+18</c:v>
                </c:pt>
                <c:pt idx="20831">
                  <c:v>1.10987896386587E+18</c:v>
                </c:pt>
                <c:pt idx="20832">
                  <c:v>1.109880640914735E+18</c:v>
                </c:pt>
                <c:pt idx="20833">
                  <c:v>1.109899796407276E+18</c:v>
                </c:pt>
                <c:pt idx="20834">
                  <c:v>1.1099390754306211E+18</c:v>
                </c:pt>
                <c:pt idx="20835">
                  <c:v>1.1100024997304561E+18</c:v>
                </c:pt>
                <c:pt idx="20836">
                  <c:v>1.110035934098054E+18</c:v>
                </c:pt>
                <c:pt idx="20837">
                  <c:v>1.110069106570907E+18</c:v>
                </c:pt>
                <c:pt idx="20838">
                  <c:v>1.110077852075643E+18</c:v>
                </c:pt>
                <c:pt idx="20839">
                  <c:v>1.110087923896914E+18</c:v>
                </c:pt>
                <c:pt idx="20840">
                  <c:v>1.110120403755487E+18</c:v>
                </c:pt>
                <c:pt idx="20841">
                  <c:v>1.110141197219639E+18</c:v>
                </c:pt>
                <c:pt idx="20842">
                  <c:v>1.110243162224485E+18</c:v>
                </c:pt>
                <c:pt idx="20843">
                  <c:v>1.110415994182063E+18</c:v>
                </c:pt>
                <c:pt idx="20844">
                  <c:v>1.110423418162697E+18</c:v>
                </c:pt>
                <c:pt idx="20845">
                  <c:v>1.110426152435068E+18</c:v>
                </c:pt>
                <c:pt idx="20846">
                  <c:v>1.1104314800231869E+18</c:v>
                </c:pt>
                <c:pt idx="20847">
                  <c:v>1.110472710919232E+18</c:v>
                </c:pt>
                <c:pt idx="20848">
                  <c:v>1.110507010608111E+18</c:v>
                </c:pt>
                <c:pt idx="20849">
                  <c:v>1.11050750380911E+18</c:v>
                </c:pt>
                <c:pt idx="20850">
                  <c:v>1.110512526651966E+18</c:v>
                </c:pt>
                <c:pt idx="20851">
                  <c:v>1.110513611089114E+18</c:v>
                </c:pt>
                <c:pt idx="20852">
                  <c:v>1.110547369914986E+18</c:v>
                </c:pt>
                <c:pt idx="20853">
                  <c:v>1.110549768846065E+18</c:v>
                </c:pt>
                <c:pt idx="20854">
                  <c:v>1.110599857239708E+18</c:v>
                </c:pt>
                <c:pt idx="20855">
                  <c:v>1.110603199157291E+18</c:v>
                </c:pt>
                <c:pt idx="20856">
                  <c:v>1.110606992018481E+18</c:v>
                </c:pt>
                <c:pt idx="20857">
                  <c:v>1.110611146887591E+18</c:v>
                </c:pt>
                <c:pt idx="20858">
                  <c:v>1.110644805633103E+18</c:v>
                </c:pt>
                <c:pt idx="20859">
                  <c:v>1.110660763045369E+18</c:v>
                </c:pt>
                <c:pt idx="20860">
                  <c:v>1.110675082991287E+18</c:v>
                </c:pt>
                <c:pt idx="20861">
                  <c:v>1.1106794172254479E+18</c:v>
                </c:pt>
                <c:pt idx="20862">
                  <c:v>1.110702830328021E+18</c:v>
                </c:pt>
                <c:pt idx="20863">
                  <c:v>1.110749288772831E+18</c:v>
                </c:pt>
                <c:pt idx="20864">
                  <c:v>1.110763274385012E+18</c:v>
                </c:pt>
                <c:pt idx="20865">
                  <c:v>1.110781701182319E+18</c:v>
                </c:pt>
                <c:pt idx="20866">
                  <c:v>1.1108327735049999E+18</c:v>
                </c:pt>
                <c:pt idx="20867">
                  <c:v>1.110847396282954E+18</c:v>
                </c:pt>
                <c:pt idx="20868">
                  <c:v>1.11086425536209E+18</c:v>
                </c:pt>
                <c:pt idx="20869">
                  <c:v>1.110899845952242E+18</c:v>
                </c:pt>
                <c:pt idx="20870">
                  <c:v>1.1111420962108669E+18</c:v>
                </c:pt>
                <c:pt idx="20871">
                  <c:v>1.11117985102635E+18</c:v>
                </c:pt>
                <c:pt idx="20872">
                  <c:v>1.111187475745674E+18</c:v>
                </c:pt>
                <c:pt idx="20873">
                  <c:v>1.1111986469576719E+18</c:v>
                </c:pt>
                <c:pt idx="20874">
                  <c:v>1.11121515505129E+18</c:v>
                </c:pt>
                <c:pt idx="20875">
                  <c:v>1.111248623282124E+18</c:v>
                </c:pt>
                <c:pt idx="20876">
                  <c:v>1.111254290730367E+18</c:v>
                </c:pt>
                <c:pt idx="20877">
                  <c:v>1.111277588254905E+18</c:v>
                </c:pt>
                <c:pt idx="20878">
                  <c:v>1.111282262746151E+18</c:v>
                </c:pt>
                <c:pt idx="20879">
                  <c:v>1.111316562441519E+18</c:v>
                </c:pt>
                <c:pt idx="20880">
                  <c:v>1.111320487248619E+18</c:v>
                </c:pt>
                <c:pt idx="20881">
                  <c:v>1.11132275397221E+18</c:v>
                </c:pt>
                <c:pt idx="20882">
                  <c:v>1.111333248784992E+18</c:v>
                </c:pt>
                <c:pt idx="20883">
                  <c:v>1.1113428276485041E+18</c:v>
                </c:pt>
                <c:pt idx="20884">
                  <c:v>1.111344712646108E+18</c:v>
                </c:pt>
                <c:pt idx="20885">
                  <c:v>1.1113627771762909E+18</c:v>
                </c:pt>
                <c:pt idx="20886">
                  <c:v>1.1113884148711601E+18</c:v>
                </c:pt>
                <c:pt idx="20887">
                  <c:v>1.11140041339141E+18</c:v>
                </c:pt>
                <c:pt idx="20888">
                  <c:v>1.11140412432662E+18</c:v>
                </c:pt>
                <c:pt idx="20889">
                  <c:v>1.111416191733403E+18</c:v>
                </c:pt>
                <c:pt idx="20890">
                  <c:v>1.111419256533029E+18</c:v>
                </c:pt>
                <c:pt idx="20891">
                  <c:v>1.111419564394665E+18</c:v>
                </c:pt>
                <c:pt idx="20892">
                  <c:v>1.111430799524293E+18</c:v>
                </c:pt>
                <c:pt idx="20893">
                  <c:v>1.111431823154607E+18</c:v>
                </c:pt>
                <c:pt idx="20894">
                  <c:v>1.1114667772334321E+18</c:v>
                </c:pt>
                <c:pt idx="20895">
                  <c:v>1.1114736278910909E+18</c:v>
                </c:pt>
                <c:pt idx="20896">
                  <c:v>1.11148590764945E+18</c:v>
                </c:pt>
                <c:pt idx="20897">
                  <c:v>1.111517400665287E+18</c:v>
                </c:pt>
                <c:pt idx="20898">
                  <c:v>1.111545090679289E+18</c:v>
                </c:pt>
                <c:pt idx="20899">
                  <c:v>1.111564075532106E+18</c:v>
                </c:pt>
                <c:pt idx="20900">
                  <c:v>1.111791147411647E+18</c:v>
                </c:pt>
                <c:pt idx="20901">
                  <c:v>1.1118662661025731E+18</c:v>
                </c:pt>
                <c:pt idx="20902">
                  <c:v>1.11187221537443E+18</c:v>
                </c:pt>
                <c:pt idx="20903">
                  <c:v>1.1119036719657841E+18</c:v>
                </c:pt>
                <c:pt idx="20904">
                  <c:v>1.111952387821172E+18</c:v>
                </c:pt>
                <c:pt idx="20905">
                  <c:v>1.111980764648807E+18</c:v>
                </c:pt>
                <c:pt idx="20906">
                  <c:v>1.111988831889815E+18</c:v>
                </c:pt>
                <c:pt idx="20907">
                  <c:v>1.1119963365382001E+18</c:v>
                </c:pt>
                <c:pt idx="20908">
                  <c:v>1.112001771800908E+18</c:v>
                </c:pt>
                <c:pt idx="20909">
                  <c:v>1.112007199134875E+18</c:v>
                </c:pt>
                <c:pt idx="20910">
                  <c:v>1.1120084429294001E+18</c:v>
                </c:pt>
                <c:pt idx="20911">
                  <c:v>1.112049419512682E+18</c:v>
                </c:pt>
                <c:pt idx="20912">
                  <c:v>1.112062614789335E+18</c:v>
                </c:pt>
                <c:pt idx="20913">
                  <c:v>1.112065200513873E+18</c:v>
                </c:pt>
                <c:pt idx="20914">
                  <c:v>1.112083929633217E+18</c:v>
                </c:pt>
                <c:pt idx="20915">
                  <c:v>1.1120864372885681E+18</c:v>
                </c:pt>
                <c:pt idx="20916">
                  <c:v>1.112100257110172E+18</c:v>
                </c:pt>
                <c:pt idx="20917">
                  <c:v>1.112103125515995E+18</c:v>
                </c:pt>
                <c:pt idx="20918">
                  <c:v>1.112198807740649E+18</c:v>
                </c:pt>
                <c:pt idx="20919">
                  <c:v>1.112262944006907E+18</c:v>
                </c:pt>
                <c:pt idx="20920">
                  <c:v>1.112277404948418E+18</c:v>
                </c:pt>
                <c:pt idx="20921">
                  <c:v>1.1122901814724029E+18</c:v>
                </c:pt>
                <c:pt idx="20922">
                  <c:v>1.1122919699626589E+18</c:v>
                </c:pt>
                <c:pt idx="20923">
                  <c:v>1.1122996903154211E+18</c:v>
                </c:pt>
                <c:pt idx="20924">
                  <c:v>1.1123245184419441E+18</c:v>
                </c:pt>
                <c:pt idx="20925">
                  <c:v>1.112347440049665E+18</c:v>
                </c:pt>
                <c:pt idx="20926">
                  <c:v>1.112386701044294E+18</c:v>
                </c:pt>
                <c:pt idx="20927">
                  <c:v>1.1125977977586531E+18</c:v>
                </c:pt>
                <c:pt idx="20928">
                  <c:v>1.112639967141809E+18</c:v>
                </c:pt>
                <c:pt idx="20929">
                  <c:v>1.11268586734259E+18</c:v>
                </c:pt>
                <c:pt idx="20930">
                  <c:v>1.112700736703498E+18</c:v>
                </c:pt>
                <c:pt idx="20931">
                  <c:v>1.112715811666518E+18</c:v>
                </c:pt>
                <c:pt idx="20932">
                  <c:v>1.1127309513812721E+18</c:v>
                </c:pt>
                <c:pt idx="20933">
                  <c:v>1.112742547413012E+18</c:v>
                </c:pt>
                <c:pt idx="20934">
                  <c:v>1.112745418330478E+18</c:v>
                </c:pt>
                <c:pt idx="20935">
                  <c:v>1.112746815685092E+18</c:v>
                </c:pt>
                <c:pt idx="20936">
                  <c:v>1.112759741144421E+18</c:v>
                </c:pt>
                <c:pt idx="20937">
                  <c:v>1.1127674085138429E+18</c:v>
                </c:pt>
                <c:pt idx="20938">
                  <c:v>1.112769386840011E+18</c:v>
                </c:pt>
                <c:pt idx="20939">
                  <c:v>1.112778233686606E+18</c:v>
                </c:pt>
                <c:pt idx="20940">
                  <c:v>1.11278154345771E+18</c:v>
                </c:pt>
                <c:pt idx="20941">
                  <c:v>1.112802899191746E+18</c:v>
                </c:pt>
                <c:pt idx="20942">
                  <c:v>1.112855059346084E+18</c:v>
                </c:pt>
                <c:pt idx="20943">
                  <c:v>1.112859164634225E+18</c:v>
                </c:pt>
                <c:pt idx="20944">
                  <c:v>1.11286763103755E+18</c:v>
                </c:pt>
                <c:pt idx="20945">
                  <c:v>1.112877931610948E+18</c:v>
                </c:pt>
                <c:pt idx="20946">
                  <c:v>1.112885660046438E+18</c:v>
                </c:pt>
                <c:pt idx="20947">
                  <c:v>1.112935413765866E+18</c:v>
                </c:pt>
                <c:pt idx="20948">
                  <c:v>1.11297651959067E+18</c:v>
                </c:pt>
                <c:pt idx="20949">
                  <c:v>1.1129896685025251E+18</c:v>
                </c:pt>
                <c:pt idx="20950">
                  <c:v>1.113007910874822E+18</c:v>
                </c:pt>
                <c:pt idx="20951">
                  <c:v>1.1130552576052401E+18</c:v>
                </c:pt>
                <c:pt idx="20952">
                  <c:v>1.113069963328442E+18</c:v>
                </c:pt>
                <c:pt idx="20953">
                  <c:v>1.113081542233046E+18</c:v>
                </c:pt>
                <c:pt idx="20954">
                  <c:v>1.113097323078769E+18</c:v>
                </c:pt>
                <c:pt idx="20955">
                  <c:v>1.113146258355182E+18</c:v>
                </c:pt>
                <c:pt idx="20956">
                  <c:v>1.1133188237750961E+18</c:v>
                </c:pt>
                <c:pt idx="20957">
                  <c:v>1.1133596106960931E+18</c:v>
                </c:pt>
                <c:pt idx="20958">
                  <c:v>1.113425425214661E+18</c:v>
                </c:pt>
                <c:pt idx="20959">
                  <c:v>1.113429681225753E+18</c:v>
                </c:pt>
                <c:pt idx="20960">
                  <c:v>1.113460604292676E+18</c:v>
                </c:pt>
                <c:pt idx="20961">
                  <c:v>1.1134867470418051E+18</c:v>
                </c:pt>
                <c:pt idx="20962">
                  <c:v>1.113488604799701E+18</c:v>
                </c:pt>
                <c:pt idx="20963">
                  <c:v>1.113489220118597E+18</c:v>
                </c:pt>
                <c:pt idx="20964">
                  <c:v>1.1135225290708559E+18</c:v>
                </c:pt>
                <c:pt idx="20965">
                  <c:v>1.113559805736087E+18</c:v>
                </c:pt>
                <c:pt idx="20966">
                  <c:v>1.1135703659134051E+18</c:v>
                </c:pt>
                <c:pt idx="20967">
                  <c:v>1.113599187286369E+18</c:v>
                </c:pt>
                <c:pt idx="20968">
                  <c:v>1.1136059885591759E+18</c:v>
                </c:pt>
                <c:pt idx="20969">
                  <c:v>1.113606491513215E+18</c:v>
                </c:pt>
                <c:pt idx="20970">
                  <c:v>1.113618520146114E+18</c:v>
                </c:pt>
                <c:pt idx="20971">
                  <c:v>1.1136189659294051E+18</c:v>
                </c:pt>
                <c:pt idx="20972">
                  <c:v>1.113628332411178E+18</c:v>
                </c:pt>
                <c:pt idx="20973">
                  <c:v>1.113631693486823E+18</c:v>
                </c:pt>
                <c:pt idx="20974">
                  <c:v>1.113681626208433E+18</c:v>
                </c:pt>
                <c:pt idx="20975">
                  <c:v>1.113698870101515E+18</c:v>
                </c:pt>
                <c:pt idx="20976">
                  <c:v>1.113947875578247E+18</c:v>
                </c:pt>
                <c:pt idx="20977">
                  <c:v>1.114022680633402E+18</c:v>
                </c:pt>
                <c:pt idx="20978">
                  <c:v>1.1140365488973411E+18</c:v>
                </c:pt>
                <c:pt idx="20979">
                  <c:v>1.114127176356679E+18</c:v>
                </c:pt>
                <c:pt idx="20980">
                  <c:v>1.1141569679488561E+18</c:v>
                </c:pt>
                <c:pt idx="20981">
                  <c:v>1.114174672380873E+18</c:v>
                </c:pt>
                <c:pt idx="20982">
                  <c:v>1.114215814107918E+18</c:v>
                </c:pt>
                <c:pt idx="20983">
                  <c:v>1.1142431553524931E+18</c:v>
                </c:pt>
                <c:pt idx="20984">
                  <c:v>1.114247773820108E+18</c:v>
                </c:pt>
                <c:pt idx="20985">
                  <c:v>1.114267192509943E+18</c:v>
                </c:pt>
                <c:pt idx="20986">
                  <c:v>1.114302034483559E+18</c:v>
                </c:pt>
                <c:pt idx="20987">
                  <c:v>1.1143171270230589E+18</c:v>
                </c:pt>
                <c:pt idx="20988">
                  <c:v>1.1143221682427229E+18</c:v>
                </c:pt>
                <c:pt idx="20989">
                  <c:v>1.114323301714839E+18</c:v>
                </c:pt>
                <c:pt idx="20990">
                  <c:v>1.114324786684622E+18</c:v>
                </c:pt>
                <c:pt idx="20991">
                  <c:v>1.114351654532688E+18</c:v>
                </c:pt>
                <c:pt idx="20992">
                  <c:v>1.114353515230006E+18</c:v>
                </c:pt>
                <c:pt idx="20993">
                  <c:v>1.11441962623213E+18</c:v>
                </c:pt>
                <c:pt idx="20994">
                  <c:v>1.1144200441624291E+18</c:v>
                </c:pt>
                <c:pt idx="20995">
                  <c:v>1.114450136535918E+18</c:v>
                </c:pt>
                <c:pt idx="20996">
                  <c:v>1.1144512655723919E+18</c:v>
                </c:pt>
                <c:pt idx="20997">
                  <c:v>1.11446021360369E+18</c:v>
                </c:pt>
                <c:pt idx="20998">
                  <c:v>1.114462694344082E+18</c:v>
                </c:pt>
                <c:pt idx="20999">
                  <c:v>1.114474712013401E+18</c:v>
                </c:pt>
                <c:pt idx="21000">
                  <c:v>1.114542737826998E+18</c:v>
                </c:pt>
                <c:pt idx="21001">
                  <c:v>1.114677477157366E+18</c:v>
                </c:pt>
                <c:pt idx="21002">
                  <c:v>1.114683705747418E+18</c:v>
                </c:pt>
                <c:pt idx="21003">
                  <c:v>1.1148138762599971E+18</c:v>
                </c:pt>
                <c:pt idx="21004">
                  <c:v>1.11483863637075E+18</c:v>
                </c:pt>
                <c:pt idx="21005">
                  <c:v>1.114904195556862E+18</c:v>
                </c:pt>
                <c:pt idx="21006">
                  <c:v>1.114908675500086E+18</c:v>
                </c:pt>
                <c:pt idx="21007">
                  <c:v>1.114926131901744E+18</c:v>
                </c:pt>
                <c:pt idx="21008">
                  <c:v>1.114927675343227E+18</c:v>
                </c:pt>
                <c:pt idx="21009">
                  <c:v>1.115024820693007E+18</c:v>
                </c:pt>
                <c:pt idx="21010">
                  <c:v>1.115037324932105E+18</c:v>
                </c:pt>
                <c:pt idx="21011">
                  <c:v>1.115042638237361E+18</c:v>
                </c:pt>
                <c:pt idx="21012">
                  <c:v>1.1151877707106211E+18</c:v>
                </c:pt>
                <c:pt idx="21013">
                  <c:v>1.115234204082981E+18</c:v>
                </c:pt>
                <c:pt idx="21014">
                  <c:v>1.115325530264228E+18</c:v>
                </c:pt>
                <c:pt idx="21015">
                  <c:v>1.11547620356603E+18</c:v>
                </c:pt>
                <c:pt idx="21016">
                  <c:v>1.115494397883764E+18</c:v>
                </c:pt>
                <c:pt idx="21017">
                  <c:v>1.115519601412981E+18</c:v>
                </c:pt>
                <c:pt idx="21018">
                  <c:v>1.1155206331024079E+18</c:v>
                </c:pt>
                <c:pt idx="21019">
                  <c:v>1.115608719150994E+18</c:v>
                </c:pt>
                <c:pt idx="21020">
                  <c:v>1.1156172447604239E+18</c:v>
                </c:pt>
                <c:pt idx="21021">
                  <c:v>1.115635483830974E+18</c:v>
                </c:pt>
                <c:pt idx="21022">
                  <c:v>1.115636133463135E+18</c:v>
                </c:pt>
                <c:pt idx="21023">
                  <c:v>1.1156546102514851E+18</c:v>
                </c:pt>
                <c:pt idx="21024">
                  <c:v>1.115710458050172E+18</c:v>
                </c:pt>
                <c:pt idx="21025">
                  <c:v>1.11574768926753E+18</c:v>
                </c:pt>
                <c:pt idx="21026">
                  <c:v>1.1157590468237149E+18</c:v>
                </c:pt>
                <c:pt idx="21027">
                  <c:v>1.115771083682518E+18</c:v>
                </c:pt>
                <c:pt idx="21028">
                  <c:v>1.115786491231033E+18</c:v>
                </c:pt>
                <c:pt idx="21029">
                  <c:v>1.115825206976553E+18</c:v>
                </c:pt>
                <c:pt idx="21030">
                  <c:v>1.115879423577311E+18</c:v>
                </c:pt>
                <c:pt idx="21031">
                  <c:v>1.1158898567170749E+18</c:v>
                </c:pt>
                <c:pt idx="21032">
                  <c:v>1.115894236993744E+18</c:v>
                </c:pt>
                <c:pt idx="21033">
                  <c:v>1.115918394277956E+18</c:v>
                </c:pt>
                <c:pt idx="21034">
                  <c:v>1.115928241359136E+18</c:v>
                </c:pt>
                <c:pt idx="21035">
                  <c:v>1.1160114143431229E+18</c:v>
                </c:pt>
                <c:pt idx="21036">
                  <c:v>1.116033322517456E+18</c:v>
                </c:pt>
                <c:pt idx="21037">
                  <c:v>1.116047801792558E+18</c:v>
                </c:pt>
                <c:pt idx="21038">
                  <c:v>1.11617932300409E+18</c:v>
                </c:pt>
                <c:pt idx="21039">
                  <c:v>1.1163127917112451E+18</c:v>
                </c:pt>
                <c:pt idx="21040">
                  <c:v>1.116341037444761E+18</c:v>
                </c:pt>
                <c:pt idx="21041">
                  <c:v>1.116345209118162E+18</c:v>
                </c:pt>
                <c:pt idx="21042">
                  <c:v>1.116387919066562E+18</c:v>
                </c:pt>
                <c:pt idx="21043">
                  <c:v>1.116392034693174E+18</c:v>
                </c:pt>
                <c:pt idx="21044">
                  <c:v>1.116398743575311E+18</c:v>
                </c:pt>
                <c:pt idx="21045">
                  <c:v>1.116500111604879E+18</c:v>
                </c:pt>
                <c:pt idx="21046">
                  <c:v>1.116517595526337E+18</c:v>
                </c:pt>
                <c:pt idx="21047">
                  <c:v>1.1165239996627441E+18</c:v>
                </c:pt>
                <c:pt idx="21048">
                  <c:v>1.116544066142422E+18</c:v>
                </c:pt>
                <c:pt idx="21049">
                  <c:v>1.116602901340932E+18</c:v>
                </c:pt>
                <c:pt idx="21050">
                  <c:v>1.116614257303038E+18</c:v>
                </c:pt>
                <c:pt idx="21051">
                  <c:v>1.1166309541750589E+18</c:v>
                </c:pt>
                <c:pt idx="21052">
                  <c:v>1.116638684709452E+18</c:v>
                </c:pt>
                <c:pt idx="21053">
                  <c:v>1.116649546915492E+18</c:v>
                </c:pt>
                <c:pt idx="21054">
                  <c:v>1.11668659246981E+18</c:v>
                </c:pt>
                <c:pt idx="21055">
                  <c:v>1.116959348487605E+18</c:v>
                </c:pt>
                <c:pt idx="21056">
                  <c:v>1.116971204091279E+18</c:v>
                </c:pt>
                <c:pt idx="21057">
                  <c:v>1.116985856911622E+18</c:v>
                </c:pt>
                <c:pt idx="21058">
                  <c:v>1.116987070394885E+18</c:v>
                </c:pt>
                <c:pt idx="21059">
                  <c:v>1.1170178913187E+18</c:v>
                </c:pt>
                <c:pt idx="21060">
                  <c:v>1.1170689721209789E+18</c:v>
                </c:pt>
                <c:pt idx="21061">
                  <c:v>1.117076202307702E+18</c:v>
                </c:pt>
                <c:pt idx="21062">
                  <c:v>1.117081181577044E+18</c:v>
                </c:pt>
                <c:pt idx="21063">
                  <c:v>1.117102402678091E+18</c:v>
                </c:pt>
                <c:pt idx="21064">
                  <c:v>1.1171420515637789E+18</c:v>
                </c:pt>
                <c:pt idx="21065">
                  <c:v>1.11717011597823E+18</c:v>
                </c:pt>
                <c:pt idx="21066">
                  <c:v>1.1171947263798371E+18</c:v>
                </c:pt>
                <c:pt idx="21067">
                  <c:v>1.117197840512753E+18</c:v>
                </c:pt>
                <c:pt idx="21068">
                  <c:v>1.117205275433857E+18</c:v>
                </c:pt>
                <c:pt idx="21069">
                  <c:v>1.117209235847755E+18</c:v>
                </c:pt>
                <c:pt idx="21070">
                  <c:v>1.1172122060209411E+18</c:v>
                </c:pt>
                <c:pt idx="21071">
                  <c:v>1.117263204066337E+18</c:v>
                </c:pt>
                <c:pt idx="21072">
                  <c:v>1.117268554724314E+18</c:v>
                </c:pt>
                <c:pt idx="21073">
                  <c:v>1.117273434939089E+18</c:v>
                </c:pt>
                <c:pt idx="21074">
                  <c:v>1.1172970263351439E+18</c:v>
                </c:pt>
                <c:pt idx="21075">
                  <c:v>1.1173136827376881E+18</c:v>
                </c:pt>
                <c:pt idx="21076">
                  <c:v>1.117319575431646E+18</c:v>
                </c:pt>
                <c:pt idx="21077">
                  <c:v>1.117334000805845E+18</c:v>
                </c:pt>
                <c:pt idx="21078">
                  <c:v>1.117334111385599E+18</c:v>
                </c:pt>
                <c:pt idx="21079">
                  <c:v>1.11733422735811E+18</c:v>
                </c:pt>
                <c:pt idx="21080">
                  <c:v>1.117358975726918E+18</c:v>
                </c:pt>
                <c:pt idx="21081">
                  <c:v>1.117378923261294E+18</c:v>
                </c:pt>
                <c:pt idx="21082">
                  <c:v>1.117397313974006E+18</c:v>
                </c:pt>
                <c:pt idx="21083">
                  <c:v>1.117598213309098E+18</c:v>
                </c:pt>
                <c:pt idx="21084">
                  <c:v>1.117653984040705E+18</c:v>
                </c:pt>
                <c:pt idx="21085">
                  <c:v>1.117706758879983E+18</c:v>
                </c:pt>
                <c:pt idx="21086">
                  <c:v>1.1177393589875069E+18</c:v>
                </c:pt>
                <c:pt idx="21087">
                  <c:v>1.1177412548137521E+18</c:v>
                </c:pt>
                <c:pt idx="21088">
                  <c:v>1.117775110733819E+18</c:v>
                </c:pt>
                <c:pt idx="21089">
                  <c:v>1.1178394739547E+18</c:v>
                </c:pt>
                <c:pt idx="21090">
                  <c:v>1.117858488444054E+18</c:v>
                </c:pt>
                <c:pt idx="21091">
                  <c:v>1.117862047799761E+18</c:v>
                </c:pt>
                <c:pt idx="21092">
                  <c:v>1.117862626715532E+18</c:v>
                </c:pt>
                <c:pt idx="21093">
                  <c:v>1.1178791986853629E+18</c:v>
                </c:pt>
                <c:pt idx="21094">
                  <c:v>1.11788159150474E+18</c:v>
                </c:pt>
                <c:pt idx="21095">
                  <c:v>1.117891804420357E+18</c:v>
                </c:pt>
                <c:pt idx="21096">
                  <c:v>1.11791784033873E+18</c:v>
                </c:pt>
                <c:pt idx="21097">
                  <c:v>1.117921396944465E+18</c:v>
                </c:pt>
                <c:pt idx="21098">
                  <c:v>1.11795993936569E+18</c:v>
                </c:pt>
                <c:pt idx="21099">
                  <c:v>1.117974291636255E+18</c:v>
                </c:pt>
                <c:pt idx="21100">
                  <c:v>1.118035005184354E+18</c:v>
                </c:pt>
                <c:pt idx="21101">
                  <c:v>1.118037334608999E+18</c:v>
                </c:pt>
                <c:pt idx="21102">
                  <c:v>1.1180632783315171E+18</c:v>
                </c:pt>
                <c:pt idx="21103">
                  <c:v>1.118083582422977E+18</c:v>
                </c:pt>
                <c:pt idx="21104">
                  <c:v>1.118096860121188E+18</c:v>
                </c:pt>
                <c:pt idx="21105">
                  <c:v>1.118098267459153E+18</c:v>
                </c:pt>
                <c:pt idx="21106">
                  <c:v>1.118106310143764E+18</c:v>
                </c:pt>
                <c:pt idx="21107">
                  <c:v>1.118134302526788E+18</c:v>
                </c:pt>
                <c:pt idx="21108">
                  <c:v>1.118150802406788E+18</c:v>
                </c:pt>
                <c:pt idx="21109">
                  <c:v>1.118190002178939E+18</c:v>
                </c:pt>
                <c:pt idx="21110">
                  <c:v>1.11819351749168E+18</c:v>
                </c:pt>
                <c:pt idx="21111">
                  <c:v>1.118219192582154E+18</c:v>
                </c:pt>
                <c:pt idx="21112">
                  <c:v>1.118369098186511E+18</c:v>
                </c:pt>
                <c:pt idx="21113">
                  <c:v>1.1184406947076401E+18</c:v>
                </c:pt>
                <c:pt idx="21114">
                  <c:v>1.118503818351703E+18</c:v>
                </c:pt>
                <c:pt idx="21115">
                  <c:v>1.118513168103911E+18</c:v>
                </c:pt>
                <c:pt idx="21116">
                  <c:v>1.118600515990287E+18</c:v>
                </c:pt>
                <c:pt idx="21117">
                  <c:v>1.118622357289019E+18</c:v>
                </c:pt>
                <c:pt idx="21118">
                  <c:v>1.118654311965983E+18</c:v>
                </c:pt>
                <c:pt idx="21119">
                  <c:v>1.118735100508655E+18</c:v>
                </c:pt>
                <c:pt idx="21120">
                  <c:v>1.118742716455633E+18</c:v>
                </c:pt>
                <c:pt idx="21121">
                  <c:v>1.118746215191819E+18</c:v>
                </c:pt>
                <c:pt idx="21122">
                  <c:v>1.118763956231345E+18</c:v>
                </c:pt>
                <c:pt idx="21123">
                  <c:v>1.118765570422804E+18</c:v>
                </c:pt>
                <c:pt idx="21124">
                  <c:v>1.118864717758288E+18</c:v>
                </c:pt>
                <c:pt idx="21125">
                  <c:v>1.119055397003617E+18</c:v>
                </c:pt>
                <c:pt idx="21126">
                  <c:v>1.119120386367762E+18</c:v>
                </c:pt>
                <c:pt idx="21127">
                  <c:v>1.119237226150398E+18</c:v>
                </c:pt>
                <c:pt idx="21128">
                  <c:v>1.119263504914325E+18</c:v>
                </c:pt>
                <c:pt idx="21129">
                  <c:v>1.1193677516037629E+18</c:v>
                </c:pt>
                <c:pt idx="21130">
                  <c:v>1.1193819635765681E+18</c:v>
                </c:pt>
                <c:pt idx="21131">
                  <c:v>1.1194047021504931E+18</c:v>
                </c:pt>
                <c:pt idx="21132">
                  <c:v>1.1194179391692029E+18</c:v>
                </c:pt>
                <c:pt idx="21133">
                  <c:v>1.119457902633093E+18</c:v>
                </c:pt>
                <c:pt idx="21134">
                  <c:v>1.119500652008894E+18</c:v>
                </c:pt>
                <c:pt idx="21135">
                  <c:v>1.11950082398014E+18</c:v>
                </c:pt>
                <c:pt idx="21136">
                  <c:v>1.119507237627282E+18</c:v>
                </c:pt>
                <c:pt idx="21137">
                  <c:v>1.119553764378206E+18</c:v>
                </c:pt>
                <c:pt idx="21138">
                  <c:v>1.119556656438086E+18</c:v>
                </c:pt>
                <c:pt idx="21139">
                  <c:v>1.119568957249506E+18</c:v>
                </c:pt>
                <c:pt idx="21140">
                  <c:v>1.1195864905194371E+18</c:v>
                </c:pt>
                <c:pt idx="21141">
                  <c:v>1.11964116446431E+18</c:v>
                </c:pt>
                <c:pt idx="21142">
                  <c:v>1.119679978746498E+18</c:v>
                </c:pt>
                <c:pt idx="21143">
                  <c:v>1.1196940834184399E+18</c:v>
                </c:pt>
                <c:pt idx="21144">
                  <c:v>1.119696376794768E+18</c:v>
                </c:pt>
                <c:pt idx="21145">
                  <c:v>1.119851401733002E+18</c:v>
                </c:pt>
                <c:pt idx="21146">
                  <c:v>1.119867506276262E+18</c:v>
                </c:pt>
                <c:pt idx="21147">
                  <c:v>1.119926739782209E+18</c:v>
                </c:pt>
                <c:pt idx="21148">
                  <c:v>1.1199353417692451E+18</c:v>
                </c:pt>
                <c:pt idx="21149">
                  <c:v>1.119935795453737E+18</c:v>
                </c:pt>
                <c:pt idx="21150">
                  <c:v>1.119962902431761E+18</c:v>
                </c:pt>
                <c:pt idx="21151">
                  <c:v>1.1199841897213949E+18</c:v>
                </c:pt>
                <c:pt idx="21152">
                  <c:v>1.119996724208684E+18</c:v>
                </c:pt>
                <c:pt idx="21153">
                  <c:v>1.120025197676741E+18</c:v>
                </c:pt>
                <c:pt idx="21154">
                  <c:v>1.120039395894967E+18</c:v>
                </c:pt>
                <c:pt idx="21155">
                  <c:v>1.120071993730928E+18</c:v>
                </c:pt>
                <c:pt idx="21156">
                  <c:v>1.120072166685332E+18</c:v>
                </c:pt>
                <c:pt idx="21157">
                  <c:v>1.1200723313085E+18</c:v>
                </c:pt>
                <c:pt idx="21158">
                  <c:v>1.120072515038382E+18</c:v>
                </c:pt>
                <c:pt idx="21159">
                  <c:v>1.120095716151095E+18</c:v>
                </c:pt>
                <c:pt idx="21160">
                  <c:v>1.120101607532496E+18</c:v>
                </c:pt>
                <c:pt idx="21161">
                  <c:v>1.120112407977679E+18</c:v>
                </c:pt>
                <c:pt idx="21162">
                  <c:v>1.120117287612134E+18</c:v>
                </c:pt>
                <c:pt idx="21163">
                  <c:v>1.1201492426529731E+18</c:v>
                </c:pt>
                <c:pt idx="21164">
                  <c:v>1.120167638837856E+18</c:v>
                </c:pt>
                <c:pt idx="21165">
                  <c:v>1.120244335454538E+18</c:v>
                </c:pt>
                <c:pt idx="21166">
                  <c:v>1.120267572160348E+18</c:v>
                </c:pt>
                <c:pt idx="21167">
                  <c:v>1.120289745680129E+18</c:v>
                </c:pt>
                <c:pt idx="21168">
                  <c:v>1.1202946340688451E+18</c:v>
                </c:pt>
                <c:pt idx="21169">
                  <c:v>1.120302901203327E+18</c:v>
                </c:pt>
                <c:pt idx="21170">
                  <c:v>1.12037872858851E+18</c:v>
                </c:pt>
                <c:pt idx="21171">
                  <c:v>1.120394364868878E+18</c:v>
                </c:pt>
                <c:pt idx="21172">
                  <c:v>1.120619889335744E+18</c:v>
                </c:pt>
                <c:pt idx="21173">
                  <c:v>1.120672664737783E+18</c:v>
                </c:pt>
                <c:pt idx="21174">
                  <c:v>1.120675270725573E+18</c:v>
                </c:pt>
                <c:pt idx="21175">
                  <c:v>1.120688398283585E+18</c:v>
                </c:pt>
                <c:pt idx="21176">
                  <c:v>1.1207247832109361E+18</c:v>
                </c:pt>
                <c:pt idx="21177">
                  <c:v>1.120743167116997E+18</c:v>
                </c:pt>
                <c:pt idx="21178">
                  <c:v>1.120744964230762E+18</c:v>
                </c:pt>
                <c:pt idx="21179">
                  <c:v>1.120750310554629E+18</c:v>
                </c:pt>
                <c:pt idx="21180">
                  <c:v>1.1207699599346371E+18</c:v>
                </c:pt>
                <c:pt idx="21181">
                  <c:v>1.120780898244682E+18</c:v>
                </c:pt>
                <c:pt idx="21182">
                  <c:v>1.120782816758359E+18</c:v>
                </c:pt>
                <c:pt idx="21183">
                  <c:v>1.120898572901569E+18</c:v>
                </c:pt>
                <c:pt idx="21184">
                  <c:v>1.120912179398569E+18</c:v>
                </c:pt>
                <c:pt idx="21185">
                  <c:v>1.1209362119631971E+18</c:v>
                </c:pt>
                <c:pt idx="21186">
                  <c:v>1.120952052735568E+18</c:v>
                </c:pt>
                <c:pt idx="21187">
                  <c:v>1.120955913002377E+18</c:v>
                </c:pt>
                <c:pt idx="21188">
                  <c:v>1.120959482002203E+18</c:v>
                </c:pt>
                <c:pt idx="21189">
                  <c:v>1.121035979785732E+18</c:v>
                </c:pt>
                <c:pt idx="21190">
                  <c:v>1.121091030831776E+18</c:v>
                </c:pt>
                <c:pt idx="21191">
                  <c:v>1.121103470019759E+18</c:v>
                </c:pt>
                <c:pt idx="21192">
                  <c:v>1.121110638306864E+18</c:v>
                </c:pt>
                <c:pt idx="21193">
                  <c:v>1.121115241918117E+18</c:v>
                </c:pt>
                <c:pt idx="21194">
                  <c:v>1.121320979335753E+18</c:v>
                </c:pt>
                <c:pt idx="21195">
                  <c:v>1.121341459112868E+18</c:v>
                </c:pt>
                <c:pt idx="21196">
                  <c:v>1.121345946282726E+18</c:v>
                </c:pt>
                <c:pt idx="21197">
                  <c:v>1.121350299925563E+18</c:v>
                </c:pt>
                <c:pt idx="21198">
                  <c:v>1.121420454484351E+18</c:v>
                </c:pt>
                <c:pt idx="21199">
                  <c:v>1.121423813392626E+18</c:v>
                </c:pt>
                <c:pt idx="21200">
                  <c:v>1.121424251056812E+18</c:v>
                </c:pt>
                <c:pt idx="21201">
                  <c:v>1.1214299318491811E+18</c:v>
                </c:pt>
                <c:pt idx="21202">
                  <c:v>1.121430871270321E+18</c:v>
                </c:pt>
                <c:pt idx="21203">
                  <c:v>1.121434597822966E+18</c:v>
                </c:pt>
                <c:pt idx="21204">
                  <c:v>1.121480915099457E+18</c:v>
                </c:pt>
                <c:pt idx="21205">
                  <c:v>1.121485799773447E+18</c:v>
                </c:pt>
                <c:pt idx="21206">
                  <c:v>1.121485800584348E+18</c:v>
                </c:pt>
                <c:pt idx="21207">
                  <c:v>1.121488434380356E+18</c:v>
                </c:pt>
                <c:pt idx="21208">
                  <c:v>1.121491663083353E+18</c:v>
                </c:pt>
                <c:pt idx="21209">
                  <c:v>1.121498003440658E+18</c:v>
                </c:pt>
                <c:pt idx="21210">
                  <c:v>1.121518172515809E+18</c:v>
                </c:pt>
                <c:pt idx="21211">
                  <c:v>1.121533991583696E+18</c:v>
                </c:pt>
                <c:pt idx="21212">
                  <c:v>1.121540249639426E+18</c:v>
                </c:pt>
                <c:pt idx="21213">
                  <c:v>1.121567888117067E+18</c:v>
                </c:pt>
                <c:pt idx="21214">
                  <c:v>1.121607599606604E+18</c:v>
                </c:pt>
                <c:pt idx="21215">
                  <c:v>1.1216421830322531E+18</c:v>
                </c:pt>
                <c:pt idx="21216">
                  <c:v>1.121654480795605E+18</c:v>
                </c:pt>
                <c:pt idx="21217">
                  <c:v>1.12166912993997E+18</c:v>
                </c:pt>
                <c:pt idx="21218">
                  <c:v>1.121681325959633E+18</c:v>
                </c:pt>
                <c:pt idx="21219">
                  <c:v>1.121684148012314E+18</c:v>
                </c:pt>
                <c:pt idx="21220">
                  <c:v>1.12169958330055E+18</c:v>
                </c:pt>
                <c:pt idx="21221">
                  <c:v>1.12170173811579E+18</c:v>
                </c:pt>
                <c:pt idx="21222">
                  <c:v>1.121717985593211E+18</c:v>
                </c:pt>
                <c:pt idx="21223">
                  <c:v>1.121768578462441E+18</c:v>
                </c:pt>
                <c:pt idx="21224">
                  <c:v>1.121815287288903E+18</c:v>
                </c:pt>
                <c:pt idx="21225">
                  <c:v>1.121815570818422E+18</c:v>
                </c:pt>
                <c:pt idx="21226">
                  <c:v>1.122022909044219E+18</c:v>
                </c:pt>
                <c:pt idx="21227">
                  <c:v>1.122035818343577E+18</c:v>
                </c:pt>
                <c:pt idx="21228">
                  <c:v>1.1220362093092E+18</c:v>
                </c:pt>
                <c:pt idx="21229">
                  <c:v>1.122065015183449E+18</c:v>
                </c:pt>
                <c:pt idx="21230">
                  <c:v>1.122066738537657E+18</c:v>
                </c:pt>
                <c:pt idx="21231">
                  <c:v>1.122078791878628E+18</c:v>
                </c:pt>
                <c:pt idx="21232">
                  <c:v>1.1220871637865789E+18</c:v>
                </c:pt>
                <c:pt idx="21233">
                  <c:v>1.122097238654327E+18</c:v>
                </c:pt>
                <c:pt idx="21234">
                  <c:v>1.122097267129754E+18</c:v>
                </c:pt>
                <c:pt idx="21235">
                  <c:v>1.12210237696968E+18</c:v>
                </c:pt>
                <c:pt idx="21236">
                  <c:v>1.122110014274533E+18</c:v>
                </c:pt>
                <c:pt idx="21237">
                  <c:v>1.122114220607115E+18</c:v>
                </c:pt>
                <c:pt idx="21238">
                  <c:v>1.12211877226311E+18</c:v>
                </c:pt>
                <c:pt idx="21239">
                  <c:v>1.1221197957524451E+18</c:v>
                </c:pt>
                <c:pt idx="21240">
                  <c:v>1.122128112744489E+18</c:v>
                </c:pt>
                <c:pt idx="21241">
                  <c:v>1.122137104415313E+18</c:v>
                </c:pt>
                <c:pt idx="21242">
                  <c:v>1.1221893078710749E+18</c:v>
                </c:pt>
                <c:pt idx="21243">
                  <c:v>1.122253170879329E+18</c:v>
                </c:pt>
                <c:pt idx="21244">
                  <c:v>1.122259443832038E+18</c:v>
                </c:pt>
                <c:pt idx="21245">
                  <c:v>1.122273537071583E+18</c:v>
                </c:pt>
                <c:pt idx="21246">
                  <c:v>1.122291926093109E+18</c:v>
                </c:pt>
                <c:pt idx="21247">
                  <c:v>1.1222927665867491E+18</c:v>
                </c:pt>
                <c:pt idx="21248">
                  <c:v>1.122295259890351E+18</c:v>
                </c:pt>
                <c:pt idx="21249">
                  <c:v>1.122295747357657E+18</c:v>
                </c:pt>
                <c:pt idx="21250">
                  <c:v>1.122325893033726E+18</c:v>
                </c:pt>
                <c:pt idx="21251">
                  <c:v>1.12233478509743E+18</c:v>
                </c:pt>
                <c:pt idx="21252">
                  <c:v>1.122348302146308E+18</c:v>
                </c:pt>
                <c:pt idx="21253">
                  <c:v>1.122351447209556E+18</c:v>
                </c:pt>
                <c:pt idx="21254">
                  <c:v>1.122352047834635E+18</c:v>
                </c:pt>
                <c:pt idx="21255">
                  <c:v>1.122353015850315E+18</c:v>
                </c:pt>
                <c:pt idx="21256">
                  <c:v>1.122356625006326E+18</c:v>
                </c:pt>
                <c:pt idx="21257">
                  <c:v>1.122357563893052E+18</c:v>
                </c:pt>
                <c:pt idx="21258">
                  <c:v>1.122358170008511E+18</c:v>
                </c:pt>
                <c:pt idx="21259">
                  <c:v>1.122361325349855E+18</c:v>
                </c:pt>
                <c:pt idx="21260">
                  <c:v>1.122364716922375E+18</c:v>
                </c:pt>
                <c:pt idx="21261">
                  <c:v>1.122397636407046E+18</c:v>
                </c:pt>
                <c:pt idx="21262">
                  <c:v>1.122455916002193E+18</c:v>
                </c:pt>
                <c:pt idx="21263">
                  <c:v>1.122541757530454E+18</c:v>
                </c:pt>
                <c:pt idx="21264">
                  <c:v>1.122697545923521E+18</c:v>
                </c:pt>
                <c:pt idx="21265">
                  <c:v>1.122708810883483E+18</c:v>
                </c:pt>
                <c:pt idx="21266">
                  <c:v>1.1227668075200669E+18</c:v>
                </c:pt>
                <c:pt idx="21267">
                  <c:v>1.122779906380342E+18</c:v>
                </c:pt>
                <c:pt idx="21268">
                  <c:v>1.122791941225159E+18</c:v>
                </c:pt>
                <c:pt idx="21269">
                  <c:v>1.122819205758545E+18</c:v>
                </c:pt>
                <c:pt idx="21270">
                  <c:v>1.122878553620812E+18</c:v>
                </c:pt>
                <c:pt idx="21271">
                  <c:v>1.1228807885531869E+18</c:v>
                </c:pt>
                <c:pt idx="21272">
                  <c:v>1.1228933657805251E+18</c:v>
                </c:pt>
                <c:pt idx="21273">
                  <c:v>1.122910007930702E+18</c:v>
                </c:pt>
                <c:pt idx="21274">
                  <c:v>1.122912762811644E+18</c:v>
                </c:pt>
                <c:pt idx="21275">
                  <c:v>1.122994576324135E+18</c:v>
                </c:pt>
                <c:pt idx="21276">
                  <c:v>1.1230071005313571E+18</c:v>
                </c:pt>
                <c:pt idx="21277">
                  <c:v>1.123012409582559E+18</c:v>
                </c:pt>
                <c:pt idx="21278">
                  <c:v>1.123034844300177E+18</c:v>
                </c:pt>
                <c:pt idx="21279">
                  <c:v>1.123043724292871E+18</c:v>
                </c:pt>
                <c:pt idx="21280">
                  <c:v>1.123104961948634E+18</c:v>
                </c:pt>
                <c:pt idx="21281">
                  <c:v>1.12311131389905E+18</c:v>
                </c:pt>
                <c:pt idx="21282">
                  <c:v>1.1231154951904669E+18</c:v>
                </c:pt>
                <c:pt idx="21283">
                  <c:v>1.1231156749611279E+18</c:v>
                </c:pt>
                <c:pt idx="21284">
                  <c:v>1.123122698271979E+18</c:v>
                </c:pt>
                <c:pt idx="21285">
                  <c:v>1.123130034922484E+18</c:v>
                </c:pt>
                <c:pt idx="21286">
                  <c:v>1.123173515557198E+18</c:v>
                </c:pt>
                <c:pt idx="21287">
                  <c:v>1.1232035611667171E+18</c:v>
                </c:pt>
                <c:pt idx="21288">
                  <c:v>1.123220271173483E+18</c:v>
                </c:pt>
                <c:pt idx="21289">
                  <c:v>1.123425787525348E+18</c:v>
                </c:pt>
                <c:pt idx="21290">
                  <c:v>1.1234516749572131E+18</c:v>
                </c:pt>
                <c:pt idx="21291">
                  <c:v>1.123547091934976E+18</c:v>
                </c:pt>
                <c:pt idx="21292">
                  <c:v>1.123605547174362E+18</c:v>
                </c:pt>
                <c:pt idx="21293">
                  <c:v>1.123624881661145E+18</c:v>
                </c:pt>
                <c:pt idx="21294">
                  <c:v>1.123625360230553E+18</c:v>
                </c:pt>
                <c:pt idx="21295">
                  <c:v>1.123674727317877E+18</c:v>
                </c:pt>
                <c:pt idx="21296">
                  <c:v>1.1236772752998961E+18</c:v>
                </c:pt>
                <c:pt idx="21297">
                  <c:v>1.123688317495969E+18</c:v>
                </c:pt>
                <c:pt idx="21298">
                  <c:v>1.123704503467586E+18</c:v>
                </c:pt>
                <c:pt idx="21299">
                  <c:v>1.123715915224281E+18</c:v>
                </c:pt>
                <c:pt idx="21300">
                  <c:v>1.123813400182278E+18</c:v>
                </c:pt>
                <c:pt idx="21301">
                  <c:v>1.123830183874498E+18</c:v>
                </c:pt>
                <c:pt idx="21302">
                  <c:v>1.1238531341331811E+18</c:v>
                </c:pt>
                <c:pt idx="21303">
                  <c:v>1.123853708324784E+18</c:v>
                </c:pt>
                <c:pt idx="21304">
                  <c:v>1.1238640449525949E+18</c:v>
                </c:pt>
                <c:pt idx="21305">
                  <c:v>1.123914390497237E+18</c:v>
                </c:pt>
                <c:pt idx="21306">
                  <c:v>1.1239502773095971E+18</c:v>
                </c:pt>
                <c:pt idx="21307">
                  <c:v>1.124099283506711E+18</c:v>
                </c:pt>
                <c:pt idx="21308">
                  <c:v>1.124142661432153E+18</c:v>
                </c:pt>
                <c:pt idx="21309">
                  <c:v>1.124144099201911E+18</c:v>
                </c:pt>
                <c:pt idx="21310">
                  <c:v>1.124173862534434E+18</c:v>
                </c:pt>
                <c:pt idx="21311">
                  <c:v>1.124194343626279E+18</c:v>
                </c:pt>
                <c:pt idx="21312">
                  <c:v>1.124213009958114E+18</c:v>
                </c:pt>
                <c:pt idx="21313">
                  <c:v>1.124213403989382E+18</c:v>
                </c:pt>
                <c:pt idx="21314">
                  <c:v>1.124215236505262E+18</c:v>
                </c:pt>
                <c:pt idx="21315">
                  <c:v>1.124216165010197E+18</c:v>
                </c:pt>
                <c:pt idx="21316">
                  <c:v>1.124217556147627E+18</c:v>
                </c:pt>
                <c:pt idx="21317">
                  <c:v>1.124225490841994E+18</c:v>
                </c:pt>
                <c:pt idx="21318">
                  <c:v>1.124227609108448E+18</c:v>
                </c:pt>
                <c:pt idx="21319">
                  <c:v>1.124228212834255E+18</c:v>
                </c:pt>
                <c:pt idx="21320">
                  <c:v>1.124228823750774E+18</c:v>
                </c:pt>
                <c:pt idx="21321">
                  <c:v>1.124232529926667E+18</c:v>
                </c:pt>
                <c:pt idx="21322">
                  <c:v>1.124239775203433E+18</c:v>
                </c:pt>
                <c:pt idx="21323">
                  <c:v>1.124242889258817E+18</c:v>
                </c:pt>
                <c:pt idx="21324">
                  <c:v>1.124245293382852E+18</c:v>
                </c:pt>
                <c:pt idx="21325">
                  <c:v>1.124269169742401E+18</c:v>
                </c:pt>
                <c:pt idx="21326">
                  <c:v>1.1242823326307121E+18</c:v>
                </c:pt>
                <c:pt idx="21327">
                  <c:v>1.124288959292626E+18</c:v>
                </c:pt>
                <c:pt idx="21328">
                  <c:v>1.1243146493725839E+18</c:v>
                </c:pt>
                <c:pt idx="21329">
                  <c:v>1.1243379560766799E+18</c:v>
                </c:pt>
                <c:pt idx="21330">
                  <c:v>1.124364114922443E+18</c:v>
                </c:pt>
                <c:pt idx="21331">
                  <c:v>1.124394346823211E+18</c:v>
                </c:pt>
                <c:pt idx="21332">
                  <c:v>1.1244085103225789E+18</c:v>
                </c:pt>
                <c:pt idx="21333">
                  <c:v>1.12441837977845E+18</c:v>
                </c:pt>
                <c:pt idx="21334">
                  <c:v>1.124423032132489E+18</c:v>
                </c:pt>
                <c:pt idx="21335">
                  <c:v>1.124430996419089E+18</c:v>
                </c:pt>
                <c:pt idx="21336">
                  <c:v>1.124443728504987E+18</c:v>
                </c:pt>
                <c:pt idx="21337">
                  <c:v>1.1244470315396509E+18</c:v>
                </c:pt>
                <c:pt idx="21338">
                  <c:v>1.124452113279589E+18</c:v>
                </c:pt>
                <c:pt idx="21339">
                  <c:v>1.1244587844453519E+18</c:v>
                </c:pt>
                <c:pt idx="21340">
                  <c:v>1.124468021553086E+18</c:v>
                </c:pt>
                <c:pt idx="21341">
                  <c:v>1.124502021344418E+18</c:v>
                </c:pt>
                <c:pt idx="21342">
                  <c:v>1.124518884664914E+18</c:v>
                </c:pt>
                <c:pt idx="21343">
                  <c:v>1.1245246667361789E+18</c:v>
                </c:pt>
                <c:pt idx="21344">
                  <c:v>1.124528792002335E+18</c:v>
                </c:pt>
                <c:pt idx="21345">
                  <c:v>1.124537070182087E+18</c:v>
                </c:pt>
                <c:pt idx="21346">
                  <c:v>1.124542333182046E+18</c:v>
                </c:pt>
                <c:pt idx="21347">
                  <c:v>1.1245697971073039E+18</c:v>
                </c:pt>
                <c:pt idx="21348">
                  <c:v>1.124589695396974E+18</c:v>
                </c:pt>
                <c:pt idx="21349">
                  <c:v>1.1246074032744829E+18</c:v>
                </c:pt>
                <c:pt idx="21350">
                  <c:v>1.124621796670535E+18</c:v>
                </c:pt>
                <c:pt idx="21351">
                  <c:v>1.124641244708889E+18</c:v>
                </c:pt>
                <c:pt idx="21352">
                  <c:v>1.124670222254021E+18</c:v>
                </c:pt>
                <c:pt idx="21353">
                  <c:v>1.124932280540242E+18</c:v>
                </c:pt>
                <c:pt idx="21354">
                  <c:v>1.125032988054833E+18</c:v>
                </c:pt>
                <c:pt idx="21355">
                  <c:v>1.125054676764353E+18</c:v>
                </c:pt>
                <c:pt idx="21356">
                  <c:v>1.125104552888953E+18</c:v>
                </c:pt>
                <c:pt idx="21357">
                  <c:v>1.125126387893809E+18</c:v>
                </c:pt>
                <c:pt idx="21358">
                  <c:v>1.1251381785679549E+18</c:v>
                </c:pt>
                <c:pt idx="21359">
                  <c:v>1.125144882578804E+18</c:v>
                </c:pt>
                <c:pt idx="21360">
                  <c:v>1.125144981544746E+18</c:v>
                </c:pt>
                <c:pt idx="21361">
                  <c:v>1.125166531158331E+18</c:v>
                </c:pt>
                <c:pt idx="21362">
                  <c:v>1.125191420142922E+18</c:v>
                </c:pt>
                <c:pt idx="21363">
                  <c:v>1.1252030246311281E+18</c:v>
                </c:pt>
                <c:pt idx="21364">
                  <c:v>1.125271834533646E+18</c:v>
                </c:pt>
                <c:pt idx="21365">
                  <c:v>1.1252947562206851E+18</c:v>
                </c:pt>
                <c:pt idx="21366">
                  <c:v>1.125349800905529E+18</c:v>
                </c:pt>
                <c:pt idx="21367">
                  <c:v>1.125424340501817E+18</c:v>
                </c:pt>
                <c:pt idx="21368">
                  <c:v>1.125433717659204E+18</c:v>
                </c:pt>
                <c:pt idx="21369">
                  <c:v>1.1255109368579069E+18</c:v>
                </c:pt>
                <c:pt idx="21370">
                  <c:v>1.12560470171993E+18</c:v>
                </c:pt>
                <c:pt idx="21371">
                  <c:v>1.125620018171254E+18</c:v>
                </c:pt>
                <c:pt idx="21372">
                  <c:v>1.1256248182470531E+18</c:v>
                </c:pt>
                <c:pt idx="21373">
                  <c:v>1.125682065698347E+18</c:v>
                </c:pt>
                <c:pt idx="21374">
                  <c:v>1.125702211952132E+18</c:v>
                </c:pt>
                <c:pt idx="21375">
                  <c:v>1.125747370389578E+18</c:v>
                </c:pt>
                <c:pt idx="21376">
                  <c:v>1.125752156730929E+18</c:v>
                </c:pt>
                <c:pt idx="21377">
                  <c:v>1.125754576808468E+18</c:v>
                </c:pt>
                <c:pt idx="21378">
                  <c:v>1.125756467862944E+18</c:v>
                </c:pt>
                <c:pt idx="21379">
                  <c:v>1.1257582316043441E+18</c:v>
                </c:pt>
                <c:pt idx="21380">
                  <c:v>1.125809770415863E+18</c:v>
                </c:pt>
                <c:pt idx="21381">
                  <c:v>1.125811685680656E+18</c:v>
                </c:pt>
                <c:pt idx="21382">
                  <c:v>1.1258389080597199E+18</c:v>
                </c:pt>
                <c:pt idx="21383">
                  <c:v>1.125849855120854E+18</c:v>
                </c:pt>
                <c:pt idx="21384">
                  <c:v>1.125851482881503E+18</c:v>
                </c:pt>
                <c:pt idx="21385">
                  <c:v>1.125851900097787E+18</c:v>
                </c:pt>
                <c:pt idx="21386">
                  <c:v>1.12585299863584E+18</c:v>
                </c:pt>
                <c:pt idx="21387">
                  <c:v>1.125866027450964E+18</c:v>
                </c:pt>
                <c:pt idx="21388">
                  <c:v>1.125869747418539E+18</c:v>
                </c:pt>
                <c:pt idx="21389">
                  <c:v>1.1258970923928291E+18</c:v>
                </c:pt>
                <c:pt idx="21390">
                  <c:v>1.125913744559007E+18</c:v>
                </c:pt>
                <c:pt idx="21391">
                  <c:v>1.1259154705307E+18</c:v>
                </c:pt>
                <c:pt idx="21392">
                  <c:v>1.1259218008080349E+18</c:v>
                </c:pt>
                <c:pt idx="21393">
                  <c:v>1.125935112117462E+18</c:v>
                </c:pt>
                <c:pt idx="21394">
                  <c:v>1.1259430129260131E+18</c:v>
                </c:pt>
                <c:pt idx="21395">
                  <c:v>1.125944583333995E+18</c:v>
                </c:pt>
                <c:pt idx="21396">
                  <c:v>1.12595106152105E+18</c:v>
                </c:pt>
                <c:pt idx="21397">
                  <c:v>1.12597090675747E+18</c:v>
                </c:pt>
                <c:pt idx="21398">
                  <c:v>1.1259709471785359E+18</c:v>
                </c:pt>
                <c:pt idx="21399">
                  <c:v>1.126025261014094E+18</c:v>
                </c:pt>
                <c:pt idx="21400">
                  <c:v>1.126035841266128E+18</c:v>
                </c:pt>
                <c:pt idx="21401">
                  <c:v>1.126055209503364E+18</c:v>
                </c:pt>
                <c:pt idx="21402">
                  <c:v>1.126067526865598E+18</c:v>
                </c:pt>
                <c:pt idx="21403">
                  <c:v>1.12611841751071E+18</c:v>
                </c:pt>
                <c:pt idx="21404">
                  <c:v>1.1261538705089571E+18</c:v>
                </c:pt>
                <c:pt idx="21405">
                  <c:v>1.1261720799630479E+18</c:v>
                </c:pt>
                <c:pt idx="21406">
                  <c:v>1.126381181370127E+18</c:v>
                </c:pt>
                <c:pt idx="21407">
                  <c:v>1.126450701931964E+18</c:v>
                </c:pt>
                <c:pt idx="21408">
                  <c:v>1.126455678150838E+18</c:v>
                </c:pt>
                <c:pt idx="21409">
                  <c:v>1.126526220391903E+18</c:v>
                </c:pt>
                <c:pt idx="21410">
                  <c:v>1.126533219736901E+18</c:v>
                </c:pt>
                <c:pt idx="21411">
                  <c:v>1.1266052435128931E+18</c:v>
                </c:pt>
                <c:pt idx="21412">
                  <c:v>1.12660891849801E+18</c:v>
                </c:pt>
                <c:pt idx="21413">
                  <c:v>1.126615607317707E+18</c:v>
                </c:pt>
                <c:pt idx="21414">
                  <c:v>1.12662030362474E+18</c:v>
                </c:pt>
                <c:pt idx="21415">
                  <c:v>1.126624293144464E+18</c:v>
                </c:pt>
                <c:pt idx="21416">
                  <c:v>1.126647112746522E+18</c:v>
                </c:pt>
                <c:pt idx="21417">
                  <c:v>1.1266715765137629E+18</c:v>
                </c:pt>
                <c:pt idx="21418">
                  <c:v>1.1267605571358851E+18</c:v>
                </c:pt>
                <c:pt idx="21419">
                  <c:v>1.126803302682702E+18</c:v>
                </c:pt>
                <c:pt idx="21420">
                  <c:v>1.1268045659307331E+18</c:v>
                </c:pt>
                <c:pt idx="21421">
                  <c:v>1.126872911421226E+18</c:v>
                </c:pt>
                <c:pt idx="21422">
                  <c:v>1.127106817274396E+18</c:v>
                </c:pt>
                <c:pt idx="21423">
                  <c:v>1.127111582148859E+18</c:v>
                </c:pt>
                <c:pt idx="21424">
                  <c:v>1.127135208668628E+18</c:v>
                </c:pt>
                <c:pt idx="21425">
                  <c:v>1.1271380405638109E+18</c:v>
                </c:pt>
                <c:pt idx="21426">
                  <c:v>1.127147656356806E+18</c:v>
                </c:pt>
                <c:pt idx="21427">
                  <c:v>1.1271594397604829E+18</c:v>
                </c:pt>
                <c:pt idx="21428">
                  <c:v>1.127201832533648E+18</c:v>
                </c:pt>
                <c:pt idx="21429">
                  <c:v>1.12729817826026E+18</c:v>
                </c:pt>
                <c:pt idx="21430">
                  <c:v>1.1273390656200079E+18</c:v>
                </c:pt>
                <c:pt idx="21431">
                  <c:v>1.127365462404428E+18</c:v>
                </c:pt>
                <c:pt idx="21432">
                  <c:v>1.127382963173313E+18</c:v>
                </c:pt>
                <c:pt idx="21433">
                  <c:v>1.1274162664935549E+18</c:v>
                </c:pt>
                <c:pt idx="21434">
                  <c:v>1.1274185767535119E+18</c:v>
                </c:pt>
                <c:pt idx="21435">
                  <c:v>1.127420334701302E+18</c:v>
                </c:pt>
                <c:pt idx="21436">
                  <c:v>1.127445677686474E+18</c:v>
                </c:pt>
                <c:pt idx="21437">
                  <c:v>1.127450584676287E+18</c:v>
                </c:pt>
                <c:pt idx="21438">
                  <c:v>1.127462937622066E+18</c:v>
                </c:pt>
                <c:pt idx="21439">
                  <c:v>1.127468256652816E+18</c:v>
                </c:pt>
                <c:pt idx="21440">
                  <c:v>1.127470107650113E+18</c:v>
                </c:pt>
                <c:pt idx="21441">
                  <c:v>1.127489251234828E+18</c:v>
                </c:pt>
                <c:pt idx="21442">
                  <c:v>1.127541299492423E+18</c:v>
                </c:pt>
                <c:pt idx="21443">
                  <c:v>1.127556247533426E+18</c:v>
                </c:pt>
                <c:pt idx="21444">
                  <c:v>1.1275719541627441E+18</c:v>
                </c:pt>
                <c:pt idx="21445">
                  <c:v>1.127574151177716E+18</c:v>
                </c:pt>
                <c:pt idx="21446">
                  <c:v>1.127595664383654E+18</c:v>
                </c:pt>
                <c:pt idx="21447">
                  <c:v>1.1276013812465679E+18</c:v>
                </c:pt>
                <c:pt idx="21448">
                  <c:v>1.127602277512996E+18</c:v>
                </c:pt>
                <c:pt idx="21449">
                  <c:v>1.127770304304876E+18</c:v>
                </c:pt>
                <c:pt idx="21450">
                  <c:v>1.127820081234073E+18</c:v>
                </c:pt>
                <c:pt idx="21451">
                  <c:v>1.1278622865150799E+18</c:v>
                </c:pt>
                <c:pt idx="21452">
                  <c:v>1.12787182435786E+18</c:v>
                </c:pt>
                <c:pt idx="21453">
                  <c:v>1.127874223897314E+18</c:v>
                </c:pt>
                <c:pt idx="21454">
                  <c:v>1.127881248579842E+18</c:v>
                </c:pt>
                <c:pt idx="21455">
                  <c:v>1.127883899276754E+18</c:v>
                </c:pt>
                <c:pt idx="21456">
                  <c:v>1.127894572806844E+18</c:v>
                </c:pt>
                <c:pt idx="21457">
                  <c:v>1.127908001012914E+18</c:v>
                </c:pt>
                <c:pt idx="21458">
                  <c:v>1.1279156803626161E+18</c:v>
                </c:pt>
                <c:pt idx="21459">
                  <c:v>1.127934184999573E+18</c:v>
                </c:pt>
                <c:pt idx="21460">
                  <c:v>1.127938174345493E+18</c:v>
                </c:pt>
                <c:pt idx="21461">
                  <c:v>1.127984485896117E+18</c:v>
                </c:pt>
                <c:pt idx="21462">
                  <c:v>1.127993682474294E+18</c:v>
                </c:pt>
                <c:pt idx="21463">
                  <c:v>1.127997105518727E+18</c:v>
                </c:pt>
                <c:pt idx="21464">
                  <c:v>1.127999833322278E+18</c:v>
                </c:pt>
                <c:pt idx="21465">
                  <c:v>1.128019009718038E+18</c:v>
                </c:pt>
                <c:pt idx="21466">
                  <c:v>1.128038830050747E+18</c:v>
                </c:pt>
                <c:pt idx="21467">
                  <c:v>1.128055288471953E+18</c:v>
                </c:pt>
                <c:pt idx="21468">
                  <c:v>1.128072355437071E+18</c:v>
                </c:pt>
                <c:pt idx="21469">
                  <c:v>1.1280913642233731E+18</c:v>
                </c:pt>
                <c:pt idx="21470">
                  <c:v>1.128115911125313E+18</c:v>
                </c:pt>
                <c:pt idx="21471">
                  <c:v>1.1281212267311601E+18</c:v>
                </c:pt>
                <c:pt idx="21472">
                  <c:v>1.128124999215621E+18</c:v>
                </c:pt>
                <c:pt idx="21473">
                  <c:v>1.128126436502197E+18</c:v>
                </c:pt>
                <c:pt idx="21474">
                  <c:v>1.128136239860985E+18</c:v>
                </c:pt>
                <c:pt idx="21475">
                  <c:v>1.128150910202618E+18</c:v>
                </c:pt>
                <c:pt idx="21476">
                  <c:v>1.128158185399802E+18</c:v>
                </c:pt>
                <c:pt idx="21477">
                  <c:v>1.128160394730593E+18</c:v>
                </c:pt>
                <c:pt idx="21478">
                  <c:v>1.128161322826444E+18</c:v>
                </c:pt>
                <c:pt idx="21479">
                  <c:v>1.128166875372383E+18</c:v>
                </c:pt>
                <c:pt idx="21480">
                  <c:v>1.128170269958116E+18</c:v>
                </c:pt>
                <c:pt idx="21481">
                  <c:v>1.1281731248423331E+18</c:v>
                </c:pt>
                <c:pt idx="21482">
                  <c:v>1.128173817560782E+18</c:v>
                </c:pt>
                <c:pt idx="21483">
                  <c:v>1.1281763811158589E+18</c:v>
                </c:pt>
                <c:pt idx="21484">
                  <c:v>1.128179113523279E+18</c:v>
                </c:pt>
                <c:pt idx="21485">
                  <c:v>1.12820374202026E+18</c:v>
                </c:pt>
                <c:pt idx="21486">
                  <c:v>1.128226902181335E+18</c:v>
                </c:pt>
                <c:pt idx="21487">
                  <c:v>1.128263632623212E+18</c:v>
                </c:pt>
                <c:pt idx="21488">
                  <c:v>1.1282795355131389E+18</c:v>
                </c:pt>
                <c:pt idx="21489">
                  <c:v>1.12829798144848E+18</c:v>
                </c:pt>
                <c:pt idx="21490">
                  <c:v>1.128600022922383E+18</c:v>
                </c:pt>
                <c:pt idx="21491">
                  <c:v>1.128648510739729E+18</c:v>
                </c:pt>
                <c:pt idx="21492">
                  <c:v>1.1286676765476879E+18</c:v>
                </c:pt>
                <c:pt idx="21493">
                  <c:v>1.12868026185445E+18</c:v>
                </c:pt>
                <c:pt idx="21494">
                  <c:v>1.128687892880236E+18</c:v>
                </c:pt>
                <c:pt idx="21495">
                  <c:v>1.128790657418666E+18</c:v>
                </c:pt>
                <c:pt idx="21496">
                  <c:v>1.12882395355941E+18</c:v>
                </c:pt>
                <c:pt idx="21497">
                  <c:v>1.128871623604623E+18</c:v>
                </c:pt>
                <c:pt idx="21498">
                  <c:v>1.12890978185184E+18</c:v>
                </c:pt>
                <c:pt idx="21499">
                  <c:v>1.128909855518257E+18</c:v>
                </c:pt>
                <c:pt idx="21500">
                  <c:v>1.12892371322942E+18</c:v>
                </c:pt>
                <c:pt idx="21501">
                  <c:v>1.1289243384357839E+18</c:v>
                </c:pt>
                <c:pt idx="21502">
                  <c:v>1.128935215570476E+18</c:v>
                </c:pt>
                <c:pt idx="21503">
                  <c:v>1.128967723593786E+18</c:v>
                </c:pt>
                <c:pt idx="21504">
                  <c:v>1.128968225774492E+18</c:v>
                </c:pt>
                <c:pt idx="21505">
                  <c:v>1.128969837291154E+18</c:v>
                </c:pt>
                <c:pt idx="21506">
                  <c:v>1.12897183946047E+18</c:v>
                </c:pt>
                <c:pt idx="21507">
                  <c:v>1.128984096216546E+18</c:v>
                </c:pt>
                <c:pt idx="21508">
                  <c:v>1.129090577066528E+18</c:v>
                </c:pt>
                <c:pt idx="21509">
                  <c:v>1.1290928495421949E+18</c:v>
                </c:pt>
                <c:pt idx="21510">
                  <c:v>1.129233473703179E+18</c:v>
                </c:pt>
                <c:pt idx="21511">
                  <c:v>1.129236956839724E+18</c:v>
                </c:pt>
                <c:pt idx="21512">
                  <c:v>1.129403797721065E+18</c:v>
                </c:pt>
                <c:pt idx="21513">
                  <c:v>1.129405283692255E+18</c:v>
                </c:pt>
                <c:pt idx="21514">
                  <c:v>1.129428882167266E+18</c:v>
                </c:pt>
                <c:pt idx="21515">
                  <c:v>1.12949878413779E+18</c:v>
                </c:pt>
                <c:pt idx="21516">
                  <c:v>1.129507809152958E+18</c:v>
                </c:pt>
                <c:pt idx="21517">
                  <c:v>1.129537541517717E+18</c:v>
                </c:pt>
                <c:pt idx="21518">
                  <c:v>1.129559292579099E+18</c:v>
                </c:pt>
                <c:pt idx="21519">
                  <c:v>1.129594928987318E+18</c:v>
                </c:pt>
                <c:pt idx="21520">
                  <c:v>1.1296496299799011E+18</c:v>
                </c:pt>
                <c:pt idx="21521">
                  <c:v>1.129685413443854E+18</c:v>
                </c:pt>
                <c:pt idx="21522">
                  <c:v>1.129709924899092E+18</c:v>
                </c:pt>
                <c:pt idx="21523">
                  <c:v>1.129719426209476E+18</c:v>
                </c:pt>
                <c:pt idx="21524">
                  <c:v>1.12972017575509E+18</c:v>
                </c:pt>
                <c:pt idx="21525">
                  <c:v>1.1297288579850851E+18</c:v>
                </c:pt>
                <c:pt idx="21526">
                  <c:v>1.12978784526658E+18</c:v>
                </c:pt>
                <c:pt idx="21527">
                  <c:v>1.129798334517489E+18</c:v>
                </c:pt>
                <c:pt idx="21528">
                  <c:v>1.129806151538284E+18</c:v>
                </c:pt>
                <c:pt idx="21529">
                  <c:v>1.129810736160535E+18</c:v>
                </c:pt>
                <c:pt idx="21530">
                  <c:v>1.129830561196887E+18</c:v>
                </c:pt>
                <c:pt idx="21531">
                  <c:v>1.129861831879418E+18</c:v>
                </c:pt>
                <c:pt idx="21532">
                  <c:v>1.130018942486466E+18</c:v>
                </c:pt>
                <c:pt idx="21533">
                  <c:v>1.1300506485733E+18</c:v>
                </c:pt>
                <c:pt idx="21534">
                  <c:v>1.130058759889024E+18</c:v>
                </c:pt>
                <c:pt idx="21535">
                  <c:v>1.130063734171993E+18</c:v>
                </c:pt>
                <c:pt idx="21536">
                  <c:v>1.1300995093648029E+18</c:v>
                </c:pt>
                <c:pt idx="21537">
                  <c:v>1.130121662917227E+18</c:v>
                </c:pt>
                <c:pt idx="21538">
                  <c:v>1.130129970212644E+18</c:v>
                </c:pt>
                <c:pt idx="21539">
                  <c:v>1.130163763454812E+18</c:v>
                </c:pt>
                <c:pt idx="21540">
                  <c:v>1.130167508018666E+18</c:v>
                </c:pt>
                <c:pt idx="21541">
                  <c:v>1.130174327862634E+18</c:v>
                </c:pt>
                <c:pt idx="21542">
                  <c:v>1.130178822406319E+18</c:v>
                </c:pt>
                <c:pt idx="21543">
                  <c:v>1.1301816455728241E+18</c:v>
                </c:pt>
                <c:pt idx="21544">
                  <c:v>1.130182789053919E+18</c:v>
                </c:pt>
                <c:pt idx="21545">
                  <c:v>1.130183666000805E+18</c:v>
                </c:pt>
                <c:pt idx="21546">
                  <c:v>1.1301960103124291E+18</c:v>
                </c:pt>
                <c:pt idx="21547">
                  <c:v>1.130212320449946E+18</c:v>
                </c:pt>
                <c:pt idx="21548">
                  <c:v>1.130233407751319E+18</c:v>
                </c:pt>
                <c:pt idx="21549">
                  <c:v>1.130241570804167E+18</c:v>
                </c:pt>
                <c:pt idx="21550">
                  <c:v>1.130246539118139E+18</c:v>
                </c:pt>
                <c:pt idx="21551">
                  <c:v>1.130247738166176E+18</c:v>
                </c:pt>
                <c:pt idx="21552">
                  <c:v>1.1302568308784829E+18</c:v>
                </c:pt>
                <c:pt idx="21553">
                  <c:v>1.130259713084763E+18</c:v>
                </c:pt>
                <c:pt idx="21554">
                  <c:v>1.130260340376532E+18</c:v>
                </c:pt>
                <c:pt idx="21555">
                  <c:v>1.130262643923614E+18</c:v>
                </c:pt>
                <c:pt idx="21556">
                  <c:v>1.130424552351002E+18</c:v>
                </c:pt>
                <c:pt idx="21557">
                  <c:v>1.1304770214994161E+18</c:v>
                </c:pt>
                <c:pt idx="21558">
                  <c:v>1.130481389449865E+18</c:v>
                </c:pt>
                <c:pt idx="21559">
                  <c:v>1.130531774959015E+18</c:v>
                </c:pt>
                <c:pt idx="21560">
                  <c:v>1.1307218707359229E+18</c:v>
                </c:pt>
                <c:pt idx="21561">
                  <c:v>1.130731875983596E+18</c:v>
                </c:pt>
                <c:pt idx="21562">
                  <c:v>1.130785945572665E+18</c:v>
                </c:pt>
                <c:pt idx="21563">
                  <c:v>1.1308047821938909E+18</c:v>
                </c:pt>
                <c:pt idx="21564">
                  <c:v>1.1308294595362429E+18</c:v>
                </c:pt>
                <c:pt idx="21565">
                  <c:v>1.130869184371246E+18</c:v>
                </c:pt>
                <c:pt idx="21566">
                  <c:v>1.130872270655488E+18</c:v>
                </c:pt>
                <c:pt idx="21567">
                  <c:v>1.1308876801527119E+18</c:v>
                </c:pt>
                <c:pt idx="21568">
                  <c:v>1.130898347625147E+18</c:v>
                </c:pt>
                <c:pt idx="21569">
                  <c:v>1.130918396661519E+18</c:v>
                </c:pt>
                <c:pt idx="21570">
                  <c:v>1.130925483335033E+18</c:v>
                </c:pt>
                <c:pt idx="21571">
                  <c:v>1.1309331548357519E+18</c:v>
                </c:pt>
                <c:pt idx="21572">
                  <c:v>1.1309411967547491E+18</c:v>
                </c:pt>
                <c:pt idx="21573">
                  <c:v>1.130955188380624E+18</c:v>
                </c:pt>
                <c:pt idx="21574">
                  <c:v>1.130955376798087E+18</c:v>
                </c:pt>
                <c:pt idx="21575">
                  <c:v>1.130957395248837E+18</c:v>
                </c:pt>
                <c:pt idx="21576">
                  <c:v>1.130966813873249E+18</c:v>
                </c:pt>
                <c:pt idx="21577">
                  <c:v>1.130969351952905E+18</c:v>
                </c:pt>
                <c:pt idx="21578">
                  <c:v>1.130980337485451E+18</c:v>
                </c:pt>
                <c:pt idx="21579">
                  <c:v>1.131003364964561E+18</c:v>
                </c:pt>
                <c:pt idx="21580">
                  <c:v>1.131086920296144E+18</c:v>
                </c:pt>
                <c:pt idx="21581">
                  <c:v>1.131093564844762E+18</c:v>
                </c:pt>
                <c:pt idx="21582">
                  <c:v>1.131105662269025E+18</c:v>
                </c:pt>
                <c:pt idx="21583">
                  <c:v>1.131137389599338E+18</c:v>
                </c:pt>
                <c:pt idx="21584">
                  <c:v>1.1312116371158749E+18</c:v>
                </c:pt>
                <c:pt idx="21585">
                  <c:v>1.131216317547526E+18</c:v>
                </c:pt>
                <c:pt idx="21586">
                  <c:v>1.131233929800112E+18</c:v>
                </c:pt>
                <c:pt idx="21587">
                  <c:v>1.131258676021814E+18</c:v>
                </c:pt>
                <c:pt idx="21588">
                  <c:v>1.131263005770721E+18</c:v>
                </c:pt>
                <c:pt idx="21589">
                  <c:v>1.13145841432102E+18</c:v>
                </c:pt>
                <c:pt idx="21590">
                  <c:v>1.1314690839647011E+18</c:v>
                </c:pt>
                <c:pt idx="21591">
                  <c:v>1.13149465434694E+18</c:v>
                </c:pt>
                <c:pt idx="21592">
                  <c:v>1.13154506498962E+18</c:v>
                </c:pt>
                <c:pt idx="21593">
                  <c:v>1.131569530502667E+18</c:v>
                </c:pt>
                <c:pt idx="21594">
                  <c:v>1.131570687551254E+18</c:v>
                </c:pt>
                <c:pt idx="21595">
                  <c:v>1.131652781882103E+18</c:v>
                </c:pt>
                <c:pt idx="21596">
                  <c:v>1.131657466948478E+18</c:v>
                </c:pt>
                <c:pt idx="21597">
                  <c:v>1.131665087120289E+18</c:v>
                </c:pt>
                <c:pt idx="21598">
                  <c:v>1.131670646199409E+18</c:v>
                </c:pt>
                <c:pt idx="21599">
                  <c:v>1.131688794675225E+18</c:v>
                </c:pt>
                <c:pt idx="21600">
                  <c:v>1.1317032341341839E+18</c:v>
                </c:pt>
                <c:pt idx="21601">
                  <c:v>1.131729144310798E+18</c:v>
                </c:pt>
                <c:pt idx="21602">
                  <c:v>1.131736946402494E+18</c:v>
                </c:pt>
                <c:pt idx="21603">
                  <c:v>1.131759421150174E+18</c:v>
                </c:pt>
                <c:pt idx="21604">
                  <c:v>1.131797916569497E+18</c:v>
                </c:pt>
                <c:pt idx="21605">
                  <c:v>1.131806923751346E+18</c:v>
                </c:pt>
                <c:pt idx="21606">
                  <c:v>1.131819232371641E+18</c:v>
                </c:pt>
                <c:pt idx="21607">
                  <c:v>1.1318216973494109E+18</c:v>
                </c:pt>
                <c:pt idx="21608">
                  <c:v>1.131834966708865E+18</c:v>
                </c:pt>
                <c:pt idx="21609">
                  <c:v>1.1318645580185149E+18</c:v>
                </c:pt>
                <c:pt idx="21610">
                  <c:v>1.131871061720982E+18</c:v>
                </c:pt>
                <c:pt idx="21611">
                  <c:v>1.131934291179554E+18</c:v>
                </c:pt>
                <c:pt idx="21612">
                  <c:v>1.132186098814411E+18</c:v>
                </c:pt>
                <c:pt idx="21613">
                  <c:v>1.132201154332544E+18</c:v>
                </c:pt>
                <c:pt idx="21614">
                  <c:v>1.132207399792866E+18</c:v>
                </c:pt>
                <c:pt idx="21615">
                  <c:v>1.132235649508783E+18</c:v>
                </c:pt>
                <c:pt idx="21616">
                  <c:v>1.132237323233418E+18</c:v>
                </c:pt>
                <c:pt idx="21617">
                  <c:v>1.1322467781034531E+18</c:v>
                </c:pt>
                <c:pt idx="21618">
                  <c:v>1.1322562512345789E+18</c:v>
                </c:pt>
                <c:pt idx="21619">
                  <c:v>1.132273607496658E+18</c:v>
                </c:pt>
                <c:pt idx="21620">
                  <c:v>1.132288902935056E+18</c:v>
                </c:pt>
                <c:pt idx="21621">
                  <c:v>1.132288936329148E+18</c:v>
                </c:pt>
                <c:pt idx="21622">
                  <c:v>1.1322922683154429E+18</c:v>
                </c:pt>
                <c:pt idx="21623">
                  <c:v>1.132322132218304E+18</c:v>
                </c:pt>
                <c:pt idx="21624">
                  <c:v>1.132324369230887E+18</c:v>
                </c:pt>
                <c:pt idx="21625">
                  <c:v>1.132334333686593E+18</c:v>
                </c:pt>
                <c:pt idx="21626">
                  <c:v>1.1323477153773839E+18</c:v>
                </c:pt>
                <c:pt idx="21627">
                  <c:v>1.132355007199858E+18</c:v>
                </c:pt>
                <c:pt idx="21628">
                  <c:v>1.1323584716867441E+18</c:v>
                </c:pt>
                <c:pt idx="21629">
                  <c:v>1.132365243724667E+18</c:v>
                </c:pt>
                <c:pt idx="21630">
                  <c:v>1.132366351289894E+18</c:v>
                </c:pt>
                <c:pt idx="21631">
                  <c:v>1.132371728295737E+18</c:v>
                </c:pt>
                <c:pt idx="21632">
                  <c:v>1.132385684983399E+18</c:v>
                </c:pt>
                <c:pt idx="21633">
                  <c:v>1.1323966456413361E+18</c:v>
                </c:pt>
                <c:pt idx="21634">
                  <c:v>1.132396896494442E+18</c:v>
                </c:pt>
                <c:pt idx="21635">
                  <c:v>1.132403500966594E+18</c:v>
                </c:pt>
                <c:pt idx="21636">
                  <c:v>1.132409844991863E+18</c:v>
                </c:pt>
                <c:pt idx="21637">
                  <c:v>1.132416134118577E+18</c:v>
                </c:pt>
                <c:pt idx="21638">
                  <c:v>1.132460446530482E+18</c:v>
                </c:pt>
                <c:pt idx="21639">
                  <c:v>1.132464730162154E+18</c:v>
                </c:pt>
                <c:pt idx="21640">
                  <c:v>1.132466954409047E+18</c:v>
                </c:pt>
                <c:pt idx="21641">
                  <c:v>1.132472815864983E+18</c:v>
                </c:pt>
                <c:pt idx="21642">
                  <c:v>1.132581959413381E+18</c:v>
                </c:pt>
                <c:pt idx="21643">
                  <c:v>1.132597435618591E+18</c:v>
                </c:pt>
                <c:pt idx="21644">
                  <c:v>1.13261981180995E+18</c:v>
                </c:pt>
                <c:pt idx="21645">
                  <c:v>1.1326267286621891E+18</c:v>
                </c:pt>
                <c:pt idx="21646">
                  <c:v>1.132647862646006E+18</c:v>
                </c:pt>
                <c:pt idx="21647">
                  <c:v>1.1327170717128881E+18</c:v>
                </c:pt>
                <c:pt idx="21648">
                  <c:v>1.13291968957571E+18</c:v>
                </c:pt>
                <c:pt idx="21649">
                  <c:v>1.133017067577819E+18</c:v>
                </c:pt>
                <c:pt idx="21650">
                  <c:v>1.133040405251932E+18</c:v>
                </c:pt>
                <c:pt idx="21651">
                  <c:v>1.133046547511685E+18</c:v>
                </c:pt>
                <c:pt idx="21652">
                  <c:v>1.13309308812625E+18</c:v>
                </c:pt>
                <c:pt idx="21653">
                  <c:v>1.1330951988200669E+18</c:v>
                </c:pt>
                <c:pt idx="21654">
                  <c:v>1.133096612312553E+18</c:v>
                </c:pt>
                <c:pt idx="21655">
                  <c:v>1.133116421875319E+18</c:v>
                </c:pt>
                <c:pt idx="21656">
                  <c:v>1.133149735387306E+18</c:v>
                </c:pt>
                <c:pt idx="21657">
                  <c:v>1.1331565810703171E+18</c:v>
                </c:pt>
                <c:pt idx="21658">
                  <c:v>1.133162893205703E+18</c:v>
                </c:pt>
                <c:pt idx="21659">
                  <c:v>1.133167418335819E+18</c:v>
                </c:pt>
                <c:pt idx="21660">
                  <c:v>1.13317593691857E+18</c:v>
                </c:pt>
                <c:pt idx="21661">
                  <c:v>1.133203004314406E+18</c:v>
                </c:pt>
                <c:pt idx="21662">
                  <c:v>1.133215029551817E+18</c:v>
                </c:pt>
                <c:pt idx="21663">
                  <c:v>1.133261960910324E+18</c:v>
                </c:pt>
                <c:pt idx="21664">
                  <c:v>1.133328443960174E+18</c:v>
                </c:pt>
                <c:pt idx="21665">
                  <c:v>1.133342727684449E+18</c:v>
                </c:pt>
                <c:pt idx="21666">
                  <c:v>1.13335346901419E+18</c:v>
                </c:pt>
                <c:pt idx="21667">
                  <c:v>1.133362286840304E+18</c:v>
                </c:pt>
                <c:pt idx="21668">
                  <c:v>1.1333775930348029E+18</c:v>
                </c:pt>
                <c:pt idx="21669">
                  <c:v>1.133382694957692E+18</c:v>
                </c:pt>
                <c:pt idx="21670">
                  <c:v>1.133384886560426E+18</c:v>
                </c:pt>
                <c:pt idx="21671">
                  <c:v>1.1334230273771971E+18</c:v>
                </c:pt>
                <c:pt idx="21672">
                  <c:v>1.133614434082802E+18</c:v>
                </c:pt>
                <c:pt idx="21673">
                  <c:v>1.13364092622813E+18</c:v>
                </c:pt>
                <c:pt idx="21674">
                  <c:v>1.13364440462463E+18</c:v>
                </c:pt>
                <c:pt idx="21675">
                  <c:v>1.133653140966695E+18</c:v>
                </c:pt>
                <c:pt idx="21676">
                  <c:v>1.133664961839228E+18</c:v>
                </c:pt>
                <c:pt idx="21677">
                  <c:v>1.133668813869173E+18</c:v>
                </c:pt>
                <c:pt idx="21678">
                  <c:v>1.133677529047433E+18</c:v>
                </c:pt>
                <c:pt idx="21679">
                  <c:v>1.1336806657469891E+18</c:v>
                </c:pt>
                <c:pt idx="21680">
                  <c:v>1.133699503089333E+18</c:v>
                </c:pt>
                <c:pt idx="21681">
                  <c:v>1.133715780185589E+18</c:v>
                </c:pt>
                <c:pt idx="21682">
                  <c:v>1.133730382335029E+18</c:v>
                </c:pt>
                <c:pt idx="21683">
                  <c:v>1.133733468754186E+18</c:v>
                </c:pt>
                <c:pt idx="21684">
                  <c:v>1.13373695922216E+18</c:v>
                </c:pt>
                <c:pt idx="21685">
                  <c:v>1.133744587121897E+18</c:v>
                </c:pt>
                <c:pt idx="21686">
                  <c:v>1.133754697650223E+18</c:v>
                </c:pt>
                <c:pt idx="21687">
                  <c:v>1.1337602909961E+18</c:v>
                </c:pt>
                <c:pt idx="21688">
                  <c:v>1.133760293330617E+18</c:v>
                </c:pt>
                <c:pt idx="21689">
                  <c:v>1.133760336220756E+18</c:v>
                </c:pt>
                <c:pt idx="21690">
                  <c:v>1.133790887515271E+18</c:v>
                </c:pt>
                <c:pt idx="21691">
                  <c:v>1.13380314959594E+18</c:v>
                </c:pt>
                <c:pt idx="21692">
                  <c:v>1.133804952740604E+18</c:v>
                </c:pt>
                <c:pt idx="21693">
                  <c:v>1.133812661087111E+18</c:v>
                </c:pt>
                <c:pt idx="21694">
                  <c:v>1.133840143350736E+18</c:v>
                </c:pt>
                <c:pt idx="21695">
                  <c:v>1.133854583982325E+18</c:v>
                </c:pt>
                <c:pt idx="21696">
                  <c:v>1.1338616924764721E+18</c:v>
                </c:pt>
                <c:pt idx="21697">
                  <c:v>1.1338679570379491E+18</c:v>
                </c:pt>
                <c:pt idx="21698">
                  <c:v>1.133872455545202E+18</c:v>
                </c:pt>
                <c:pt idx="21699">
                  <c:v>1.1339726514144509E+18</c:v>
                </c:pt>
                <c:pt idx="21700">
                  <c:v>1.133976256047366E+18</c:v>
                </c:pt>
                <c:pt idx="21701">
                  <c:v>1.133978883950277E+18</c:v>
                </c:pt>
                <c:pt idx="21702">
                  <c:v>1.13399566178587E+18</c:v>
                </c:pt>
                <c:pt idx="21703">
                  <c:v>1.134014509278858E+18</c:v>
                </c:pt>
                <c:pt idx="21704">
                  <c:v>1.134180016593604E+18</c:v>
                </c:pt>
                <c:pt idx="21705">
                  <c:v>1.13425971444941E+18</c:v>
                </c:pt>
                <c:pt idx="21706">
                  <c:v>1.1342597686769039E+18</c:v>
                </c:pt>
                <c:pt idx="21707">
                  <c:v>1.134259818720443E+18</c:v>
                </c:pt>
                <c:pt idx="21708">
                  <c:v>1.1343271734874481E+18</c:v>
                </c:pt>
                <c:pt idx="21709">
                  <c:v>1.134337580690523E+18</c:v>
                </c:pt>
                <c:pt idx="21710">
                  <c:v>1.134384007783306E+18</c:v>
                </c:pt>
                <c:pt idx="21711">
                  <c:v>1.134414597238809E+18</c:v>
                </c:pt>
                <c:pt idx="21712">
                  <c:v>1.1344949800238001E+18</c:v>
                </c:pt>
                <c:pt idx="21713">
                  <c:v>1.13449694071538E+18</c:v>
                </c:pt>
                <c:pt idx="21714">
                  <c:v>1.134548691187372E+18</c:v>
                </c:pt>
                <c:pt idx="21715">
                  <c:v>1.134559902912405E+18</c:v>
                </c:pt>
                <c:pt idx="21716">
                  <c:v>1.134568848840516E+18</c:v>
                </c:pt>
                <c:pt idx="21717">
                  <c:v>1.134591805470722E+18</c:v>
                </c:pt>
                <c:pt idx="21718">
                  <c:v>1.134594253948561E+18</c:v>
                </c:pt>
                <c:pt idx="21719">
                  <c:v>1.134608218102342E+18</c:v>
                </c:pt>
                <c:pt idx="21720">
                  <c:v>1.134642450961711E+18</c:v>
                </c:pt>
                <c:pt idx="21721">
                  <c:v>1.1346567272829839E+18</c:v>
                </c:pt>
                <c:pt idx="21722">
                  <c:v>1.134661054430102E+18</c:v>
                </c:pt>
                <c:pt idx="21723">
                  <c:v>1.134697687415876E+18</c:v>
                </c:pt>
                <c:pt idx="21724">
                  <c:v>1.13479052286914E+18</c:v>
                </c:pt>
                <c:pt idx="21725">
                  <c:v>1.134808028131545E+18</c:v>
                </c:pt>
                <c:pt idx="21726">
                  <c:v>1.1348723496946319E+18</c:v>
                </c:pt>
                <c:pt idx="21727">
                  <c:v>1.135179525459852E+18</c:v>
                </c:pt>
                <c:pt idx="21728">
                  <c:v>1.135187535572473E+18</c:v>
                </c:pt>
                <c:pt idx="21729">
                  <c:v>1.135193313010204E+18</c:v>
                </c:pt>
                <c:pt idx="21730">
                  <c:v>1.135198374924695E+18</c:v>
                </c:pt>
                <c:pt idx="21731">
                  <c:v>1.135223221928751E+18</c:v>
                </c:pt>
                <c:pt idx="21732">
                  <c:v>1.135362210867509E+18</c:v>
                </c:pt>
                <c:pt idx="21733">
                  <c:v>1.135363494189921E+18</c:v>
                </c:pt>
                <c:pt idx="21734">
                  <c:v>1.13537657605203E+18</c:v>
                </c:pt>
                <c:pt idx="21735">
                  <c:v>1.135387011411694E+18</c:v>
                </c:pt>
                <c:pt idx="21736">
                  <c:v>1.1353875052692879E+18</c:v>
                </c:pt>
                <c:pt idx="21737">
                  <c:v>1.135410118838978E+18</c:v>
                </c:pt>
                <c:pt idx="21738">
                  <c:v>1.135417014926997E+18</c:v>
                </c:pt>
                <c:pt idx="21739">
                  <c:v>1.135441437651785E+18</c:v>
                </c:pt>
                <c:pt idx="21740">
                  <c:v>1.135445700831394E+18</c:v>
                </c:pt>
                <c:pt idx="21741">
                  <c:v>1.1354474349425731E+18</c:v>
                </c:pt>
                <c:pt idx="21742">
                  <c:v>1.135458136085876E+18</c:v>
                </c:pt>
                <c:pt idx="21743">
                  <c:v>1.135479370150911E+18</c:v>
                </c:pt>
                <c:pt idx="21744">
                  <c:v>1.135541211613335E+18</c:v>
                </c:pt>
                <c:pt idx="21745">
                  <c:v>1.1356052743623549E+18</c:v>
                </c:pt>
                <c:pt idx="21746">
                  <c:v>1.135619491904786E+18</c:v>
                </c:pt>
                <c:pt idx="21747">
                  <c:v>1.135643290947504E+18</c:v>
                </c:pt>
                <c:pt idx="21748">
                  <c:v>1.135643477350962E+18</c:v>
                </c:pt>
                <c:pt idx="21749">
                  <c:v>1.1356435944695171E+18</c:v>
                </c:pt>
                <c:pt idx="21750">
                  <c:v>1.135655109148247E+18</c:v>
                </c:pt>
                <c:pt idx="21751">
                  <c:v>1.135680561007055E+18</c:v>
                </c:pt>
                <c:pt idx="21752">
                  <c:v>1.135680803077958E+18</c:v>
                </c:pt>
                <c:pt idx="21753">
                  <c:v>1.135692954636833E+18</c:v>
                </c:pt>
                <c:pt idx="21754">
                  <c:v>1.135699009482094E+18</c:v>
                </c:pt>
                <c:pt idx="21755">
                  <c:v>1.135802231357872E+18</c:v>
                </c:pt>
                <c:pt idx="21756">
                  <c:v>1.1358065463250051E+18</c:v>
                </c:pt>
                <c:pt idx="21757">
                  <c:v>1.135818492647676E+18</c:v>
                </c:pt>
                <c:pt idx="21758">
                  <c:v>1.135818599952238E+18</c:v>
                </c:pt>
                <c:pt idx="21759">
                  <c:v>1.135827119821935E+18</c:v>
                </c:pt>
                <c:pt idx="21760">
                  <c:v>1.135848323510383E+18</c:v>
                </c:pt>
                <c:pt idx="21761">
                  <c:v>1.135849500893494E+18</c:v>
                </c:pt>
                <c:pt idx="21762">
                  <c:v>1.135877962721975E+18</c:v>
                </c:pt>
                <c:pt idx="21763">
                  <c:v>1.135884780004668E+18</c:v>
                </c:pt>
                <c:pt idx="21764">
                  <c:v>1.135911057137716E+18</c:v>
                </c:pt>
                <c:pt idx="21765">
                  <c:v>1.135917383781616E+18</c:v>
                </c:pt>
                <c:pt idx="21766">
                  <c:v>1.1359381361429949E+18</c:v>
                </c:pt>
                <c:pt idx="21767">
                  <c:v>1.135962171184058E+18</c:v>
                </c:pt>
                <c:pt idx="21768">
                  <c:v>1.135964443990946E+18</c:v>
                </c:pt>
                <c:pt idx="21769">
                  <c:v>1.1359690265339389E+18</c:v>
                </c:pt>
                <c:pt idx="21770">
                  <c:v>1.135976089230517E+18</c:v>
                </c:pt>
                <c:pt idx="21771">
                  <c:v>1.135987444647103E+18</c:v>
                </c:pt>
                <c:pt idx="21772">
                  <c:v>1.135998664122188E+18</c:v>
                </c:pt>
                <c:pt idx="21773">
                  <c:v>1.136000138805449E+18</c:v>
                </c:pt>
                <c:pt idx="21774">
                  <c:v>1.136001728353345E+18</c:v>
                </c:pt>
                <c:pt idx="21775">
                  <c:v>1.136003520560991E+18</c:v>
                </c:pt>
                <c:pt idx="21776">
                  <c:v>1.1360539711319281E+18</c:v>
                </c:pt>
                <c:pt idx="21777">
                  <c:v>1.136124990755708E+18</c:v>
                </c:pt>
                <c:pt idx="21778">
                  <c:v>1.136134250149109E+18</c:v>
                </c:pt>
                <c:pt idx="21779">
                  <c:v>1.13615015175439E+18</c:v>
                </c:pt>
                <c:pt idx="21780">
                  <c:v>1.136151547454652E+18</c:v>
                </c:pt>
                <c:pt idx="21781">
                  <c:v>1.1361526460000829E+18</c:v>
                </c:pt>
                <c:pt idx="21782">
                  <c:v>1.136154517431863E+18</c:v>
                </c:pt>
                <c:pt idx="21783">
                  <c:v>1.136186661575287E+18</c:v>
                </c:pt>
                <c:pt idx="21784">
                  <c:v>1.136187348069248E+18</c:v>
                </c:pt>
                <c:pt idx="21785">
                  <c:v>1.136189885755638E+18</c:v>
                </c:pt>
                <c:pt idx="21786">
                  <c:v>1.136190060258097E+18</c:v>
                </c:pt>
                <c:pt idx="21787">
                  <c:v>1.136192015712379E+18</c:v>
                </c:pt>
                <c:pt idx="21788">
                  <c:v>1.136211391868186E+18</c:v>
                </c:pt>
                <c:pt idx="21789">
                  <c:v>1.136211999850508E+18</c:v>
                </c:pt>
                <c:pt idx="21790">
                  <c:v>1.136213059435788E+18</c:v>
                </c:pt>
                <c:pt idx="21791">
                  <c:v>1.1362142728942269E+18</c:v>
                </c:pt>
                <c:pt idx="21792">
                  <c:v>1.136215387590751E+18</c:v>
                </c:pt>
                <c:pt idx="21793">
                  <c:v>1.136217317255803E+18</c:v>
                </c:pt>
                <c:pt idx="21794">
                  <c:v>1.136224237616078E+18</c:v>
                </c:pt>
                <c:pt idx="21795">
                  <c:v>1.136255914914801E+18</c:v>
                </c:pt>
                <c:pt idx="21796">
                  <c:v>1.13655287400719E+18</c:v>
                </c:pt>
                <c:pt idx="21797">
                  <c:v>1.136569553479175E+18</c:v>
                </c:pt>
                <c:pt idx="21798">
                  <c:v>1.136570700729125E+18</c:v>
                </c:pt>
                <c:pt idx="21799">
                  <c:v>1.1365786668685041E+18</c:v>
                </c:pt>
                <c:pt idx="21800">
                  <c:v>1.1365822220331549E+18</c:v>
                </c:pt>
                <c:pt idx="21801">
                  <c:v>1.1366119431960131E+18</c:v>
                </c:pt>
                <c:pt idx="21802">
                  <c:v>1.1366339529213731E+18</c:v>
                </c:pt>
                <c:pt idx="21803">
                  <c:v>1.136652079267028E+18</c:v>
                </c:pt>
                <c:pt idx="21804">
                  <c:v>1.136662490978918E+18</c:v>
                </c:pt>
                <c:pt idx="21805">
                  <c:v>1.136668352759708E+18</c:v>
                </c:pt>
                <c:pt idx="21806">
                  <c:v>1.136669860847022E+18</c:v>
                </c:pt>
                <c:pt idx="21807">
                  <c:v>1.13669585377306E+18</c:v>
                </c:pt>
                <c:pt idx="21808">
                  <c:v>1.136709362428774E+18</c:v>
                </c:pt>
                <c:pt idx="21809">
                  <c:v>1.13671000049477E+18</c:v>
                </c:pt>
                <c:pt idx="21810">
                  <c:v>1.1367114530907E+18</c:v>
                </c:pt>
                <c:pt idx="21811">
                  <c:v>1.1367160059191921E+18</c:v>
                </c:pt>
                <c:pt idx="21812">
                  <c:v>1.136728980357089E+18</c:v>
                </c:pt>
                <c:pt idx="21813">
                  <c:v>1.136787865617927E+18</c:v>
                </c:pt>
                <c:pt idx="21814">
                  <c:v>1.136797696289991E+18</c:v>
                </c:pt>
                <c:pt idx="21815">
                  <c:v>1.136848999479899E+18</c:v>
                </c:pt>
                <c:pt idx="21816">
                  <c:v>1.136899294738298E+18</c:v>
                </c:pt>
                <c:pt idx="21817">
                  <c:v>1.1369019606447651E+18</c:v>
                </c:pt>
                <c:pt idx="21818">
                  <c:v>1.1369153904633149E+18</c:v>
                </c:pt>
                <c:pt idx="21819">
                  <c:v>1.13692005376334E+18</c:v>
                </c:pt>
                <c:pt idx="21820">
                  <c:v>1.13695580926112E+18</c:v>
                </c:pt>
                <c:pt idx="21821">
                  <c:v>1.136967606255806E+18</c:v>
                </c:pt>
                <c:pt idx="21822">
                  <c:v>1.137290659996617E+18</c:v>
                </c:pt>
                <c:pt idx="21823">
                  <c:v>1.1373166666283069E+18</c:v>
                </c:pt>
                <c:pt idx="21824">
                  <c:v>1.137332916977778E+18</c:v>
                </c:pt>
                <c:pt idx="21825">
                  <c:v>1.1373582763285839E+18</c:v>
                </c:pt>
                <c:pt idx="21826">
                  <c:v>1.137363882048028E+18</c:v>
                </c:pt>
                <c:pt idx="21827">
                  <c:v>1.137389916857468E+18</c:v>
                </c:pt>
                <c:pt idx="21828">
                  <c:v>1.137401351416798E+18</c:v>
                </c:pt>
                <c:pt idx="21829">
                  <c:v>1.13741144744786E+18</c:v>
                </c:pt>
                <c:pt idx="21830">
                  <c:v>1.1374119353741411E+18</c:v>
                </c:pt>
                <c:pt idx="21831">
                  <c:v>1.137412572471594E+18</c:v>
                </c:pt>
                <c:pt idx="21832">
                  <c:v>1.137415618701503E+18</c:v>
                </c:pt>
                <c:pt idx="21833">
                  <c:v>1.1374193084535389E+18</c:v>
                </c:pt>
                <c:pt idx="21834">
                  <c:v>1.137421394066319E+18</c:v>
                </c:pt>
                <c:pt idx="21835">
                  <c:v>1.137423008094425E+18</c:v>
                </c:pt>
                <c:pt idx="21836">
                  <c:v>1.1374248162704079E+18</c:v>
                </c:pt>
                <c:pt idx="21837">
                  <c:v>1.137426261472882E+18</c:v>
                </c:pt>
                <c:pt idx="21838">
                  <c:v>1.137434536835796E+18</c:v>
                </c:pt>
                <c:pt idx="21839">
                  <c:v>1.1374740050224079E+18</c:v>
                </c:pt>
                <c:pt idx="21840">
                  <c:v>1.137479693626359E+18</c:v>
                </c:pt>
                <c:pt idx="21841">
                  <c:v>1.137485887342658E+18</c:v>
                </c:pt>
                <c:pt idx="21842">
                  <c:v>1.137486070342908E+18</c:v>
                </c:pt>
                <c:pt idx="21843">
                  <c:v>1.1374861075657201E+18</c:v>
                </c:pt>
                <c:pt idx="21844">
                  <c:v>1.137486143312971E+18</c:v>
                </c:pt>
                <c:pt idx="21845">
                  <c:v>1.1374914748113571E+18</c:v>
                </c:pt>
                <c:pt idx="21846">
                  <c:v>1.137503123412414E+18</c:v>
                </c:pt>
                <c:pt idx="21847">
                  <c:v>1.137516804661051E+18</c:v>
                </c:pt>
                <c:pt idx="21848">
                  <c:v>1.137592406715806E+18</c:v>
                </c:pt>
                <c:pt idx="21849">
                  <c:v>1.137642418444902E+18</c:v>
                </c:pt>
                <c:pt idx="21850">
                  <c:v>1.137649410099979E+18</c:v>
                </c:pt>
                <c:pt idx="21851">
                  <c:v>1.1376703923644E+18</c:v>
                </c:pt>
                <c:pt idx="21852">
                  <c:v>1.137701745905463E+18</c:v>
                </c:pt>
                <c:pt idx="21853">
                  <c:v>1.13775448712555E+18</c:v>
                </c:pt>
                <c:pt idx="21854">
                  <c:v>1.1379525479418691E+18</c:v>
                </c:pt>
                <c:pt idx="21855">
                  <c:v>1.138010666575525E+18</c:v>
                </c:pt>
                <c:pt idx="21856">
                  <c:v>1.138048958820706E+18</c:v>
                </c:pt>
                <c:pt idx="21857">
                  <c:v>1.13805097056062E+18</c:v>
                </c:pt>
                <c:pt idx="21858">
                  <c:v>1.13808711352803E+18</c:v>
                </c:pt>
                <c:pt idx="21859">
                  <c:v>1.138099296529356E+18</c:v>
                </c:pt>
                <c:pt idx="21860">
                  <c:v>1.138102078843874E+18</c:v>
                </c:pt>
                <c:pt idx="21861">
                  <c:v>1.1381120950557091E+18</c:v>
                </c:pt>
                <c:pt idx="21862">
                  <c:v>1.138136442208935E+18</c:v>
                </c:pt>
                <c:pt idx="21863">
                  <c:v>1.138164995227017E+18</c:v>
                </c:pt>
                <c:pt idx="21864">
                  <c:v>1.138170940619105E+18</c:v>
                </c:pt>
                <c:pt idx="21865">
                  <c:v>1.1381741978130161E+18</c:v>
                </c:pt>
                <c:pt idx="21866">
                  <c:v>1.138175563245076E+18</c:v>
                </c:pt>
                <c:pt idx="21867">
                  <c:v>1.13817563727985E+18</c:v>
                </c:pt>
                <c:pt idx="21868">
                  <c:v>1.138175709524064E+18</c:v>
                </c:pt>
                <c:pt idx="21869">
                  <c:v>1.138175951268277E+18</c:v>
                </c:pt>
                <c:pt idx="21870">
                  <c:v>1.138176177753674E+18</c:v>
                </c:pt>
                <c:pt idx="21871">
                  <c:v>1.138178912476111E+18</c:v>
                </c:pt>
                <c:pt idx="21872">
                  <c:v>1.138197077583739E+18</c:v>
                </c:pt>
                <c:pt idx="21873">
                  <c:v>1.1382087445931011E+18</c:v>
                </c:pt>
                <c:pt idx="21874">
                  <c:v>1.138210303599169E+18</c:v>
                </c:pt>
                <c:pt idx="21875">
                  <c:v>1.138220115958796E+18</c:v>
                </c:pt>
                <c:pt idx="21876">
                  <c:v>1.138230536021932E+18</c:v>
                </c:pt>
                <c:pt idx="21877">
                  <c:v>1.138232253607141E+18</c:v>
                </c:pt>
                <c:pt idx="21878">
                  <c:v>1.138235535533071E+18</c:v>
                </c:pt>
                <c:pt idx="21879">
                  <c:v>1.138265870918791E+18</c:v>
                </c:pt>
                <c:pt idx="21880">
                  <c:v>1.138273508956303E+18</c:v>
                </c:pt>
                <c:pt idx="21881">
                  <c:v>1.138291584052843E+18</c:v>
                </c:pt>
                <c:pt idx="21882">
                  <c:v>1.1383077352618319E+18</c:v>
                </c:pt>
                <c:pt idx="21883">
                  <c:v>1.138338430022202E+18</c:v>
                </c:pt>
                <c:pt idx="21884">
                  <c:v>1.138377109291868E+18</c:v>
                </c:pt>
                <c:pt idx="21885">
                  <c:v>1.138409722875815E+18</c:v>
                </c:pt>
                <c:pt idx="21886">
                  <c:v>1.138502653351045E+18</c:v>
                </c:pt>
                <c:pt idx="21887">
                  <c:v>1.138689088888559E+18</c:v>
                </c:pt>
                <c:pt idx="21888">
                  <c:v>1.1387180267351331E+18</c:v>
                </c:pt>
                <c:pt idx="21889">
                  <c:v>1.1387257067758799E+18</c:v>
                </c:pt>
                <c:pt idx="21890">
                  <c:v>1.138726179569343E+18</c:v>
                </c:pt>
                <c:pt idx="21891">
                  <c:v>1.138784394026167E+18</c:v>
                </c:pt>
                <c:pt idx="21892">
                  <c:v>1.1387923282474589E+18</c:v>
                </c:pt>
                <c:pt idx="21893">
                  <c:v>1.138844448893673E+18</c:v>
                </c:pt>
                <c:pt idx="21894">
                  <c:v>1.1388444576147171E+18</c:v>
                </c:pt>
                <c:pt idx="21895">
                  <c:v>1.138857452690084E+18</c:v>
                </c:pt>
                <c:pt idx="21896">
                  <c:v>1.1388898587593521E+18</c:v>
                </c:pt>
                <c:pt idx="21897">
                  <c:v>1.138906369979399E+18</c:v>
                </c:pt>
                <c:pt idx="21898">
                  <c:v>1.138921596586353E+18</c:v>
                </c:pt>
                <c:pt idx="21899">
                  <c:v>1.138924084610783E+18</c:v>
                </c:pt>
                <c:pt idx="21900">
                  <c:v>1.1389553300303171E+18</c:v>
                </c:pt>
                <c:pt idx="21901">
                  <c:v>1.13898603964995E+18</c:v>
                </c:pt>
                <c:pt idx="21902">
                  <c:v>1.138993302327318E+18</c:v>
                </c:pt>
                <c:pt idx="21903">
                  <c:v>1.139012678110116E+18</c:v>
                </c:pt>
                <c:pt idx="21904">
                  <c:v>1.139012815915882E+18</c:v>
                </c:pt>
                <c:pt idx="21905">
                  <c:v>1.1390319286411171E+18</c:v>
                </c:pt>
                <c:pt idx="21906">
                  <c:v>1.139033444143028E+18</c:v>
                </c:pt>
                <c:pt idx="21907">
                  <c:v>1.1390563941387389E+18</c:v>
                </c:pt>
                <c:pt idx="21908">
                  <c:v>1.139069801780775E+18</c:v>
                </c:pt>
                <c:pt idx="21909">
                  <c:v>1.139077944333199E+18</c:v>
                </c:pt>
                <c:pt idx="21910">
                  <c:v>1.139086515778777E+18</c:v>
                </c:pt>
                <c:pt idx="21911">
                  <c:v>1.13937024207758E+18</c:v>
                </c:pt>
                <c:pt idx="21912">
                  <c:v>1.139394744036011E+18</c:v>
                </c:pt>
                <c:pt idx="21913">
                  <c:v>1.139401298784569E+18</c:v>
                </c:pt>
                <c:pt idx="21914">
                  <c:v>1.139429900468064E+18</c:v>
                </c:pt>
                <c:pt idx="21915">
                  <c:v>1.139470502299351E+18</c:v>
                </c:pt>
                <c:pt idx="21916">
                  <c:v>1.139505257573591E+18</c:v>
                </c:pt>
                <c:pt idx="21917">
                  <c:v>1.139511222158474E+18</c:v>
                </c:pt>
                <c:pt idx="21918">
                  <c:v>1.139564126055632E+18</c:v>
                </c:pt>
                <c:pt idx="21919">
                  <c:v>1.139568402520372E+18</c:v>
                </c:pt>
                <c:pt idx="21920">
                  <c:v>1.1395706193555599E+18</c:v>
                </c:pt>
                <c:pt idx="21921">
                  <c:v>1.13957387591954E+18</c:v>
                </c:pt>
                <c:pt idx="21922">
                  <c:v>1.1395807241597041E+18</c:v>
                </c:pt>
                <c:pt idx="21923">
                  <c:v>1.1395835238657309E+18</c:v>
                </c:pt>
                <c:pt idx="21924">
                  <c:v>1.139585839453716E+18</c:v>
                </c:pt>
                <c:pt idx="21925">
                  <c:v>1.13958736847959E+18</c:v>
                </c:pt>
                <c:pt idx="21926">
                  <c:v>1.1395894993789199E+18</c:v>
                </c:pt>
                <c:pt idx="21927">
                  <c:v>1.13960948517448E+18</c:v>
                </c:pt>
                <c:pt idx="21928">
                  <c:v>1.139611766543298E+18</c:v>
                </c:pt>
                <c:pt idx="21929">
                  <c:v>1.1396131770153091E+18</c:v>
                </c:pt>
                <c:pt idx="21930">
                  <c:v>1.13961442444595E+18</c:v>
                </c:pt>
                <c:pt idx="21931">
                  <c:v>1.139615846240528E+18</c:v>
                </c:pt>
                <c:pt idx="21932">
                  <c:v>1.139615861248704E+18</c:v>
                </c:pt>
                <c:pt idx="21933">
                  <c:v>1.139621718220796E+18</c:v>
                </c:pt>
                <c:pt idx="21934">
                  <c:v>1.139646702062217E+18</c:v>
                </c:pt>
                <c:pt idx="21935">
                  <c:v>1.139660703716735E+18</c:v>
                </c:pt>
                <c:pt idx="21936">
                  <c:v>1.1396828608724451E+18</c:v>
                </c:pt>
                <c:pt idx="21937">
                  <c:v>1.139724796392037E+18</c:v>
                </c:pt>
                <c:pt idx="21938">
                  <c:v>1.139729711704558E+18</c:v>
                </c:pt>
                <c:pt idx="21939">
                  <c:v>1.1397851792031069E+18</c:v>
                </c:pt>
                <c:pt idx="21940">
                  <c:v>1.139798639672603E+18</c:v>
                </c:pt>
                <c:pt idx="21941">
                  <c:v>1.139823259140955E+18</c:v>
                </c:pt>
                <c:pt idx="21942">
                  <c:v>1.139826357844533E+18</c:v>
                </c:pt>
                <c:pt idx="21943">
                  <c:v>1.1398371513392241E+18</c:v>
                </c:pt>
                <c:pt idx="21944">
                  <c:v>1.139844598076577E+18</c:v>
                </c:pt>
                <c:pt idx="21945">
                  <c:v>1.139851655713237E+18</c:v>
                </c:pt>
                <c:pt idx="21946">
                  <c:v>1.139875962673122E+18</c:v>
                </c:pt>
                <c:pt idx="21947">
                  <c:v>1.139880261828286E+18</c:v>
                </c:pt>
                <c:pt idx="21948">
                  <c:v>1.139932125018617E+18</c:v>
                </c:pt>
                <c:pt idx="21949">
                  <c:v>1.140107666942407E+18</c:v>
                </c:pt>
                <c:pt idx="21950">
                  <c:v>1.140150238097633E+18</c:v>
                </c:pt>
                <c:pt idx="21951">
                  <c:v>1.140160073672721E+18</c:v>
                </c:pt>
                <c:pt idx="21952">
                  <c:v>1.140162526796764E+18</c:v>
                </c:pt>
                <c:pt idx="21953">
                  <c:v>1.140193395210999E+18</c:v>
                </c:pt>
                <c:pt idx="21954">
                  <c:v>1.140248020970196E+18</c:v>
                </c:pt>
                <c:pt idx="21955">
                  <c:v>1.140318711477931E+18</c:v>
                </c:pt>
                <c:pt idx="21956">
                  <c:v>1.1403272451450801E+18</c:v>
                </c:pt>
                <c:pt idx="21957">
                  <c:v>1.140340032481413E+18</c:v>
                </c:pt>
                <c:pt idx="21958">
                  <c:v>1.140348102435349E+18</c:v>
                </c:pt>
                <c:pt idx="21959">
                  <c:v>1.140353513255958E+18</c:v>
                </c:pt>
                <c:pt idx="21960">
                  <c:v>1.140355316234603E+18</c:v>
                </c:pt>
                <c:pt idx="21961">
                  <c:v>1.140367493741713E+18</c:v>
                </c:pt>
                <c:pt idx="21962">
                  <c:v>1.140368195159765E+18</c:v>
                </c:pt>
                <c:pt idx="21963">
                  <c:v>1.140380670167375E+18</c:v>
                </c:pt>
                <c:pt idx="21964">
                  <c:v>1.140386628956048E+18</c:v>
                </c:pt>
                <c:pt idx="21965">
                  <c:v>1.140490865979778E+18</c:v>
                </c:pt>
                <c:pt idx="21966">
                  <c:v>1.140504956417035E+18</c:v>
                </c:pt>
                <c:pt idx="21967">
                  <c:v>1.140530336775518E+18</c:v>
                </c:pt>
                <c:pt idx="21968">
                  <c:v>1.140535425364903E+18</c:v>
                </c:pt>
                <c:pt idx="21969">
                  <c:v>1.140537317148804E+18</c:v>
                </c:pt>
                <c:pt idx="21970">
                  <c:v>1.140553519914764E+18</c:v>
                </c:pt>
                <c:pt idx="21971">
                  <c:v>1.140558749357068E+18</c:v>
                </c:pt>
                <c:pt idx="21972">
                  <c:v>1.140783330936116E+18</c:v>
                </c:pt>
                <c:pt idx="21973">
                  <c:v>1.140812945605621E+18</c:v>
                </c:pt>
                <c:pt idx="21974">
                  <c:v>1.1409115088879171E+18</c:v>
                </c:pt>
                <c:pt idx="21975">
                  <c:v>1.140930767722725E+18</c:v>
                </c:pt>
                <c:pt idx="21976">
                  <c:v>1.140951460671372E+18</c:v>
                </c:pt>
                <c:pt idx="21977">
                  <c:v>1.140995800460887E+18</c:v>
                </c:pt>
                <c:pt idx="21978">
                  <c:v>1.140997450226299E+18</c:v>
                </c:pt>
                <c:pt idx="21979">
                  <c:v>1.1410026961882051E+18</c:v>
                </c:pt>
                <c:pt idx="21980">
                  <c:v>1.141049281642945E+18</c:v>
                </c:pt>
                <c:pt idx="21981">
                  <c:v>1.141058694140316E+18</c:v>
                </c:pt>
                <c:pt idx="21982">
                  <c:v>1.141066383499428E+18</c:v>
                </c:pt>
                <c:pt idx="21983">
                  <c:v>1.141070350575964E+18</c:v>
                </c:pt>
                <c:pt idx="21984">
                  <c:v>1.141078744755286E+18</c:v>
                </c:pt>
                <c:pt idx="21985">
                  <c:v>1.141083671849569E+18</c:v>
                </c:pt>
                <c:pt idx="21986">
                  <c:v>1.14108487177914E+18</c:v>
                </c:pt>
                <c:pt idx="21987">
                  <c:v>1.141095664494274E+18</c:v>
                </c:pt>
                <c:pt idx="21988">
                  <c:v>1.141110515723754E+18</c:v>
                </c:pt>
                <c:pt idx="21989">
                  <c:v>1.14117720468983E+18</c:v>
                </c:pt>
                <c:pt idx="21990">
                  <c:v>1.14120593197018E+18</c:v>
                </c:pt>
                <c:pt idx="21991">
                  <c:v>1.1412161043119709E+18</c:v>
                </c:pt>
                <c:pt idx="21992">
                  <c:v>1.141234044224804E+18</c:v>
                </c:pt>
                <c:pt idx="21993">
                  <c:v>1.1412805091962691E+18</c:v>
                </c:pt>
                <c:pt idx="21994">
                  <c:v>1.1413015937198001E+18</c:v>
                </c:pt>
                <c:pt idx="21995">
                  <c:v>1.1414551310813571E+18</c:v>
                </c:pt>
                <c:pt idx="21996">
                  <c:v>1.141465090297824E+18</c:v>
                </c:pt>
                <c:pt idx="21997">
                  <c:v>1.141625591103697E+18</c:v>
                </c:pt>
                <c:pt idx="21998">
                  <c:v>1.1416379566278749E+18</c:v>
                </c:pt>
                <c:pt idx="21999">
                  <c:v>1.141638265979671E+18</c:v>
                </c:pt>
                <c:pt idx="22000">
                  <c:v>1.14163844528111E+18</c:v>
                </c:pt>
                <c:pt idx="22001">
                  <c:v>1.141668574526926E+18</c:v>
                </c:pt>
                <c:pt idx="22002">
                  <c:v>1.141739745421791E+18</c:v>
                </c:pt>
                <c:pt idx="22003">
                  <c:v>1.141765753703738E+18</c:v>
                </c:pt>
                <c:pt idx="22004">
                  <c:v>1.1417674345233949E+18</c:v>
                </c:pt>
                <c:pt idx="22005">
                  <c:v>1.141779030386005E+18</c:v>
                </c:pt>
                <c:pt idx="22006">
                  <c:v>1.141786734270235E+18</c:v>
                </c:pt>
                <c:pt idx="22007">
                  <c:v>1.141822266854626E+18</c:v>
                </c:pt>
                <c:pt idx="22008">
                  <c:v>1.141822474235541E+18</c:v>
                </c:pt>
                <c:pt idx="22009">
                  <c:v>1.1418273687759069E+18</c:v>
                </c:pt>
                <c:pt idx="22010">
                  <c:v>1.141845917240172E+18</c:v>
                </c:pt>
                <c:pt idx="22011">
                  <c:v>1.141892043386962E+18</c:v>
                </c:pt>
                <c:pt idx="22012">
                  <c:v>1.141925887859982E+18</c:v>
                </c:pt>
                <c:pt idx="22013">
                  <c:v>1.141944957633851E+18</c:v>
                </c:pt>
                <c:pt idx="22014">
                  <c:v>1.1419562625582531E+18</c:v>
                </c:pt>
                <c:pt idx="22015">
                  <c:v>1.141980612528501E+18</c:v>
                </c:pt>
                <c:pt idx="22016">
                  <c:v>1.141989003324972E+18</c:v>
                </c:pt>
                <c:pt idx="22017">
                  <c:v>1.141991192625388E+18</c:v>
                </c:pt>
                <c:pt idx="22018">
                  <c:v>1.141992472377344E+18</c:v>
                </c:pt>
                <c:pt idx="22019">
                  <c:v>1.1420150396553469E+18</c:v>
                </c:pt>
                <c:pt idx="22020">
                  <c:v>1.142319427751986E+18</c:v>
                </c:pt>
                <c:pt idx="22021">
                  <c:v>1.142346271360146E+18</c:v>
                </c:pt>
                <c:pt idx="22022">
                  <c:v>1.142350842713529E+18</c:v>
                </c:pt>
                <c:pt idx="22023">
                  <c:v>1.1423811607341199E+18</c:v>
                </c:pt>
                <c:pt idx="22024">
                  <c:v>1.142397753338022E+18</c:v>
                </c:pt>
                <c:pt idx="22025">
                  <c:v>1.1424407872686051E+18</c:v>
                </c:pt>
                <c:pt idx="22026">
                  <c:v>1.1424511660065359E+18</c:v>
                </c:pt>
                <c:pt idx="22027">
                  <c:v>1.142492526740201E+18</c:v>
                </c:pt>
                <c:pt idx="22028">
                  <c:v>1.142501969355836E+18</c:v>
                </c:pt>
                <c:pt idx="22029">
                  <c:v>1.142514146470943E+18</c:v>
                </c:pt>
                <c:pt idx="22030">
                  <c:v>1.142515841789214E+18</c:v>
                </c:pt>
                <c:pt idx="22031">
                  <c:v>1.1425182726737039E+18</c:v>
                </c:pt>
                <c:pt idx="22032">
                  <c:v>1.142530386471633E+18</c:v>
                </c:pt>
                <c:pt idx="22033">
                  <c:v>1.142535246662309E+18</c:v>
                </c:pt>
                <c:pt idx="22034">
                  <c:v>1.142542153320534E+18</c:v>
                </c:pt>
                <c:pt idx="22035">
                  <c:v>1.1425685812497521E+18</c:v>
                </c:pt>
                <c:pt idx="22036">
                  <c:v>1.142581567564537E+18</c:v>
                </c:pt>
                <c:pt idx="22037">
                  <c:v>1.14258216050278E+18</c:v>
                </c:pt>
                <c:pt idx="22038">
                  <c:v>1.142582897850475E+18</c:v>
                </c:pt>
                <c:pt idx="22039">
                  <c:v>1.1425839511300721E+18</c:v>
                </c:pt>
                <c:pt idx="22040">
                  <c:v>1.142584744186943E+18</c:v>
                </c:pt>
                <c:pt idx="22041">
                  <c:v>1.142599681367854E+18</c:v>
                </c:pt>
                <c:pt idx="22042">
                  <c:v>1.142607846139721E+18</c:v>
                </c:pt>
                <c:pt idx="22043">
                  <c:v>1.1426394377812451E+18</c:v>
                </c:pt>
                <c:pt idx="22044">
                  <c:v>1.1426599755198321E+18</c:v>
                </c:pt>
                <c:pt idx="22045">
                  <c:v>1.142716568578809E+18</c:v>
                </c:pt>
                <c:pt idx="22046">
                  <c:v>1.142731482487721E+18</c:v>
                </c:pt>
                <c:pt idx="22047">
                  <c:v>1.142747969029532E+18</c:v>
                </c:pt>
                <c:pt idx="22048">
                  <c:v>1.142889438720894E+18</c:v>
                </c:pt>
                <c:pt idx="22049">
                  <c:v>1.1429338934045199E+18</c:v>
                </c:pt>
                <c:pt idx="22050">
                  <c:v>1.143083041462427E+18</c:v>
                </c:pt>
                <c:pt idx="22051">
                  <c:v>1.1430857055483491E+18</c:v>
                </c:pt>
                <c:pt idx="22052">
                  <c:v>1.143092976238123E+18</c:v>
                </c:pt>
                <c:pt idx="22053">
                  <c:v>1.1430942567349091E+18</c:v>
                </c:pt>
                <c:pt idx="22054">
                  <c:v>1.14309439276234E+18</c:v>
                </c:pt>
                <c:pt idx="22055">
                  <c:v>1.143133512966764E+18</c:v>
                </c:pt>
                <c:pt idx="22056">
                  <c:v>1.143133722047025E+18</c:v>
                </c:pt>
                <c:pt idx="22057">
                  <c:v>1.143133912987007E+18</c:v>
                </c:pt>
                <c:pt idx="22058">
                  <c:v>1.143134107615019E+18</c:v>
                </c:pt>
                <c:pt idx="22059">
                  <c:v>1.1431356991336029E+18</c:v>
                </c:pt>
                <c:pt idx="22060">
                  <c:v>1.143136600419742E+18</c:v>
                </c:pt>
                <c:pt idx="22061">
                  <c:v>1.143188805701191E+18</c:v>
                </c:pt>
                <c:pt idx="22062">
                  <c:v>1.143198742458674E+18</c:v>
                </c:pt>
                <c:pt idx="22063">
                  <c:v>1.143217373746197E+18</c:v>
                </c:pt>
                <c:pt idx="22064">
                  <c:v>1.1433100613015549E+18</c:v>
                </c:pt>
                <c:pt idx="22065">
                  <c:v>1.143456664314094E+18</c:v>
                </c:pt>
                <c:pt idx="22066">
                  <c:v>1.143464194108981E+18</c:v>
                </c:pt>
                <c:pt idx="22067">
                  <c:v>1.143474223926581E+18</c:v>
                </c:pt>
                <c:pt idx="22068">
                  <c:v>1.1435252704870749E+18</c:v>
                </c:pt>
                <c:pt idx="22069">
                  <c:v>1.143640085877946E+18</c:v>
                </c:pt>
                <c:pt idx="22070">
                  <c:v>1.143782305629051E+18</c:v>
                </c:pt>
                <c:pt idx="22071">
                  <c:v>1.143783658882939E+18</c:v>
                </c:pt>
                <c:pt idx="22072">
                  <c:v>1.143802689028375E+18</c:v>
                </c:pt>
                <c:pt idx="22073">
                  <c:v>1.143846005877322E+18</c:v>
                </c:pt>
                <c:pt idx="22074">
                  <c:v>1.143852676708827E+18</c:v>
                </c:pt>
                <c:pt idx="22075">
                  <c:v>1.14385762119208E+18</c:v>
                </c:pt>
                <c:pt idx="22076">
                  <c:v>1.143863703459454E+18</c:v>
                </c:pt>
                <c:pt idx="22077">
                  <c:v>1.143873310856699E+18</c:v>
                </c:pt>
                <c:pt idx="22078">
                  <c:v>1.143881879030363E+18</c:v>
                </c:pt>
                <c:pt idx="22079">
                  <c:v>1.143895101916724E+18</c:v>
                </c:pt>
                <c:pt idx="22080">
                  <c:v>1.143936841473423E+18</c:v>
                </c:pt>
                <c:pt idx="22081">
                  <c:v>1.143941455634214E+18</c:v>
                </c:pt>
                <c:pt idx="22082">
                  <c:v>1.1439696970324721E+18</c:v>
                </c:pt>
                <c:pt idx="22083">
                  <c:v>1.14398534747773E+18</c:v>
                </c:pt>
                <c:pt idx="22084">
                  <c:v>1.143996544287735E+18</c:v>
                </c:pt>
                <c:pt idx="22085">
                  <c:v>1.143997596084896E+18</c:v>
                </c:pt>
                <c:pt idx="22086">
                  <c:v>1.144018178506391E+18</c:v>
                </c:pt>
                <c:pt idx="22087">
                  <c:v>1.1440293921660509E+18</c:v>
                </c:pt>
                <c:pt idx="22088">
                  <c:v>1.144029477646132E+18</c:v>
                </c:pt>
                <c:pt idx="22089">
                  <c:v>1.144042320903721E+18</c:v>
                </c:pt>
                <c:pt idx="22090">
                  <c:v>1.1440746597641629E+18</c:v>
                </c:pt>
                <c:pt idx="22091">
                  <c:v>1.14412975269181E+18</c:v>
                </c:pt>
                <c:pt idx="22092">
                  <c:v>1.1442154750793949E+18</c:v>
                </c:pt>
                <c:pt idx="22093">
                  <c:v>1.144246017381195E+18</c:v>
                </c:pt>
                <c:pt idx="22094">
                  <c:v>1.14452061215955E+18</c:v>
                </c:pt>
                <c:pt idx="22095">
                  <c:v>1.1445548403725361E+18</c:v>
                </c:pt>
                <c:pt idx="22096">
                  <c:v>1.144589828852859E+18</c:v>
                </c:pt>
                <c:pt idx="22097">
                  <c:v>1.144612931340603E+18</c:v>
                </c:pt>
                <c:pt idx="22098">
                  <c:v>1.144633976334841E+18</c:v>
                </c:pt>
                <c:pt idx="22099">
                  <c:v>1.1446371081848189E+18</c:v>
                </c:pt>
                <c:pt idx="22100">
                  <c:v>1.144650162514891E+18</c:v>
                </c:pt>
                <c:pt idx="22101">
                  <c:v>1.144656907141809E+18</c:v>
                </c:pt>
                <c:pt idx="22102">
                  <c:v>1.144662511603253E+18</c:v>
                </c:pt>
                <c:pt idx="22103">
                  <c:v>1.1446656433761359E+18</c:v>
                </c:pt>
                <c:pt idx="22104">
                  <c:v>1.144672568146105E+18</c:v>
                </c:pt>
                <c:pt idx="22105">
                  <c:v>1.14467780320768E+18</c:v>
                </c:pt>
                <c:pt idx="22106">
                  <c:v>1.1446876372621839E+18</c:v>
                </c:pt>
                <c:pt idx="22107">
                  <c:v>1.144704025026273E+18</c:v>
                </c:pt>
                <c:pt idx="22108">
                  <c:v>1.144713141654283E+18</c:v>
                </c:pt>
                <c:pt idx="22109">
                  <c:v>1.144738441506828E+18</c:v>
                </c:pt>
                <c:pt idx="22110">
                  <c:v>1.1449120758183709E+18</c:v>
                </c:pt>
                <c:pt idx="22111">
                  <c:v>1.144928457779916E+18</c:v>
                </c:pt>
                <c:pt idx="22112">
                  <c:v>1.145286850013084E+18</c:v>
                </c:pt>
                <c:pt idx="22113">
                  <c:v>1.145290191623225E+18</c:v>
                </c:pt>
                <c:pt idx="22114">
                  <c:v>1.145291543169516E+18</c:v>
                </c:pt>
                <c:pt idx="22115">
                  <c:v>1.145293349389712E+18</c:v>
                </c:pt>
                <c:pt idx="22116">
                  <c:v>1.14529521227618E+18</c:v>
                </c:pt>
                <c:pt idx="22117">
                  <c:v>1.145296260398796E+18</c:v>
                </c:pt>
                <c:pt idx="22118">
                  <c:v>1.145297136936764E+18</c:v>
                </c:pt>
                <c:pt idx="22119">
                  <c:v>1.145298742790613E+18</c:v>
                </c:pt>
                <c:pt idx="22120">
                  <c:v>1.145299454776769E+18</c:v>
                </c:pt>
                <c:pt idx="22121">
                  <c:v>1.145301948648124E+18</c:v>
                </c:pt>
                <c:pt idx="22122">
                  <c:v>1.14530236364018E+18</c:v>
                </c:pt>
                <c:pt idx="22123">
                  <c:v>1.1453206926123121E+18</c:v>
                </c:pt>
                <c:pt idx="22124">
                  <c:v>1.145322848860128E+18</c:v>
                </c:pt>
                <c:pt idx="22125">
                  <c:v>1.145324128200465E+18</c:v>
                </c:pt>
                <c:pt idx="22126">
                  <c:v>1.145324985636423E+18</c:v>
                </c:pt>
                <c:pt idx="22127">
                  <c:v>1.145326323294543E+18</c:v>
                </c:pt>
                <c:pt idx="22128">
                  <c:v>1.145327329732896E+18</c:v>
                </c:pt>
                <c:pt idx="22129">
                  <c:v>1.145329261769017E+18</c:v>
                </c:pt>
                <c:pt idx="22130">
                  <c:v>1.145387368450999E+18</c:v>
                </c:pt>
                <c:pt idx="22131">
                  <c:v>1.145404909777413E+18</c:v>
                </c:pt>
                <c:pt idx="22132">
                  <c:v>1.14543730155186E+18</c:v>
                </c:pt>
                <c:pt idx="22133">
                  <c:v>1.1454615308933949E+18</c:v>
                </c:pt>
                <c:pt idx="22134">
                  <c:v>1.1455022221243599E+18</c:v>
                </c:pt>
                <c:pt idx="22135">
                  <c:v>1.145511447892799E+18</c:v>
                </c:pt>
                <c:pt idx="22136">
                  <c:v>1.1455342505388451E+18</c:v>
                </c:pt>
                <c:pt idx="22137">
                  <c:v>1.145538183556124E+18</c:v>
                </c:pt>
                <c:pt idx="22138">
                  <c:v>1.145555311962326E+18</c:v>
                </c:pt>
                <c:pt idx="22139">
                  <c:v>1.145643699361761E+18</c:v>
                </c:pt>
                <c:pt idx="22140">
                  <c:v>1.145682914316789E+18</c:v>
                </c:pt>
                <c:pt idx="22141">
                  <c:v>1.145848341887963E+18</c:v>
                </c:pt>
                <c:pt idx="22142">
                  <c:v>1.145967648350447E+18</c:v>
                </c:pt>
                <c:pt idx="22143">
                  <c:v>1.145968355376343E+18</c:v>
                </c:pt>
                <c:pt idx="22144">
                  <c:v>1.145969719100175E+18</c:v>
                </c:pt>
                <c:pt idx="22145">
                  <c:v>1.14597324202634E+18</c:v>
                </c:pt>
                <c:pt idx="22146">
                  <c:v>1.145974497756348E+18</c:v>
                </c:pt>
                <c:pt idx="22147">
                  <c:v>1.145977625158353E+18</c:v>
                </c:pt>
                <c:pt idx="22148">
                  <c:v>1.145990625441823E+18</c:v>
                </c:pt>
                <c:pt idx="22149">
                  <c:v>1.145997315576175E+18</c:v>
                </c:pt>
                <c:pt idx="22150">
                  <c:v>1.146008574180409E+18</c:v>
                </c:pt>
                <c:pt idx="22151">
                  <c:v>1.146012176210347E+18</c:v>
                </c:pt>
                <c:pt idx="22152">
                  <c:v>1.146018087741882E+18</c:v>
                </c:pt>
                <c:pt idx="22153">
                  <c:v>1.146025002776816E+18</c:v>
                </c:pt>
                <c:pt idx="22154">
                  <c:v>1.1460329638387229E+18</c:v>
                </c:pt>
                <c:pt idx="22155">
                  <c:v>1.14603318812578E+18</c:v>
                </c:pt>
                <c:pt idx="22156">
                  <c:v>1.146068815592586E+18</c:v>
                </c:pt>
                <c:pt idx="22157">
                  <c:v>1.146083820781356E+18</c:v>
                </c:pt>
                <c:pt idx="22158">
                  <c:v>1.146088196852901E+18</c:v>
                </c:pt>
                <c:pt idx="22159">
                  <c:v>1.146088592279918E+18</c:v>
                </c:pt>
                <c:pt idx="22160">
                  <c:v>1.146143569427751E+18</c:v>
                </c:pt>
                <c:pt idx="22161">
                  <c:v>1.1462423493767331E+18</c:v>
                </c:pt>
                <c:pt idx="22162">
                  <c:v>1.1462475101898801E+18</c:v>
                </c:pt>
                <c:pt idx="22163">
                  <c:v>1.146255082102986E+18</c:v>
                </c:pt>
                <c:pt idx="22164">
                  <c:v>1.1462631962266269E+18</c:v>
                </c:pt>
                <c:pt idx="22165">
                  <c:v>1.14627002043181E+18</c:v>
                </c:pt>
                <c:pt idx="22166">
                  <c:v>1.1462742574029891E+18</c:v>
                </c:pt>
                <c:pt idx="22167">
                  <c:v>1.14629052706056E+18</c:v>
                </c:pt>
                <c:pt idx="22168">
                  <c:v>1.146305872010661E+18</c:v>
                </c:pt>
                <c:pt idx="22169">
                  <c:v>1.146327106426884E+18</c:v>
                </c:pt>
                <c:pt idx="22170">
                  <c:v>1.146344756377247E+18</c:v>
                </c:pt>
                <c:pt idx="22171">
                  <c:v>1.146349117747787E+18</c:v>
                </c:pt>
                <c:pt idx="22172">
                  <c:v>1.146351056241285E+18</c:v>
                </c:pt>
                <c:pt idx="22173">
                  <c:v>1.146410556252273E+18</c:v>
                </c:pt>
                <c:pt idx="22174">
                  <c:v>1.146452901345328E+18</c:v>
                </c:pt>
                <c:pt idx="22175">
                  <c:v>1.146510850666081E+18</c:v>
                </c:pt>
                <c:pt idx="22176">
                  <c:v>1.146614280067634E+18</c:v>
                </c:pt>
                <c:pt idx="22177">
                  <c:v>1.146693987487959E+18</c:v>
                </c:pt>
                <c:pt idx="22178">
                  <c:v>1.146708903130572E+18</c:v>
                </c:pt>
                <c:pt idx="22179">
                  <c:v>1.146709544041154E+18</c:v>
                </c:pt>
                <c:pt idx="22180">
                  <c:v>1.146711256307376E+18</c:v>
                </c:pt>
                <c:pt idx="22181">
                  <c:v>1.146712265728362E+18</c:v>
                </c:pt>
                <c:pt idx="22182">
                  <c:v>1.14671637461639E+18</c:v>
                </c:pt>
                <c:pt idx="22183">
                  <c:v>1.146724957959152E+18</c:v>
                </c:pt>
                <c:pt idx="22184">
                  <c:v>1.146724962340204E+18</c:v>
                </c:pt>
                <c:pt idx="22185">
                  <c:v>1.14673252896477E+18</c:v>
                </c:pt>
                <c:pt idx="22186">
                  <c:v>1.146742507253674E+18</c:v>
                </c:pt>
                <c:pt idx="22187">
                  <c:v>1.1467483143898109E+18</c:v>
                </c:pt>
                <c:pt idx="22188">
                  <c:v>1.146751843768404E+18</c:v>
                </c:pt>
                <c:pt idx="22189">
                  <c:v>1.1467647642407119E+18</c:v>
                </c:pt>
                <c:pt idx="22190">
                  <c:v>1.146769408009938E+18</c:v>
                </c:pt>
                <c:pt idx="22191">
                  <c:v>1.146782009873761E+18</c:v>
                </c:pt>
                <c:pt idx="22192">
                  <c:v>1.14678754159213E+18</c:v>
                </c:pt>
                <c:pt idx="22193">
                  <c:v>1.146808976984892E+18</c:v>
                </c:pt>
                <c:pt idx="22194">
                  <c:v>1.1468136571383439E+18</c:v>
                </c:pt>
                <c:pt idx="22195">
                  <c:v>1.1468416922359069E+18</c:v>
                </c:pt>
                <c:pt idx="22196">
                  <c:v>1.146845540929445E+18</c:v>
                </c:pt>
                <c:pt idx="22197">
                  <c:v>1.146864763449678E+18</c:v>
                </c:pt>
                <c:pt idx="22198">
                  <c:v>1.1468649683025999E+18</c:v>
                </c:pt>
                <c:pt idx="22199">
                  <c:v>1.146867119017212E+18</c:v>
                </c:pt>
                <c:pt idx="22200">
                  <c:v>1.146876534826331E+18</c:v>
                </c:pt>
                <c:pt idx="22201">
                  <c:v>1.146976803542047E+18</c:v>
                </c:pt>
                <c:pt idx="22202">
                  <c:v>1.146999645104462E+18</c:v>
                </c:pt>
                <c:pt idx="22203">
                  <c:v>1.147011127515322E+18</c:v>
                </c:pt>
                <c:pt idx="22204">
                  <c:v>1.147036189715314E+18</c:v>
                </c:pt>
                <c:pt idx="22205">
                  <c:v>1.147046671207081E+18</c:v>
                </c:pt>
                <c:pt idx="22206">
                  <c:v>1.1470545081870961E+18</c:v>
                </c:pt>
                <c:pt idx="22207">
                  <c:v>1.147054610503179E+18</c:v>
                </c:pt>
                <c:pt idx="22208">
                  <c:v>1.147117062804369E+18</c:v>
                </c:pt>
                <c:pt idx="22209">
                  <c:v>1.147120568577246E+18</c:v>
                </c:pt>
                <c:pt idx="22210">
                  <c:v>1.1473007713313149E+18</c:v>
                </c:pt>
                <c:pt idx="22211">
                  <c:v>1.147335252923007E+18</c:v>
                </c:pt>
                <c:pt idx="22212">
                  <c:v>1.147338919512827E+18</c:v>
                </c:pt>
                <c:pt idx="22213">
                  <c:v>1.1473519726856131E+18</c:v>
                </c:pt>
                <c:pt idx="22214">
                  <c:v>1.1473619577014109E+18</c:v>
                </c:pt>
                <c:pt idx="22215">
                  <c:v>1.147362172289369E+18</c:v>
                </c:pt>
                <c:pt idx="22216">
                  <c:v>1.147405970704703E+18</c:v>
                </c:pt>
                <c:pt idx="22217">
                  <c:v>1.147411122423223E+18</c:v>
                </c:pt>
                <c:pt idx="22218">
                  <c:v>1.147437398707362E+18</c:v>
                </c:pt>
                <c:pt idx="22219">
                  <c:v>1.14746321791214E+18</c:v>
                </c:pt>
                <c:pt idx="22220">
                  <c:v>1.147489533931701E+18</c:v>
                </c:pt>
                <c:pt idx="22221">
                  <c:v>1.147494017400149E+18</c:v>
                </c:pt>
                <c:pt idx="22222">
                  <c:v>1.1474978168229629E+18</c:v>
                </c:pt>
                <c:pt idx="22223">
                  <c:v>1.1475018110974051E+18</c:v>
                </c:pt>
                <c:pt idx="22224">
                  <c:v>1.147540262301018E+18</c:v>
                </c:pt>
                <c:pt idx="22225">
                  <c:v>1.147548510252001E+18</c:v>
                </c:pt>
                <c:pt idx="22226">
                  <c:v>1.147551146720671E+18</c:v>
                </c:pt>
                <c:pt idx="22227">
                  <c:v>1.147551627122777E+18</c:v>
                </c:pt>
                <c:pt idx="22228">
                  <c:v>1.147556245548364E+18</c:v>
                </c:pt>
                <c:pt idx="22229">
                  <c:v>1.147557725424761E+18</c:v>
                </c:pt>
                <c:pt idx="22230">
                  <c:v>1.147563056957055E+18</c:v>
                </c:pt>
                <c:pt idx="22231">
                  <c:v>1.147584584163343E+18</c:v>
                </c:pt>
                <c:pt idx="22232">
                  <c:v>1.14758983869027E+18</c:v>
                </c:pt>
                <c:pt idx="22233">
                  <c:v>1.147594082739742E+18</c:v>
                </c:pt>
                <c:pt idx="22234">
                  <c:v>1.147596172388208E+18</c:v>
                </c:pt>
                <c:pt idx="22235">
                  <c:v>1.1475997371253309E+18</c:v>
                </c:pt>
                <c:pt idx="22236">
                  <c:v>1.147600047824064E+18</c:v>
                </c:pt>
                <c:pt idx="22237">
                  <c:v>1.147614138504662E+18</c:v>
                </c:pt>
                <c:pt idx="22238">
                  <c:v>1.14761665589741E+18</c:v>
                </c:pt>
                <c:pt idx="22239">
                  <c:v>1.1476181312596081E+18</c:v>
                </c:pt>
                <c:pt idx="22240">
                  <c:v>1.14762100747701E+18</c:v>
                </c:pt>
                <c:pt idx="22241">
                  <c:v>1.147624986822762E+18</c:v>
                </c:pt>
                <c:pt idx="22242">
                  <c:v>1.147630320543316E+18</c:v>
                </c:pt>
                <c:pt idx="22243">
                  <c:v>1.1476325947529521E+18</c:v>
                </c:pt>
                <c:pt idx="22244">
                  <c:v>1.147633088271935E+18</c:v>
                </c:pt>
                <c:pt idx="22245">
                  <c:v>1.147635722392718E+18</c:v>
                </c:pt>
                <c:pt idx="22246">
                  <c:v>1.147638681167385E+18</c:v>
                </c:pt>
                <c:pt idx="22247">
                  <c:v>1.147647158630898E+18</c:v>
                </c:pt>
                <c:pt idx="22248">
                  <c:v>1.1476495340241999E+18</c:v>
                </c:pt>
                <c:pt idx="22249">
                  <c:v>1.1476518010720079E+18</c:v>
                </c:pt>
                <c:pt idx="22250">
                  <c:v>1.14766191253072E+18</c:v>
                </c:pt>
                <c:pt idx="22251">
                  <c:v>1.147664733187966E+18</c:v>
                </c:pt>
                <c:pt idx="22252">
                  <c:v>1.1476679789863011E+18</c:v>
                </c:pt>
                <c:pt idx="22253">
                  <c:v>1.1476702449490531E+18</c:v>
                </c:pt>
                <c:pt idx="22254">
                  <c:v>1.147672114076059E+18</c:v>
                </c:pt>
                <c:pt idx="22255">
                  <c:v>1.1476743856321309E+18</c:v>
                </c:pt>
                <c:pt idx="22256">
                  <c:v>1.147676757301665E+18</c:v>
                </c:pt>
                <c:pt idx="22257">
                  <c:v>1.147678953331863E+18</c:v>
                </c:pt>
                <c:pt idx="22258">
                  <c:v>1.1476794262195331E+18</c:v>
                </c:pt>
                <c:pt idx="22259">
                  <c:v>1.14768213082163E+18</c:v>
                </c:pt>
                <c:pt idx="22260">
                  <c:v>1.147684337805572E+18</c:v>
                </c:pt>
                <c:pt idx="22261">
                  <c:v>1.147686524333883E+18</c:v>
                </c:pt>
                <c:pt idx="22262">
                  <c:v>1.14768922060047E+18</c:v>
                </c:pt>
                <c:pt idx="22263">
                  <c:v>1.147691354000343E+18</c:v>
                </c:pt>
                <c:pt idx="22264">
                  <c:v>1.147697260922395E+18</c:v>
                </c:pt>
                <c:pt idx="22265">
                  <c:v>1.1476975563180931E+18</c:v>
                </c:pt>
                <c:pt idx="22266">
                  <c:v>1.147780070032746E+18</c:v>
                </c:pt>
                <c:pt idx="22267">
                  <c:v>1.147784503914032E+18</c:v>
                </c:pt>
                <c:pt idx="22268">
                  <c:v>1.1477867124462109E+18</c:v>
                </c:pt>
                <c:pt idx="22269">
                  <c:v>1.1477886144782371E+18</c:v>
                </c:pt>
                <c:pt idx="22270">
                  <c:v>1.14778918971357E+18</c:v>
                </c:pt>
                <c:pt idx="22271">
                  <c:v>1.1477961578729411E+18</c:v>
                </c:pt>
                <c:pt idx="22272">
                  <c:v>1.147798895880722E+18</c:v>
                </c:pt>
                <c:pt idx="22273">
                  <c:v>1.14780412470517E+18</c:v>
                </c:pt>
                <c:pt idx="22274">
                  <c:v>1.1478202010842319E+18</c:v>
                </c:pt>
                <c:pt idx="22275">
                  <c:v>1.147837351055381E+18</c:v>
                </c:pt>
                <c:pt idx="22276">
                  <c:v>1.1478390183701571E+18</c:v>
                </c:pt>
                <c:pt idx="22277">
                  <c:v>1.1480569091514051E+18</c:v>
                </c:pt>
                <c:pt idx="22278">
                  <c:v>1.148069293193258E+18</c:v>
                </c:pt>
                <c:pt idx="22279">
                  <c:v>1.148110677801018E+18</c:v>
                </c:pt>
                <c:pt idx="22280">
                  <c:v>1.148138734010939E+18</c:v>
                </c:pt>
                <c:pt idx="22281">
                  <c:v>1.148187949890377E+18</c:v>
                </c:pt>
                <c:pt idx="22282">
                  <c:v>1.148228492584209E+18</c:v>
                </c:pt>
                <c:pt idx="22283">
                  <c:v>1.148254103614615E+18</c:v>
                </c:pt>
                <c:pt idx="22284">
                  <c:v>1.148274255637291E+18</c:v>
                </c:pt>
                <c:pt idx="22285">
                  <c:v>1.148276127386113E+18</c:v>
                </c:pt>
                <c:pt idx="22286">
                  <c:v>1.148282207551135E+18</c:v>
                </c:pt>
                <c:pt idx="22287">
                  <c:v>1.148283353284543E+18</c:v>
                </c:pt>
                <c:pt idx="22288">
                  <c:v>1.148287415937813E+18</c:v>
                </c:pt>
                <c:pt idx="22289">
                  <c:v>1.148294731904319E+18</c:v>
                </c:pt>
                <c:pt idx="22290">
                  <c:v>1.148313512729529E+18</c:v>
                </c:pt>
                <c:pt idx="22291">
                  <c:v>1.148315146026564E+18</c:v>
                </c:pt>
                <c:pt idx="22292">
                  <c:v>1.148320856142379E+18</c:v>
                </c:pt>
                <c:pt idx="22293">
                  <c:v>1.148321513147991E+18</c:v>
                </c:pt>
                <c:pt idx="22294">
                  <c:v>1.148334715526635E+18</c:v>
                </c:pt>
                <c:pt idx="22295">
                  <c:v>1.148335860702832E+18</c:v>
                </c:pt>
                <c:pt idx="22296">
                  <c:v>1.148366236591692E+18</c:v>
                </c:pt>
                <c:pt idx="22297">
                  <c:v>1.148381865697316E+18</c:v>
                </c:pt>
                <c:pt idx="22298">
                  <c:v>1.148388623466197E+18</c:v>
                </c:pt>
                <c:pt idx="22299">
                  <c:v>1.148412703785815E+18</c:v>
                </c:pt>
                <c:pt idx="22300">
                  <c:v>1.1484244351322161E+18</c:v>
                </c:pt>
                <c:pt idx="22301">
                  <c:v>1.148440273028789E+18</c:v>
                </c:pt>
                <c:pt idx="22302">
                  <c:v>1.148460680016321E+18</c:v>
                </c:pt>
                <c:pt idx="22303">
                  <c:v>1.14847598616208E+18</c:v>
                </c:pt>
                <c:pt idx="22304">
                  <c:v>1.148488152844377E+18</c:v>
                </c:pt>
                <c:pt idx="22305">
                  <c:v>1.148507156695966E+18</c:v>
                </c:pt>
                <c:pt idx="22306">
                  <c:v>1.148518681151898E+18</c:v>
                </c:pt>
                <c:pt idx="22307">
                  <c:v>1.1485236666471389E+18</c:v>
                </c:pt>
                <c:pt idx="22308">
                  <c:v>1.148535953717233E+18</c:v>
                </c:pt>
                <c:pt idx="22309">
                  <c:v>1.1485376065797839E+18</c:v>
                </c:pt>
                <c:pt idx="22310">
                  <c:v>1.148538663275796E+18</c:v>
                </c:pt>
                <c:pt idx="22311">
                  <c:v>1.148539757478123E+18</c:v>
                </c:pt>
                <c:pt idx="22312">
                  <c:v>1.148546875613492E+18</c:v>
                </c:pt>
                <c:pt idx="22313">
                  <c:v>1.148563024924735E+18</c:v>
                </c:pt>
                <c:pt idx="22314">
                  <c:v>1.148565418178556E+18</c:v>
                </c:pt>
                <c:pt idx="22315">
                  <c:v>1.148566335011522E+18</c:v>
                </c:pt>
                <c:pt idx="22316">
                  <c:v>1.148824208895055E+18</c:v>
                </c:pt>
                <c:pt idx="22317">
                  <c:v>1.14883770498699E+18</c:v>
                </c:pt>
                <c:pt idx="22318">
                  <c:v>1.1488630447840719E+18</c:v>
                </c:pt>
                <c:pt idx="22319">
                  <c:v>1.148886470401243E+18</c:v>
                </c:pt>
                <c:pt idx="22320">
                  <c:v>1.14891717104773E+18</c:v>
                </c:pt>
                <c:pt idx="22321">
                  <c:v>1.148965228487362E+18</c:v>
                </c:pt>
                <c:pt idx="22322">
                  <c:v>1.148975586578937E+18</c:v>
                </c:pt>
                <c:pt idx="22323">
                  <c:v>1.1490044373448189E+18</c:v>
                </c:pt>
                <c:pt idx="22324">
                  <c:v>1.1490280302234909E+18</c:v>
                </c:pt>
                <c:pt idx="22325">
                  <c:v>1.1490987122416241E+18</c:v>
                </c:pt>
                <c:pt idx="22326">
                  <c:v>1.1490992646132931E+18</c:v>
                </c:pt>
                <c:pt idx="22327">
                  <c:v>1.149102854204502E+18</c:v>
                </c:pt>
                <c:pt idx="22328">
                  <c:v>1.14912527256155E+18</c:v>
                </c:pt>
                <c:pt idx="22329">
                  <c:v>1.149144585966106E+18</c:v>
                </c:pt>
                <c:pt idx="22330">
                  <c:v>1.149272064506911E+18</c:v>
                </c:pt>
                <c:pt idx="22331">
                  <c:v>1.149296566664912E+18</c:v>
                </c:pt>
                <c:pt idx="22332">
                  <c:v>1.1495572329381949E+18</c:v>
                </c:pt>
                <c:pt idx="22333">
                  <c:v>1.149557728586228E+18</c:v>
                </c:pt>
                <c:pt idx="22334">
                  <c:v>1.149557822485621E+18</c:v>
                </c:pt>
                <c:pt idx="22335">
                  <c:v>1.149557933412151E+18</c:v>
                </c:pt>
                <c:pt idx="22336">
                  <c:v>1.149557985199775E+18</c:v>
                </c:pt>
                <c:pt idx="22337">
                  <c:v>1.14955804282547E+18</c:v>
                </c:pt>
                <c:pt idx="22338">
                  <c:v>1.149558100569984E+18</c:v>
                </c:pt>
                <c:pt idx="22339">
                  <c:v>1.1495581566819599E+18</c:v>
                </c:pt>
                <c:pt idx="22340">
                  <c:v>1.149558208659812E+18</c:v>
                </c:pt>
                <c:pt idx="22341">
                  <c:v>1.149558261570566E+18</c:v>
                </c:pt>
                <c:pt idx="22342">
                  <c:v>1.149572878330533E+18</c:v>
                </c:pt>
                <c:pt idx="22343">
                  <c:v>1.149577678966602E+18</c:v>
                </c:pt>
                <c:pt idx="22344">
                  <c:v>1.149607216441588E+18</c:v>
                </c:pt>
                <c:pt idx="22345">
                  <c:v>1.14974555492147E+18</c:v>
                </c:pt>
                <c:pt idx="22346">
                  <c:v>1.149771662570112E+18</c:v>
                </c:pt>
                <c:pt idx="22347">
                  <c:v>1.149787162427266E+18</c:v>
                </c:pt>
                <c:pt idx="22348">
                  <c:v>1.149831527461948E+18</c:v>
                </c:pt>
                <c:pt idx="22349">
                  <c:v>1.1498580951037571E+18</c:v>
                </c:pt>
                <c:pt idx="22350">
                  <c:v>1.149865164975806E+18</c:v>
                </c:pt>
                <c:pt idx="22351">
                  <c:v>1.149869904741785E+18</c:v>
                </c:pt>
                <c:pt idx="22352">
                  <c:v>1.149886095502171E+18</c:v>
                </c:pt>
                <c:pt idx="22353">
                  <c:v>1.149929146169569E+18</c:v>
                </c:pt>
                <c:pt idx="22354">
                  <c:v>1.149931757190779E+18</c:v>
                </c:pt>
                <c:pt idx="22355">
                  <c:v>1.149955171250998E+18</c:v>
                </c:pt>
                <c:pt idx="22356">
                  <c:v>1.1499871957405891E+18</c:v>
                </c:pt>
                <c:pt idx="22357">
                  <c:v>1.150003697665841E+18</c:v>
                </c:pt>
                <c:pt idx="22358">
                  <c:v>1.150028415753601E+18</c:v>
                </c:pt>
                <c:pt idx="22359">
                  <c:v>1.150062702264539E+18</c:v>
                </c:pt>
                <c:pt idx="22360">
                  <c:v>1.150131649040986E+18</c:v>
                </c:pt>
                <c:pt idx="22361">
                  <c:v>1.150139109226631E+18</c:v>
                </c:pt>
                <c:pt idx="22362">
                  <c:v>1.150319311652793E+18</c:v>
                </c:pt>
                <c:pt idx="22363">
                  <c:v>1.150327459357438E+18</c:v>
                </c:pt>
                <c:pt idx="22364">
                  <c:v>1.150333318282537E+18</c:v>
                </c:pt>
                <c:pt idx="22365">
                  <c:v>1.150476736757104E+18</c:v>
                </c:pt>
                <c:pt idx="22366">
                  <c:v>1.150494856427265E+18</c:v>
                </c:pt>
                <c:pt idx="22367">
                  <c:v>1.150496163766105E+18</c:v>
                </c:pt>
                <c:pt idx="22368">
                  <c:v>1.150500689581791E+18</c:v>
                </c:pt>
                <c:pt idx="22369">
                  <c:v>1.15052950125531E+18</c:v>
                </c:pt>
                <c:pt idx="22370">
                  <c:v>1.150550035418527E+18</c:v>
                </c:pt>
                <c:pt idx="22371">
                  <c:v>1.150564451380016E+18</c:v>
                </c:pt>
                <c:pt idx="22372">
                  <c:v>1.150576297567898E+18</c:v>
                </c:pt>
                <c:pt idx="22373">
                  <c:v>1.1505950967017469E+18</c:v>
                </c:pt>
                <c:pt idx="22374">
                  <c:v>1.150600855349073E+18</c:v>
                </c:pt>
                <c:pt idx="22375">
                  <c:v>1.150612105314052E+18</c:v>
                </c:pt>
                <c:pt idx="22376">
                  <c:v>1.150645408343311E+18</c:v>
                </c:pt>
                <c:pt idx="22377">
                  <c:v>1.150647248675882E+18</c:v>
                </c:pt>
                <c:pt idx="22378">
                  <c:v>1.150675292267471E+18</c:v>
                </c:pt>
                <c:pt idx="22379">
                  <c:v>1.150710778903033E+18</c:v>
                </c:pt>
                <c:pt idx="22380">
                  <c:v>1.150984382511701E+18</c:v>
                </c:pt>
                <c:pt idx="22381">
                  <c:v>1.151000295208594E+18</c:v>
                </c:pt>
                <c:pt idx="22382">
                  <c:v>1.151027569544706E+18</c:v>
                </c:pt>
                <c:pt idx="22383">
                  <c:v>1.151041123918021E+18</c:v>
                </c:pt>
                <c:pt idx="22384">
                  <c:v>1.151045097624055E+18</c:v>
                </c:pt>
                <c:pt idx="22385">
                  <c:v>1.151056752233195E+18</c:v>
                </c:pt>
                <c:pt idx="22386">
                  <c:v>1.151072111360758E+18</c:v>
                </c:pt>
                <c:pt idx="22387">
                  <c:v>1.151075068715591E+18</c:v>
                </c:pt>
                <c:pt idx="22388">
                  <c:v>1.1510843785083491E+18</c:v>
                </c:pt>
                <c:pt idx="22389">
                  <c:v>1.1510890477918371E+18</c:v>
                </c:pt>
                <c:pt idx="22390">
                  <c:v>1.151139189205124E+18</c:v>
                </c:pt>
                <c:pt idx="22391">
                  <c:v>1.151140617637536E+18</c:v>
                </c:pt>
                <c:pt idx="22392">
                  <c:v>1.1511702845076029E+18</c:v>
                </c:pt>
                <c:pt idx="22393">
                  <c:v>1.1511838255456291E+18</c:v>
                </c:pt>
                <c:pt idx="22394">
                  <c:v>1.151183869995895E+18</c:v>
                </c:pt>
                <c:pt idx="22395">
                  <c:v>1.1511889293074109E+18</c:v>
                </c:pt>
                <c:pt idx="22396">
                  <c:v>1.151216225057104E+18</c:v>
                </c:pt>
                <c:pt idx="22397">
                  <c:v>1.15122418344008E+18</c:v>
                </c:pt>
                <c:pt idx="22398">
                  <c:v>1.151244295727322E+18</c:v>
                </c:pt>
                <c:pt idx="22399">
                  <c:v>1.151284817801335E+18</c:v>
                </c:pt>
                <c:pt idx="22400">
                  <c:v>1.151293052643396E+18</c:v>
                </c:pt>
                <c:pt idx="22401">
                  <c:v>1.151309626338254E+18</c:v>
                </c:pt>
                <c:pt idx="22402">
                  <c:v>1.1513196284602531E+18</c:v>
                </c:pt>
                <c:pt idx="22403">
                  <c:v>1.151320048490846E+18</c:v>
                </c:pt>
                <c:pt idx="22404">
                  <c:v>1.151320537018879E+18</c:v>
                </c:pt>
                <c:pt idx="22405">
                  <c:v>1.15132896652381E+18</c:v>
                </c:pt>
                <c:pt idx="22406">
                  <c:v>1.151370956370356E+18</c:v>
                </c:pt>
                <c:pt idx="22407">
                  <c:v>1.151371743544726E+18</c:v>
                </c:pt>
                <c:pt idx="22408">
                  <c:v>1.151383059566535E+18</c:v>
                </c:pt>
                <c:pt idx="22409">
                  <c:v>1.151388082980959E+18</c:v>
                </c:pt>
                <c:pt idx="22410">
                  <c:v>1.1514232743437309E+18</c:v>
                </c:pt>
                <c:pt idx="22411">
                  <c:v>1.151429562123148E+18</c:v>
                </c:pt>
                <c:pt idx="22412">
                  <c:v>1.15143095557352E+18</c:v>
                </c:pt>
                <c:pt idx="22413">
                  <c:v>1.151462287321774E+18</c:v>
                </c:pt>
                <c:pt idx="22414">
                  <c:v>1.1514666992335549E+18</c:v>
                </c:pt>
                <c:pt idx="22415">
                  <c:v>1.151538483836693E+18</c:v>
                </c:pt>
                <c:pt idx="22416">
                  <c:v>1.151555527605282E+18</c:v>
                </c:pt>
                <c:pt idx="22417">
                  <c:v>1.1515613016705309E+18</c:v>
                </c:pt>
                <c:pt idx="22418">
                  <c:v>1.151750238585339E+18</c:v>
                </c:pt>
                <c:pt idx="22419">
                  <c:v>1.151761158676724E+18</c:v>
                </c:pt>
                <c:pt idx="22420">
                  <c:v>1.151774511198449E+18</c:v>
                </c:pt>
                <c:pt idx="22421">
                  <c:v>1.151777244265148E+18</c:v>
                </c:pt>
                <c:pt idx="22422">
                  <c:v>1.1518009252060029E+18</c:v>
                </c:pt>
                <c:pt idx="22423">
                  <c:v>1.151881682275513E+18</c:v>
                </c:pt>
                <c:pt idx="22424">
                  <c:v>1.151912922150288E+18</c:v>
                </c:pt>
                <c:pt idx="22425">
                  <c:v>1.151929493585813E+18</c:v>
                </c:pt>
                <c:pt idx="22426">
                  <c:v>1.1519482107493469E+18</c:v>
                </c:pt>
                <c:pt idx="22427">
                  <c:v>1.151965651530448E+18</c:v>
                </c:pt>
                <c:pt idx="22428">
                  <c:v>1.151971147641479E+18</c:v>
                </c:pt>
                <c:pt idx="22429">
                  <c:v>1.15197684232362E+18</c:v>
                </c:pt>
                <c:pt idx="22430">
                  <c:v>1.151985471293106E+18</c:v>
                </c:pt>
                <c:pt idx="22431">
                  <c:v>1.152025058367311E+18</c:v>
                </c:pt>
                <c:pt idx="22432">
                  <c:v>1.152047828533214E+18</c:v>
                </c:pt>
                <c:pt idx="22433">
                  <c:v>1.152048766320031E+18</c:v>
                </c:pt>
                <c:pt idx="22434">
                  <c:v>1.15205025011525E+18</c:v>
                </c:pt>
                <c:pt idx="22435">
                  <c:v>1.152050895902783E+18</c:v>
                </c:pt>
                <c:pt idx="22436">
                  <c:v>1.1520792452187651E+18</c:v>
                </c:pt>
                <c:pt idx="22437">
                  <c:v>1.152084848391364E+18</c:v>
                </c:pt>
                <c:pt idx="22438">
                  <c:v>1.152097304903273E+18</c:v>
                </c:pt>
                <c:pt idx="22439">
                  <c:v>1.152105126751103E+18</c:v>
                </c:pt>
                <c:pt idx="22440">
                  <c:v>1.1521125472257731E+18</c:v>
                </c:pt>
                <c:pt idx="22441">
                  <c:v>1.152124253666022E+18</c:v>
                </c:pt>
                <c:pt idx="22442">
                  <c:v>1.152127792783209E+18</c:v>
                </c:pt>
                <c:pt idx="22443">
                  <c:v>1.152129723492652E+18</c:v>
                </c:pt>
                <c:pt idx="22444">
                  <c:v>1.152139363560812E+18</c:v>
                </c:pt>
                <c:pt idx="22445">
                  <c:v>1.152157746917616E+18</c:v>
                </c:pt>
                <c:pt idx="22446">
                  <c:v>1.1521632326460291E+18</c:v>
                </c:pt>
                <c:pt idx="22447">
                  <c:v>1.152212978160176E+18</c:v>
                </c:pt>
                <c:pt idx="22448">
                  <c:v>1.152463983065239E+18</c:v>
                </c:pt>
                <c:pt idx="22449">
                  <c:v>1.1524822058116131E+18</c:v>
                </c:pt>
                <c:pt idx="22450">
                  <c:v>1.152561316546906E+18</c:v>
                </c:pt>
                <c:pt idx="22451">
                  <c:v>1.152564244352889E+18</c:v>
                </c:pt>
                <c:pt idx="22452">
                  <c:v>1.15258132240481E+18</c:v>
                </c:pt>
                <c:pt idx="22453">
                  <c:v>1.152582237575274E+18</c:v>
                </c:pt>
                <c:pt idx="22454">
                  <c:v>1.152583261962903E+18</c:v>
                </c:pt>
                <c:pt idx="22455">
                  <c:v>1.152583683038682E+18</c:v>
                </c:pt>
                <c:pt idx="22456">
                  <c:v>1.1525838389210211E+18</c:v>
                </c:pt>
                <c:pt idx="22457">
                  <c:v>1.152585278789121E+18</c:v>
                </c:pt>
                <c:pt idx="22458">
                  <c:v>1.152593437304426E+18</c:v>
                </c:pt>
                <c:pt idx="22459">
                  <c:v>1.1526056353026691E+18</c:v>
                </c:pt>
                <c:pt idx="22460">
                  <c:v>1.152606166712609E+18</c:v>
                </c:pt>
                <c:pt idx="22461">
                  <c:v>1.152621565917121E+18</c:v>
                </c:pt>
                <c:pt idx="22462">
                  <c:v>1.1526265535472291E+18</c:v>
                </c:pt>
                <c:pt idx="22463">
                  <c:v>1.152629893136668E+18</c:v>
                </c:pt>
                <c:pt idx="22464">
                  <c:v>1.1526331913771491E+18</c:v>
                </c:pt>
                <c:pt idx="22465">
                  <c:v>1.152639237251897E+18</c:v>
                </c:pt>
                <c:pt idx="22466">
                  <c:v>1.1526432039174909E+18</c:v>
                </c:pt>
                <c:pt idx="22467">
                  <c:v>1.152647175010111E+18</c:v>
                </c:pt>
                <c:pt idx="22468">
                  <c:v>1.152653414709989E+18</c:v>
                </c:pt>
                <c:pt idx="22469">
                  <c:v>1.1526819082672829E+18</c:v>
                </c:pt>
                <c:pt idx="22470">
                  <c:v>1.152690345268094E+18</c:v>
                </c:pt>
                <c:pt idx="22471">
                  <c:v>1.152697999535247E+18</c:v>
                </c:pt>
                <c:pt idx="22472">
                  <c:v>1.152718953487455E+18</c:v>
                </c:pt>
                <c:pt idx="22473">
                  <c:v>1.152720530769303E+18</c:v>
                </c:pt>
                <c:pt idx="22474">
                  <c:v>1.152729867820418E+18</c:v>
                </c:pt>
                <c:pt idx="22475">
                  <c:v>1.152791951593286E+18</c:v>
                </c:pt>
                <c:pt idx="22476">
                  <c:v>1.152884471669898E+18</c:v>
                </c:pt>
                <c:pt idx="22477">
                  <c:v>1.152894875327273E+18</c:v>
                </c:pt>
                <c:pt idx="22478">
                  <c:v>1.152904317415385E+18</c:v>
                </c:pt>
                <c:pt idx="22479">
                  <c:v>1.1529286770014451E+18</c:v>
                </c:pt>
                <c:pt idx="22480">
                  <c:v>1.153175419686294E+18</c:v>
                </c:pt>
                <c:pt idx="22481">
                  <c:v>1.153185335258444E+18</c:v>
                </c:pt>
                <c:pt idx="22482">
                  <c:v>1.1532735719661051E+18</c:v>
                </c:pt>
                <c:pt idx="22483">
                  <c:v>1.1532892692221199E+18</c:v>
                </c:pt>
                <c:pt idx="22484">
                  <c:v>1.153291615555649E+18</c:v>
                </c:pt>
                <c:pt idx="22485">
                  <c:v>1.1533034760404559E+18</c:v>
                </c:pt>
                <c:pt idx="22486">
                  <c:v>1.1533156437419251E+18</c:v>
                </c:pt>
                <c:pt idx="22487">
                  <c:v>1.1533219548228421E+18</c:v>
                </c:pt>
                <c:pt idx="22488">
                  <c:v>1.15332489752573E+18</c:v>
                </c:pt>
                <c:pt idx="22489">
                  <c:v>1.1533404109800929E+18</c:v>
                </c:pt>
                <c:pt idx="22490">
                  <c:v>1.153351444397566E+18</c:v>
                </c:pt>
                <c:pt idx="22491">
                  <c:v>1.15338566283411E+18</c:v>
                </c:pt>
                <c:pt idx="22492">
                  <c:v>1.153386289129591E+18</c:v>
                </c:pt>
                <c:pt idx="22493">
                  <c:v>1.1533957837336781E+18</c:v>
                </c:pt>
                <c:pt idx="22494">
                  <c:v>1.1534209572338209E+18</c:v>
                </c:pt>
                <c:pt idx="22495">
                  <c:v>1.153432792879115E+18</c:v>
                </c:pt>
                <c:pt idx="22496">
                  <c:v>1.153481334064673E+18</c:v>
                </c:pt>
                <c:pt idx="22497">
                  <c:v>1.153547476023049E+18</c:v>
                </c:pt>
                <c:pt idx="22498">
                  <c:v>1.1535635294135941E+18</c:v>
                </c:pt>
                <c:pt idx="22499">
                  <c:v>1.1535894641793459E+18</c:v>
                </c:pt>
                <c:pt idx="22500">
                  <c:v>1.1536003288609469E+18</c:v>
                </c:pt>
                <c:pt idx="22501">
                  <c:v>1.1539437329284219E+18</c:v>
                </c:pt>
                <c:pt idx="22502">
                  <c:v>1.1539710531955479E+18</c:v>
                </c:pt>
                <c:pt idx="22503">
                  <c:v>1.153973412745502E+18</c:v>
                </c:pt>
                <c:pt idx="22504">
                  <c:v>1.1539924524352141E+18</c:v>
                </c:pt>
                <c:pt idx="22505">
                  <c:v>1.15401830176307E+18</c:v>
                </c:pt>
                <c:pt idx="22506">
                  <c:v>1.1540385566856351E+18</c:v>
                </c:pt>
                <c:pt idx="22507">
                  <c:v>1.1540557303475781E+18</c:v>
                </c:pt>
                <c:pt idx="22508">
                  <c:v>1.154085899904074E+18</c:v>
                </c:pt>
                <c:pt idx="22509">
                  <c:v>1.154113444731284E+18</c:v>
                </c:pt>
                <c:pt idx="22510">
                  <c:v>1.1541185612782259E+18</c:v>
                </c:pt>
                <c:pt idx="22511">
                  <c:v>1.1541319731988879E+18</c:v>
                </c:pt>
                <c:pt idx="22512">
                  <c:v>1.1541345554214981E+18</c:v>
                </c:pt>
                <c:pt idx="22513">
                  <c:v>1.1541401362736791E+18</c:v>
                </c:pt>
                <c:pt idx="22514">
                  <c:v>1.1541510612794829E+18</c:v>
                </c:pt>
                <c:pt idx="22515">
                  <c:v>1.1541780760055611E+18</c:v>
                </c:pt>
                <c:pt idx="22516">
                  <c:v>1.154180595473111E+18</c:v>
                </c:pt>
                <c:pt idx="22517">
                  <c:v>1.154242202162846E+18</c:v>
                </c:pt>
                <c:pt idx="22518">
                  <c:v>1.1542432849452941E+18</c:v>
                </c:pt>
                <c:pt idx="22519">
                  <c:v>1.154264011866389E+18</c:v>
                </c:pt>
                <c:pt idx="22520">
                  <c:v>1.1542725491299379E+18</c:v>
                </c:pt>
                <c:pt idx="22521">
                  <c:v>1.1542963738279521E+18</c:v>
                </c:pt>
                <c:pt idx="22522">
                  <c:v>1.154298358410049E+18</c:v>
                </c:pt>
                <c:pt idx="22523">
                  <c:v>1.1543826712554419E+18</c:v>
                </c:pt>
                <c:pt idx="22524">
                  <c:v>1.1543927875071491E+18</c:v>
                </c:pt>
                <c:pt idx="22525">
                  <c:v>1.154497907581503E+18</c:v>
                </c:pt>
                <c:pt idx="22526">
                  <c:v>1.1546465309946109E+18</c:v>
                </c:pt>
                <c:pt idx="22527">
                  <c:v>1.154707064245567E+18</c:v>
                </c:pt>
                <c:pt idx="22528">
                  <c:v>1.154734991991116E+18</c:v>
                </c:pt>
                <c:pt idx="22529">
                  <c:v>1.154784532381217E+18</c:v>
                </c:pt>
                <c:pt idx="22530">
                  <c:v>1.154785494377758E+18</c:v>
                </c:pt>
                <c:pt idx="22531">
                  <c:v>1.1548014884158879E+18</c:v>
                </c:pt>
                <c:pt idx="22532">
                  <c:v>1.154828249120265E+18</c:v>
                </c:pt>
                <c:pt idx="22533">
                  <c:v>1.15492089520878E+18</c:v>
                </c:pt>
                <c:pt idx="22534">
                  <c:v>1.154925635193718E+18</c:v>
                </c:pt>
                <c:pt idx="22535">
                  <c:v>1.155028897334615E+18</c:v>
                </c:pt>
                <c:pt idx="22536">
                  <c:v>1.1550557194381949E+18</c:v>
                </c:pt>
                <c:pt idx="22537">
                  <c:v>1.1550624794684869E+18</c:v>
                </c:pt>
                <c:pt idx="22538">
                  <c:v>1.1550804782906611E+18</c:v>
                </c:pt>
                <c:pt idx="22539">
                  <c:v>1.1550937854865331E+18</c:v>
                </c:pt>
                <c:pt idx="22540">
                  <c:v>1.1551111350282639E+18</c:v>
                </c:pt>
                <c:pt idx="22541">
                  <c:v>1.155133193253346E+18</c:v>
                </c:pt>
                <c:pt idx="22542">
                  <c:v>1.155134069420052E+18</c:v>
                </c:pt>
                <c:pt idx="22543">
                  <c:v>1.1553692394969961E+18</c:v>
                </c:pt>
                <c:pt idx="22544">
                  <c:v>1.1553965856619571E+18</c:v>
                </c:pt>
                <c:pt idx="22545">
                  <c:v>1.1554303737656691E+18</c:v>
                </c:pt>
                <c:pt idx="22546">
                  <c:v>1.1554463928266829E+18</c:v>
                </c:pt>
                <c:pt idx="22547">
                  <c:v>1.1554488423078679E+18</c:v>
                </c:pt>
                <c:pt idx="22548">
                  <c:v>1.1554494271216059E+18</c:v>
                </c:pt>
                <c:pt idx="22549">
                  <c:v>1.155450356460704E+18</c:v>
                </c:pt>
                <c:pt idx="22550">
                  <c:v>1.155524382849239E+18</c:v>
                </c:pt>
                <c:pt idx="22551">
                  <c:v>1.1555336202875599E+18</c:v>
                </c:pt>
                <c:pt idx="22552">
                  <c:v>1.155557653256212E+18</c:v>
                </c:pt>
                <c:pt idx="22553">
                  <c:v>1.1555869998269E+18</c:v>
                </c:pt>
                <c:pt idx="22554">
                  <c:v>1.1555872039208571E+18</c:v>
                </c:pt>
                <c:pt idx="22555">
                  <c:v>1.155594532267775E+18</c:v>
                </c:pt>
                <c:pt idx="22556">
                  <c:v>1.1556045189275361E+18</c:v>
                </c:pt>
                <c:pt idx="22557">
                  <c:v>1.1556050666076081E+18</c:v>
                </c:pt>
                <c:pt idx="22558">
                  <c:v>1.1556093185825111E+18</c:v>
                </c:pt>
                <c:pt idx="22559">
                  <c:v>1.1557207012656691E+18</c:v>
                </c:pt>
                <c:pt idx="22560">
                  <c:v>1.1557334088888809E+18</c:v>
                </c:pt>
                <c:pt idx="22561">
                  <c:v>1.1557336174471859E+18</c:v>
                </c:pt>
                <c:pt idx="22562">
                  <c:v>1.1557611905708119E+18</c:v>
                </c:pt>
                <c:pt idx="22563">
                  <c:v>1.1557755035872791E+18</c:v>
                </c:pt>
                <c:pt idx="22564">
                  <c:v>1.1561348450823869E+18</c:v>
                </c:pt>
                <c:pt idx="22565">
                  <c:v>1.1561563731617449E+18</c:v>
                </c:pt>
                <c:pt idx="22566">
                  <c:v>1.1561679011726761E+18</c:v>
                </c:pt>
                <c:pt idx="22567">
                  <c:v>1.156169075280834E+18</c:v>
                </c:pt>
                <c:pt idx="22568">
                  <c:v>1.156194704774178E+18</c:v>
                </c:pt>
                <c:pt idx="22569">
                  <c:v>1.156211337975966E+18</c:v>
                </c:pt>
                <c:pt idx="22570">
                  <c:v>1.1562723961475599E+18</c:v>
                </c:pt>
                <c:pt idx="22571">
                  <c:v>1.156273294883415E+18</c:v>
                </c:pt>
                <c:pt idx="22572">
                  <c:v>1.156277950988684E+18</c:v>
                </c:pt>
                <c:pt idx="22573">
                  <c:v>1.156281771139358E+18</c:v>
                </c:pt>
                <c:pt idx="22574">
                  <c:v>1.1563251944673889E+18</c:v>
                </c:pt>
                <c:pt idx="22575">
                  <c:v>1.1563257614192159E+18</c:v>
                </c:pt>
                <c:pt idx="22576">
                  <c:v>1.1563514126788129E+18</c:v>
                </c:pt>
                <c:pt idx="22577">
                  <c:v>1.156362040932682E+18</c:v>
                </c:pt>
                <c:pt idx="22578">
                  <c:v>1.1563773476395679E+18</c:v>
                </c:pt>
                <c:pt idx="22579">
                  <c:v>1.156380120226945E+18</c:v>
                </c:pt>
                <c:pt idx="22580">
                  <c:v>1.1563840061163571E+18</c:v>
                </c:pt>
                <c:pt idx="22581">
                  <c:v>1.1563890592026801E+18</c:v>
                </c:pt>
                <c:pt idx="22582">
                  <c:v>1.1564202681577769E+18</c:v>
                </c:pt>
                <c:pt idx="22583">
                  <c:v>1.156420936853492E+18</c:v>
                </c:pt>
                <c:pt idx="22584">
                  <c:v>1.1564371557460951E+18</c:v>
                </c:pt>
                <c:pt idx="22585">
                  <c:v>1.156463331193663E+18</c:v>
                </c:pt>
                <c:pt idx="22586">
                  <c:v>1.1564652466000461E+18</c:v>
                </c:pt>
                <c:pt idx="22587">
                  <c:v>1.1565035270829801E+18</c:v>
                </c:pt>
                <c:pt idx="22588">
                  <c:v>1.1565380818189309E+18</c:v>
                </c:pt>
                <c:pt idx="22589">
                  <c:v>1.1565454127581491E+18</c:v>
                </c:pt>
                <c:pt idx="22590">
                  <c:v>1.1565519884909911E+18</c:v>
                </c:pt>
                <c:pt idx="22591">
                  <c:v>1.156579307010441E+18</c:v>
                </c:pt>
                <c:pt idx="22592">
                  <c:v>1.1565846912504919E+18</c:v>
                </c:pt>
                <c:pt idx="22593">
                  <c:v>1.1566925109499241E+18</c:v>
                </c:pt>
                <c:pt idx="22594">
                  <c:v>1.15672634061791E+18</c:v>
                </c:pt>
                <c:pt idx="22595">
                  <c:v>1.1568507605198561E+18</c:v>
                </c:pt>
                <c:pt idx="22596">
                  <c:v>1.1568721586623749E+18</c:v>
                </c:pt>
                <c:pt idx="22597">
                  <c:v>1.1569094734491571E+18</c:v>
                </c:pt>
                <c:pt idx="22598">
                  <c:v>1.15694809350817E+18</c:v>
                </c:pt>
                <c:pt idx="22599">
                  <c:v>1.1569600169752509E+18</c:v>
                </c:pt>
                <c:pt idx="22600">
                  <c:v>1.1569752917150799E+18</c:v>
                </c:pt>
                <c:pt idx="22601">
                  <c:v>1.156977584020897E+18</c:v>
                </c:pt>
                <c:pt idx="22602">
                  <c:v>1.1569821073330911E+18</c:v>
                </c:pt>
                <c:pt idx="22603">
                  <c:v>1.156987324444095E+18</c:v>
                </c:pt>
                <c:pt idx="22604">
                  <c:v>1.157002750502699E+18</c:v>
                </c:pt>
                <c:pt idx="22605">
                  <c:v>1.1570271057845041E+18</c:v>
                </c:pt>
                <c:pt idx="22606">
                  <c:v>1.1571091009810371E+18</c:v>
                </c:pt>
                <c:pt idx="22607">
                  <c:v>1.157135477233132E+18</c:v>
                </c:pt>
                <c:pt idx="22608">
                  <c:v>1.157136999415404E+18</c:v>
                </c:pt>
                <c:pt idx="22609">
                  <c:v>1.1571502858874839E+18</c:v>
                </c:pt>
                <c:pt idx="22610">
                  <c:v>1.1571535987089979E+18</c:v>
                </c:pt>
                <c:pt idx="22611">
                  <c:v>1.157193771699476E+18</c:v>
                </c:pt>
                <c:pt idx="22612">
                  <c:v>1.157200737260897E+18</c:v>
                </c:pt>
                <c:pt idx="22613">
                  <c:v>1.1572025954919419E+18</c:v>
                </c:pt>
                <c:pt idx="22614">
                  <c:v>1.15721289094626E+18</c:v>
                </c:pt>
                <c:pt idx="22615">
                  <c:v>1.1573031804825449E+18</c:v>
                </c:pt>
                <c:pt idx="22616">
                  <c:v>1.1573109482049321E+18</c:v>
                </c:pt>
                <c:pt idx="22617">
                  <c:v>1.157315871245311E+18</c:v>
                </c:pt>
                <c:pt idx="22618">
                  <c:v>1.157322512880886E+18</c:v>
                </c:pt>
                <c:pt idx="22619">
                  <c:v>1.1573396867466099E+18</c:v>
                </c:pt>
                <c:pt idx="22620">
                  <c:v>1.157339705234058E+18</c:v>
                </c:pt>
                <c:pt idx="22621">
                  <c:v>1.157351316171842E+18</c:v>
                </c:pt>
                <c:pt idx="22622">
                  <c:v>1.1573541899681889E+18</c:v>
                </c:pt>
                <c:pt idx="22623">
                  <c:v>1.1573698694372119E+18</c:v>
                </c:pt>
                <c:pt idx="22624">
                  <c:v>1.1575171116163761E+18</c:v>
                </c:pt>
                <c:pt idx="22625">
                  <c:v>1.1575458280270239E+18</c:v>
                </c:pt>
                <c:pt idx="22626">
                  <c:v>1.1575748055435971E+18</c:v>
                </c:pt>
                <c:pt idx="22627">
                  <c:v>1.1575789803240169E+18</c:v>
                </c:pt>
                <c:pt idx="22628">
                  <c:v>1.1575866673505761E+18</c:v>
                </c:pt>
                <c:pt idx="22629">
                  <c:v>1.1576170616610291E+18</c:v>
                </c:pt>
                <c:pt idx="22630">
                  <c:v>1.1576628303222441E+18</c:v>
                </c:pt>
                <c:pt idx="22631">
                  <c:v>1.157684645709314E+18</c:v>
                </c:pt>
                <c:pt idx="22632">
                  <c:v>1.1577557789243789E+18</c:v>
                </c:pt>
                <c:pt idx="22633">
                  <c:v>1.1577612241342661E+18</c:v>
                </c:pt>
                <c:pt idx="22634">
                  <c:v>1.1577618798589609E+18</c:v>
                </c:pt>
                <c:pt idx="22635">
                  <c:v>1.157767584055796E+18</c:v>
                </c:pt>
                <c:pt idx="22636">
                  <c:v>1.1577816094040451E+18</c:v>
                </c:pt>
                <c:pt idx="22637">
                  <c:v>1.157805367813014E+18</c:v>
                </c:pt>
                <c:pt idx="22638">
                  <c:v>1.157824405212235E+18</c:v>
                </c:pt>
                <c:pt idx="22639">
                  <c:v>1.1578295798844721E+18</c:v>
                </c:pt>
                <c:pt idx="22640">
                  <c:v>1.157910136680948E+18</c:v>
                </c:pt>
                <c:pt idx="22641">
                  <c:v>1.1579407557499021E+18</c:v>
                </c:pt>
                <c:pt idx="22642">
                  <c:v>1.1579968529463931E+18</c:v>
                </c:pt>
                <c:pt idx="22643">
                  <c:v>1.158029478869152E+18</c:v>
                </c:pt>
                <c:pt idx="22644">
                  <c:v>1.1580587728612979E+18</c:v>
                </c:pt>
                <c:pt idx="22645">
                  <c:v>1.1580664875534679E+18</c:v>
                </c:pt>
                <c:pt idx="22646">
                  <c:v>1.158232231182454E+18</c:v>
                </c:pt>
                <c:pt idx="22647">
                  <c:v>1.1582887246850071E+18</c:v>
                </c:pt>
                <c:pt idx="22648">
                  <c:v>1.1583165742713741E+18</c:v>
                </c:pt>
                <c:pt idx="22649">
                  <c:v>1.1583276677041769E+18</c:v>
                </c:pt>
                <c:pt idx="22650">
                  <c:v>1.158332857222241E+18</c:v>
                </c:pt>
                <c:pt idx="22651">
                  <c:v>1.158333918077962E+18</c:v>
                </c:pt>
                <c:pt idx="22652">
                  <c:v>1.1583624758342761E+18</c:v>
                </c:pt>
                <c:pt idx="22653">
                  <c:v>1.158384134870878E+18</c:v>
                </c:pt>
                <c:pt idx="22654">
                  <c:v>1.158403546010913E+18</c:v>
                </c:pt>
                <c:pt idx="22655">
                  <c:v>1.1584074159837189E+18</c:v>
                </c:pt>
                <c:pt idx="22656">
                  <c:v>1.158417806017303E+18</c:v>
                </c:pt>
                <c:pt idx="22657">
                  <c:v>1.1584339088862679E+18</c:v>
                </c:pt>
                <c:pt idx="22658">
                  <c:v>1.158435651686434E+18</c:v>
                </c:pt>
                <c:pt idx="22659">
                  <c:v>1.1584426743609339E+18</c:v>
                </c:pt>
                <c:pt idx="22660">
                  <c:v>1.1584547785743091E+18</c:v>
                </c:pt>
                <c:pt idx="22661">
                  <c:v>1.1584559536388749E+18</c:v>
                </c:pt>
                <c:pt idx="22662">
                  <c:v>1.1584562281428411E+18</c:v>
                </c:pt>
                <c:pt idx="22663">
                  <c:v>1.1584564461923269E+18</c:v>
                </c:pt>
                <c:pt idx="22664">
                  <c:v>1.158456743846871E+18</c:v>
                </c:pt>
                <c:pt idx="22665">
                  <c:v>1.1584581554315971E+18</c:v>
                </c:pt>
                <c:pt idx="22666">
                  <c:v>1.158458249246998E+18</c:v>
                </c:pt>
                <c:pt idx="22667">
                  <c:v>1.1584583073117599E+18</c:v>
                </c:pt>
                <c:pt idx="22668">
                  <c:v>1.1584583533740349E+18</c:v>
                </c:pt>
                <c:pt idx="22669">
                  <c:v>1.1584590648310899E+18</c:v>
                </c:pt>
                <c:pt idx="22670">
                  <c:v>1.158459444159361E+18</c:v>
                </c:pt>
                <c:pt idx="22671">
                  <c:v>1.158459638807958E+18</c:v>
                </c:pt>
                <c:pt idx="22672">
                  <c:v>1.158460224373534E+18</c:v>
                </c:pt>
                <c:pt idx="22673">
                  <c:v>1.1584604218459011E+18</c:v>
                </c:pt>
                <c:pt idx="22674">
                  <c:v>1.1584606146168451E+18</c:v>
                </c:pt>
                <c:pt idx="22675">
                  <c:v>1.1584608232378721E+18</c:v>
                </c:pt>
                <c:pt idx="22676">
                  <c:v>1.158461009859553E+18</c:v>
                </c:pt>
                <c:pt idx="22677">
                  <c:v>1.1584618035118589E+18</c:v>
                </c:pt>
                <c:pt idx="22678">
                  <c:v>1.1584636979814211E+18</c:v>
                </c:pt>
                <c:pt idx="22679">
                  <c:v>1.158469229083201E+18</c:v>
                </c:pt>
                <c:pt idx="22680">
                  <c:v>1.1584837486960151E+18</c:v>
                </c:pt>
                <c:pt idx="22681">
                  <c:v>1.1584952257277811E+18</c:v>
                </c:pt>
                <c:pt idx="22682">
                  <c:v>1.1585015218862259E+18</c:v>
                </c:pt>
                <c:pt idx="22683">
                  <c:v>1.1585034639444669E+18</c:v>
                </c:pt>
                <c:pt idx="22684">
                  <c:v>1.158525371517846E+18</c:v>
                </c:pt>
                <c:pt idx="22685">
                  <c:v>1.1585691740849669E+18</c:v>
                </c:pt>
                <c:pt idx="22686">
                  <c:v>1.1586008909858811E+18</c:v>
                </c:pt>
                <c:pt idx="22687">
                  <c:v>1.158627105477463E+18</c:v>
                </c:pt>
                <c:pt idx="22688">
                  <c:v>1.158668952554828E+18</c:v>
                </c:pt>
                <c:pt idx="22689">
                  <c:v>1.1586775184192051E+18</c:v>
                </c:pt>
                <c:pt idx="22690">
                  <c:v>1.1587523198182669E+18</c:v>
                </c:pt>
                <c:pt idx="22691">
                  <c:v>1.1589099727115251E+18</c:v>
                </c:pt>
                <c:pt idx="22692">
                  <c:v>1.158964697213278E+18</c:v>
                </c:pt>
                <c:pt idx="22693">
                  <c:v>1.1590274012304461E+18</c:v>
                </c:pt>
                <c:pt idx="22694">
                  <c:v>1.159055868644074E+18</c:v>
                </c:pt>
                <c:pt idx="22695">
                  <c:v>1.15905725908067E+18</c:v>
                </c:pt>
                <c:pt idx="22696">
                  <c:v>1.1590736244532421E+18</c:v>
                </c:pt>
                <c:pt idx="22697">
                  <c:v>1.159079500383201E+18</c:v>
                </c:pt>
                <c:pt idx="22698">
                  <c:v>1.159082080746793E+18</c:v>
                </c:pt>
                <c:pt idx="22699">
                  <c:v>1.1590876514848361E+18</c:v>
                </c:pt>
                <c:pt idx="22700">
                  <c:v>1.159090764764223E+18</c:v>
                </c:pt>
                <c:pt idx="22701">
                  <c:v>1.1590928795289431E+18</c:v>
                </c:pt>
                <c:pt idx="22702">
                  <c:v>1.1590948747433951E+18</c:v>
                </c:pt>
                <c:pt idx="22703">
                  <c:v>1.159096454058111E+18</c:v>
                </c:pt>
                <c:pt idx="22704">
                  <c:v>1.159097996579711E+18</c:v>
                </c:pt>
                <c:pt idx="22705">
                  <c:v>1.159099979935637E+18</c:v>
                </c:pt>
                <c:pt idx="22706">
                  <c:v>1.159102055208969E+18</c:v>
                </c:pt>
                <c:pt idx="22707">
                  <c:v>1.1591289435754199E+18</c:v>
                </c:pt>
                <c:pt idx="22708">
                  <c:v>1.1591394914881101E+18</c:v>
                </c:pt>
                <c:pt idx="22709">
                  <c:v>1.159146615291648E+18</c:v>
                </c:pt>
                <c:pt idx="22710">
                  <c:v>1.1591631672306429E+18</c:v>
                </c:pt>
                <c:pt idx="22711">
                  <c:v>1.159163640629652E+18</c:v>
                </c:pt>
                <c:pt idx="22712">
                  <c:v>1.1591741654712891E+18</c:v>
                </c:pt>
                <c:pt idx="22713">
                  <c:v>1.159187790648202E+18</c:v>
                </c:pt>
                <c:pt idx="22714">
                  <c:v>1.159188967319007E+18</c:v>
                </c:pt>
                <c:pt idx="22715">
                  <c:v>1.159194735089525E+18</c:v>
                </c:pt>
                <c:pt idx="22716">
                  <c:v>1.1591972679811121E+18</c:v>
                </c:pt>
                <c:pt idx="22717">
                  <c:v>1.159199560014847E+18</c:v>
                </c:pt>
                <c:pt idx="22718">
                  <c:v>1.1592004850124421E+18</c:v>
                </c:pt>
                <c:pt idx="22719">
                  <c:v>1.1592014743409769E+18</c:v>
                </c:pt>
                <c:pt idx="22720">
                  <c:v>1.1592035217374021E+18</c:v>
                </c:pt>
                <c:pt idx="22721">
                  <c:v>1.1592044168521889E+18</c:v>
                </c:pt>
                <c:pt idx="22722">
                  <c:v>1.1592094292244621E+18</c:v>
                </c:pt>
                <c:pt idx="22723">
                  <c:v>1.159211527773591E+18</c:v>
                </c:pt>
                <c:pt idx="22724">
                  <c:v>1.1592124038167839E+18</c:v>
                </c:pt>
                <c:pt idx="22725">
                  <c:v>1.159213430916769E+18</c:v>
                </c:pt>
                <c:pt idx="22726">
                  <c:v>1.159215644922689E+18</c:v>
                </c:pt>
                <c:pt idx="22727">
                  <c:v>1.1592165618815821E+18</c:v>
                </c:pt>
                <c:pt idx="22728">
                  <c:v>1.159270432803766E+18</c:v>
                </c:pt>
                <c:pt idx="22729">
                  <c:v>1.159287627361186E+18</c:v>
                </c:pt>
                <c:pt idx="22730">
                  <c:v>1.1593196665235169E+18</c:v>
                </c:pt>
                <c:pt idx="22731">
                  <c:v>1.1593348083409549E+18</c:v>
                </c:pt>
                <c:pt idx="22732">
                  <c:v>1.1593385270743721E+18</c:v>
                </c:pt>
                <c:pt idx="22733">
                  <c:v>1.15936980011521E+18</c:v>
                </c:pt>
                <c:pt idx="22734">
                  <c:v>1.159379345602401E+18</c:v>
                </c:pt>
                <c:pt idx="22735">
                  <c:v>1.159389026037099E+18</c:v>
                </c:pt>
                <c:pt idx="22736">
                  <c:v>1.1593912747506749E+18</c:v>
                </c:pt>
                <c:pt idx="22737">
                  <c:v>1.159402708486548E+18</c:v>
                </c:pt>
                <c:pt idx="22738">
                  <c:v>1.1594280352899809E+18</c:v>
                </c:pt>
                <c:pt idx="22739">
                  <c:v>1.1594429151779169E+18</c:v>
                </c:pt>
                <c:pt idx="22740">
                  <c:v>1.1596843169166761E+18</c:v>
                </c:pt>
                <c:pt idx="22741">
                  <c:v>1.1598652407016581E+18</c:v>
                </c:pt>
                <c:pt idx="22742">
                  <c:v>1.159866931404725E+18</c:v>
                </c:pt>
                <c:pt idx="22743">
                  <c:v>1.159903588223618E+18</c:v>
                </c:pt>
                <c:pt idx="22744">
                  <c:v>1.159908057145002E+18</c:v>
                </c:pt>
                <c:pt idx="22745">
                  <c:v>1.15992113687759E+18</c:v>
                </c:pt>
                <c:pt idx="22746">
                  <c:v>1.15992817053534E+18</c:v>
                </c:pt>
                <c:pt idx="22747">
                  <c:v>1.160047568833408E+18</c:v>
                </c:pt>
                <c:pt idx="22748">
                  <c:v>1.1600689645986079E+18</c:v>
                </c:pt>
                <c:pt idx="22749">
                  <c:v>1.1600995451885819E+18</c:v>
                </c:pt>
                <c:pt idx="22750">
                  <c:v>1.160151690652012E+18</c:v>
                </c:pt>
                <c:pt idx="22751">
                  <c:v>1.160178080684169E+18</c:v>
                </c:pt>
                <c:pt idx="22752">
                  <c:v>1.160443876489641E+18</c:v>
                </c:pt>
                <c:pt idx="22753">
                  <c:v>1.16047716707152E+18</c:v>
                </c:pt>
                <c:pt idx="22754">
                  <c:v>1.1605114501919821E+18</c:v>
                </c:pt>
                <c:pt idx="22755">
                  <c:v>1.1605226275166029E+18</c:v>
                </c:pt>
                <c:pt idx="22756">
                  <c:v>1.1605353425954299E+18</c:v>
                </c:pt>
                <c:pt idx="22757">
                  <c:v>1.160536833166507E+18</c:v>
                </c:pt>
                <c:pt idx="22758">
                  <c:v>1.1605398625328069E+18</c:v>
                </c:pt>
                <c:pt idx="22759">
                  <c:v>1.160558830908556E+18</c:v>
                </c:pt>
                <c:pt idx="22760">
                  <c:v>1.1605679502616819E+18</c:v>
                </c:pt>
                <c:pt idx="22761">
                  <c:v>1.1605817785629509E+18</c:v>
                </c:pt>
                <c:pt idx="22762">
                  <c:v>1.1605819108413189E+18</c:v>
                </c:pt>
                <c:pt idx="22763">
                  <c:v>1.1605822864119491E+18</c:v>
                </c:pt>
                <c:pt idx="22764">
                  <c:v>1.1605823983990531E+18</c:v>
                </c:pt>
                <c:pt idx="22765">
                  <c:v>1.160582792895564E+18</c:v>
                </c:pt>
                <c:pt idx="22766">
                  <c:v>1.160582922435573E+18</c:v>
                </c:pt>
                <c:pt idx="22767">
                  <c:v>1.1606070745391721E+18</c:v>
                </c:pt>
                <c:pt idx="22768">
                  <c:v>1.1606233237376351E+18</c:v>
                </c:pt>
                <c:pt idx="22769">
                  <c:v>1.1606574867185331E+18</c:v>
                </c:pt>
                <c:pt idx="22770">
                  <c:v>1.160667423894913E+18</c:v>
                </c:pt>
                <c:pt idx="22771">
                  <c:v>1.160739130738494E+18</c:v>
                </c:pt>
                <c:pt idx="22772">
                  <c:v>1.1607564332119601E+18</c:v>
                </c:pt>
                <c:pt idx="22773">
                  <c:v>1.160868803143881E+18</c:v>
                </c:pt>
                <c:pt idx="22774">
                  <c:v>1.16088079541763E+18</c:v>
                </c:pt>
                <c:pt idx="22775">
                  <c:v>1.1608956857574871E+18</c:v>
                </c:pt>
                <c:pt idx="22776">
                  <c:v>1.1609246707433789E+18</c:v>
                </c:pt>
                <c:pt idx="22777">
                  <c:v>1.161104000796234E+18</c:v>
                </c:pt>
                <c:pt idx="22778">
                  <c:v>1.161169453408546E+18</c:v>
                </c:pt>
                <c:pt idx="22779">
                  <c:v>1.161171502135476E+18</c:v>
                </c:pt>
                <c:pt idx="22780">
                  <c:v>1.1611774603764879E+18</c:v>
                </c:pt>
                <c:pt idx="22781">
                  <c:v>1.1612385453067709E+18</c:v>
                </c:pt>
                <c:pt idx="22782">
                  <c:v>1.161242890840596E+18</c:v>
                </c:pt>
                <c:pt idx="22783">
                  <c:v>1.1612440057191549E+18</c:v>
                </c:pt>
                <c:pt idx="22784">
                  <c:v>1.1612457190445949E+18</c:v>
                </c:pt>
                <c:pt idx="22785">
                  <c:v>1.161258664966229E+18</c:v>
                </c:pt>
                <c:pt idx="22786">
                  <c:v>1.161262997317002E+18</c:v>
                </c:pt>
                <c:pt idx="22787">
                  <c:v>1.1612733058486211E+18</c:v>
                </c:pt>
                <c:pt idx="22788">
                  <c:v>1.161274255792884E+18</c:v>
                </c:pt>
                <c:pt idx="22789">
                  <c:v>1.1612753277998331E+18</c:v>
                </c:pt>
                <c:pt idx="22790">
                  <c:v>1.161275964177748E+18</c:v>
                </c:pt>
                <c:pt idx="22791">
                  <c:v>1.161302836867105E+18</c:v>
                </c:pt>
                <c:pt idx="22792">
                  <c:v>1.161312096511201E+18</c:v>
                </c:pt>
                <c:pt idx="22793">
                  <c:v>1.161327769645794E+18</c:v>
                </c:pt>
                <c:pt idx="22794">
                  <c:v>1.1613390930314051E+18</c:v>
                </c:pt>
                <c:pt idx="22795">
                  <c:v>1.161342565840128E+18</c:v>
                </c:pt>
                <c:pt idx="22796">
                  <c:v>1.1613619123043141E+18</c:v>
                </c:pt>
                <c:pt idx="22797">
                  <c:v>1.1613664628380411E+18</c:v>
                </c:pt>
                <c:pt idx="22798">
                  <c:v>1.1613693693207401E+18</c:v>
                </c:pt>
                <c:pt idx="22799">
                  <c:v>1.1614454410705149E+18</c:v>
                </c:pt>
                <c:pt idx="22800">
                  <c:v>1.1614542121544901E+18</c:v>
                </c:pt>
                <c:pt idx="22801">
                  <c:v>1.1614857897152159E+18</c:v>
                </c:pt>
                <c:pt idx="22802">
                  <c:v>1.1614975005684329E+18</c:v>
                </c:pt>
                <c:pt idx="22803">
                  <c:v>1.161504623309278E+18</c:v>
                </c:pt>
                <c:pt idx="22804">
                  <c:v>1.1615404166622029E+18</c:v>
                </c:pt>
                <c:pt idx="22805">
                  <c:v>1.1615931914095119E+18</c:v>
                </c:pt>
                <c:pt idx="22806">
                  <c:v>1.1615947066830981E+18</c:v>
                </c:pt>
                <c:pt idx="22807">
                  <c:v>1.161618700083361E+18</c:v>
                </c:pt>
                <c:pt idx="22808">
                  <c:v>1.1619318858043E+18</c:v>
                </c:pt>
                <c:pt idx="22809">
                  <c:v>1.161940367209698E+18</c:v>
                </c:pt>
                <c:pt idx="22810">
                  <c:v>1.161946898658518E+18</c:v>
                </c:pt>
                <c:pt idx="22811">
                  <c:v>1.161948920257324E+18</c:v>
                </c:pt>
                <c:pt idx="22812">
                  <c:v>1.161988280912118E+18</c:v>
                </c:pt>
                <c:pt idx="22813">
                  <c:v>1.1619981220795241E+18</c:v>
                </c:pt>
                <c:pt idx="22814">
                  <c:v>1.1620040264262231E+18</c:v>
                </c:pt>
                <c:pt idx="22815">
                  <c:v>1.1620122069845499E+18</c:v>
                </c:pt>
                <c:pt idx="22816">
                  <c:v>1.1620138150649091E+18</c:v>
                </c:pt>
                <c:pt idx="22817">
                  <c:v>1.1620156154214011E+18</c:v>
                </c:pt>
                <c:pt idx="22818">
                  <c:v>1.162015701538816E+18</c:v>
                </c:pt>
                <c:pt idx="22819">
                  <c:v>1.1620425892773801E+18</c:v>
                </c:pt>
                <c:pt idx="22820">
                  <c:v>1.1620478801112509E+18</c:v>
                </c:pt>
                <c:pt idx="22821">
                  <c:v>1.1620483025377541E+18</c:v>
                </c:pt>
                <c:pt idx="22822">
                  <c:v>1.1620512998817111E+18</c:v>
                </c:pt>
                <c:pt idx="22823">
                  <c:v>1.1620689408896289E+18</c:v>
                </c:pt>
                <c:pt idx="22824">
                  <c:v>1.1620903844751219E+18</c:v>
                </c:pt>
                <c:pt idx="22825">
                  <c:v>1.1620914137839229E+18</c:v>
                </c:pt>
                <c:pt idx="22826">
                  <c:v>1.1620979325846431E+18</c:v>
                </c:pt>
                <c:pt idx="22827">
                  <c:v>1.1621179295846001E+18</c:v>
                </c:pt>
                <c:pt idx="22828">
                  <c:v>1.162120364957461E+18</c:v>
                </c:pt>
                <c:pt idx="22829">
                  <c:v>1.1621578826209249E+18</c:v>
                </c:pt>
                <c:pt idx="22830">
                  <c:v>1.1621846112799869E+18</c:v>
                </c:pt>
                <c:pt idx="22831">
                  <c:v>1.1622085945184159E+18</c:v>
                </c:pt>
                <c:pt idx="22832">
                  <c:v>1.162223988961675E+18</c:v>
                </c:pt>
                <c:pt idx="22833">
                  <c:v>1.1622256870924841E+18</c:v>
                </c:pt>
                <c:pt idx="22834">
                  <c:v>1.162226151049206E+18</c:v>
                </c:pt>
                <c:pt idx="22835">
                  <c:v>1.1622345634161521E+18</c:v>
                </c:pt>
                <c:pt idx="22836">
                  <c:v>1.1622874695217841E+18</c:v>
                </c:pt>
                <c:pt idx="22837">
                  <c:v>1.162299685456992E+18</c:v>
                </c:pt>
                <c:pt idx="22838">
                  <c:v>1.162320715955882E+18</c:v>
                </c:pt>
                <c:pt idx="22839">
                  <c:v>1.162587773107178E+18</c:v>
                </c:pt>
                <c:pt idx="22840">
                  <c:v>1.162593068016118E+18</c:v>
                </c:pt>
                <c:pt idx="22841">
                  <c:v>1.1625968956248791E+18</c:v>
                </c:pt>
                <c:pt idx="22842">
                  <c:v>1.162603093497119E+18</c:v>
                </c:pt>
                <c:pt idx="22843">
                  <c:v>1.1626104193582651E+18</c:v>
                </c:pt>
                <c:pt idx="22844">
                  <c:v>1.162614954018572E+18</c:v>
                </c:pt>
                <c:pt idx="22845">
                  <c:v>1.1626536657851781E+18</c:v>
                </c:pt>
                <c:pt idx="22846">
                  <c:v>1.162656362894624E+18</c:v>
                </c:pt>
                <c:pt idx="22847">
                  <c:v>1.1626864433222011E+18</c:v>
                </c:pt>
                <c:pt idx="22848">
                  <c:v>1.1626911826640719E+18</c:v>
                </c:pt>
                <c:pt idx="22849">
                  <c:v>1.1626985764350269E+18</c:v>
                </c:pt>
                <c:pt idx="22850">
                  <c:v>1.1627331173039941E+18</c:v>
                </c:pt>
                <c:pt idx="22851">
                  <c:v>1.162811918132628E+18</c:v>
                </c:pt>
                <c:pt idx="22852">
                  <c:v>1.1628157262252439E+18</c:v>
                </c:pt>
                <c:pt idx="22853">
                  <c:v>1.162818291848119E+18</c:v>
                </c:pt>
                <c:pt idx="22854">
                  <c:v>1.1628426174236219E+18</c:v>
                </c:pt>
                <c:pt idx="22855">
                  <c:v>1.1628725057271009E+18</c:v>
                </c:pt>
                <c:pt idx="22856">
                  <c:v>1.16309461175491E+18</c:v>
                </c:pt>
                <c:pt idx="22857">
                  <c:v>1.163106631839359E+18</c:v>
                </c:pt>
                <c:pt idx="22858">
                  <c:v>1.1634117860879601E+18</c:v>
                </c:pt>
                <c:pt idx="22859">
                  <c:v>1.163490382469033E+18</c:v>
                </c:pt>
                <c:pt idx="22860">
                  <c:v>1.163498923729066E+18</c:v>
                </c:pt>
                <c:pt idx="22861">
                  <c:v>1.1635001872653811E+18</c:v>
                </c:pt>
                <c:pt idx="22862">
                  <c:v>1.163506330484098E+18</c:v>
                </c:pt>
                <c:pt idx="22863">
                  <c:v>1.1635124771745019E+18</c:v>
                </c:pt>
                <c:pt idx="22864">
                  <c:v>1.163528051851156E+18</c:v>
                </c:pt>
                <c:pt idx="22865">
                  <c:v>1.163533772424459E+18</c:v>
                </c:pt>
                <c:pt idx="22866">
                  <c:v>1.1635446783874601E+18</c:v>
                </c:pt>
                <c:pt idx="22867">
                  <c:v>1.1635554389544819E+18</c:v>
                </c:pt>
                <c:pt idx="22868">
                  <c:v>1.1635590832318579E+18</c:v>
                </c:pt>
                <c:pt idx="22869">
                  <c:v>1.1635597677733089E+18</c:v>
                </c:pt>
                <c:pt idx="22870">
                  <c:v>1.163559938656183E+18</c:v>
                </c:pt>
                <c:pt idx="22871">
                  <c:v>1.163560426566089E+18</c:v>
                </c:pt>
                <c:pt idx="22872">
                  <c:v>1.1635675440053911E+18</c:v>
                </c:pt>
                <c:pt idx="22873">
                  <c:v>1.1635688885591639E+18</c:v>
                </c:pt>
                <c:pt idx="22874">
                  <c:v>1.163574059464001E+18</c:v>
                </c:pt>
                <c:pt idx="22875">
                  <c:v>1.163638778550967E+18</c:v>
                </c:pt>
                <c:pt idx="22876">
                  <c:v>1.1636611295493491E+18</c:v>
                </c:pt>
                <c:pt idx="22877">
                  <c:v>1.1638157752329971E+18</c:v>
                </c:pt>
                <c:pt idx="22878">
                  <c:v>1.1638902250878989E+18</c:v>
                </c:pt>
                <c:pt idx="22879">
                  <c:v>1.1640365094439501E+18</c:v>
                </c:pt>
                <c:pt idx="22880">
                  <c:v>1.1640394919432289E+18</c:v>
                </c:pt>
                <c:pt idx="22881">
                  <c:v>1.1641023579442189E+18</c:v>
                </c:pt>
                <c:pt idx="22882">
                  <c:v>1.1642045442288031E+18</c:v>
                </c:pt>
                <c:pt idx="22883">
                  <c:v>1.1642078827876749E+18</c:v>
                </c:pt>
                <c:pt idx="22884">
                  <c:v>1.1642115803699269E+18</c:v>
                </c:pt>
                <c:pt idx="22885">
                  <c:v>1.1642187124440709E+18</c:v>
                </c:pt>
                <c:pt idx="22886">
                  <c:v>1.1642599795157499E+18</c:v>
                </c:pt>
                <c:pt idx="22887">
                  <c:v>1.164261408447042E+18</c:v>
                </c:pt>
                <c:pt idx="22888">
                  <c:v>1.1642637026314189E+18</c:v>
                </c:pt>
                <c:pt idx="22889">
                  <c:v>1.1642638097737221E+18</c:v>
                </c:pt>
                <c:pt idx="22890">
                  <c:v>1.1642638980767721E+18</c:v>
                </c:pt>
                <c:pt idx="22891">
                  <c:v>1.164273243440215E+18</c:v>
                </c:pt>
                <c:pt idx="22892">
                  <c:v>1.1643132256241001E+18</c:v>
                </c:pt>
                <c:pt idx="22893">
                  <c:v>1.1643290664551429E+18</c:v>
                </c:pt>
                <c:pt idx="22894">
                  <c:v>1.1643367890597381E+18</c:v>
                </c:pt>
                <c:pt idx="22895">
                  <c:v>1.1643463212632059E+18</c:v>
                </c:pt>
                <c:pt idx="22896">
                  <c:v>1.164347833348384E+18</c:v>
                </c:pt>
                <c:pt idx="22897">
                  <c:v>1.164351788195575E+18</c:v>
                </c:pt>
                <c:pt idx="22898">
                  <c:v>1.164379555002208E+18</c:v>
                </c:pt>
                <c:pt idx="22899">
                  <c:v>1.164437284093663E+18</c:v>
                </c:pt>
                <c:pt idx="22900">
                  <c:v>1.1644413890426811E+18</c:v>
                </c:pt>
                <c:pt idx="22901">
                  <c:v>1.164456370875307E+18</c:v>
                </c:pt>
                <c:pt idx="22902">
                  <c:v>1.164479843184833E+18</c:v>
                </c:pt>
                <c:pt idx="22903">
                  <c:v>1.1645205706430149E+18</c:v>
                </c:pt>
                <c:pt idx="22904">
                  <c:v>1.1647528156939761E+18</c:v>
                </c:pt>
                <c:pt idx="22905">
                  <c:v>1.1647875453238861E+18</c:v>
                </c:pt>
                <c:pt idx="22906">
                  <c:v>1.164803153184319E+18</c:v>
                </c:pt>
                <c:pt idx="22907">
                  <c:v>1.164884737791092E+18</c:v>
                </c:pt>
                <c:pt idx="22908">
                  <c:v>1.1649108810753951E+18</c:v>
                </c:pt>
                <c:pt idx="22909">
                  <c:v>1.1649693857642739E+18</c:v>
                </c:pt>
                <c:pt idx="22910">
                  <c:v>1.164986868576351E+18</c:v>
                </c:pt>
                <c:pt idx="22911">
                  <c:v>1.1649940793714611E+18</c:v>
                </c:pt>
                <c:pt idx="22912">
                  <c:v>1.16503019732739E+18</c:v>
                </c:pt>
                <c:pt idx="22913">
                  <c:v>1.165050874415392E+18</c:v>
                </c:pt>
                <c:pt idx="22914">
                  <c:v>1.1650524941236119E+18</c:v>
                </c:pt>
                <c:pt idx="22915">
                  <c:v>1.1650550993169431E+18</c:v>
                </c:pt>
                <c:pt idx="22916">
                  <c:v>1.1650686453318451E+18</c:v>
                </c:pt>
                <c:pt idx="22917">
                  <c:v>1.165114959718295E+18</c:v>
                </c:pt>
                <c:pt idx="22918">
                  <c:v>1.165117693563426E+18</c:v>
                </c:pt>
                <c:pt idx="22919">
                  <c:v>1.165223384753705E+18</c:v>
                </c:pt>
                <c:pt idx="22920">
                  <c:v>1.1652462892835461E+18</c:v>
                </c:pt>
                <c:pt idx="22921">
                  <c:v>1.1654971469189481E+18</c:v>
                </c:pt>
                <c:pt idx="22922">
                  <c:v>1.16555576228113E+18</c:v>
                </c:pt>
                <c:pt idx="22923">
                  <c:v>1.165683487580681E+18</c:v>
                </c:pt>
                <c:pt idx="22924">
                  <c:v>1.1657319334433641E+18</c:v>
                </c:pt>
                <c:pt idx="22925">
                  <c:v>1.165743280591455E+18</c:v>
                </c:pt>
                <c:pt idx="22926">
                  <c:v>1.1657463023917361E+18</c:v>
                </c:pt>
                <c:pt idx="22927">
                  <c:v>1.165769762422967E+18</c:v>
                </c:pt>
                <c:pt idx="22928">
                  <c:v>1.165825328828961E+18</c:v>
                </c:pt>
                <c:pt idx="22929">
                  <c:v>1.1658421625458701E+18</c:v>
                </c:pt>
                <c:pt idx="22930">
                  <c:v>1.1658514276510981E+18</c:v>
                </c:pt>
                <c:pt idx="22931">
                  <c:v>1.1658522679464279E+18</c:v>
                </c:pt>
                <c:pt idx="22932">
                  <c:v>1.1658611996643781E+18</c:v>
                </c:pt>
                <c:pt idx="22933">
                  <c:v>1.1658862729311821E+18</c:v>
                </c:pt>
                <c:pt idx="22934">
                  <c:v>1.1658882947401469E+18</c:v>
                </c:pt>
                <c:pt idx="22935">
                  <c:v>1.1659169899465029E+18</c:v>
                </c:pt>
                <c:pt idx="22936">
                  <c:v>1.1659535503457659E+18</c:v>
                </c:pt>
                <c:pt idx="22937">
                  <c:v>1.1659647991420741E+18</c:v>
                </c:pt>
                <c:pt idx="22938">
                  <c:v>1.1660126319030039E+18</c:v>
                </c:pt>
                <c:pt idx="22939">
                  <c:v>1.166025665566336E+18</c:v>
                </c:pt>
                <c:pt idx="22940">
                  <c:v>1.166041671577182E+18</c:v>
                </c:pt>
                <c:pt idx="22941">
                  <c:v>1.166226800200194E+18</c:v>
                </c:pt>
                <c:pt idx="22942">
                  <c:v>1.1662445508411141E+18</c:v>
                </c:pt>
                <c:pt idx="22943">
                  <c:v>1.166295230638359E+18</c:v>
                </c:pt>
                <c:pt idx="22944">
                  <c:v>1.166342193922718E+18</c:v>
                </c:pt>
                <c:pt idx="22945">
                  <c:v>1.1663775153232571E+18</c:v>
                </c:pt>
                <c:pt idx="22946">
                  <c:v>1.166387989142025E+18</c:v>
                </c:pt>
                <c:pt idx="22947">
                  <c:v>1.1664270991471511E+18</c:v>
                </c:pt>
                <c:pt idx="22948">
                  <c:v>1.1664547044080609E+18</c:v>
                </c:pt>
                <c:pt idx="22949">
                  <c:v>1.1664645671474911E+18</c:v>
                </c:pt>
                <c:pt idx="22950">
                  <c:v>1.166471435465823E+18</c:v>
                </c:pt>
                <c:pt idx="22951">
                  <c:v>1.166486167713175E+18</c:v>
                </c:pt>
                <c:pt idx="22952">
                  <c:v>1.166514779944139E+18</c:v>
                </c:pt>
                <c:pt idx="22953">
                  <c:v>1.1665624068619241E+18</c:v>
                </c:pt>
                <c:pt idx="22954">
                  <c:v>1.1665864227520041E+18</c:v>
                </c:pt>
                <c:pt idx="22955">
                  <c:v>1.166594228441236E+18</c:v>
                </c:pt>
                <c:pt idx="22956">
                  <c:v>1.16660529333474E+18</c:v>
                </c:pt>
                <c:pt idx="22957">
                  <c:v>1.1666354876615601E+18</c:v>
                </c:pt>
                <c:pt idx="22958">
                  <c:v>1.166832172234306E+18</c:v>
                </c:pt>
                <c:pt idx="22959">
                  <c:v>1.1669121166818849E+18</c:v>
                </c:pt>
                <c:pt idx="22960">
                  <c:v>1.16693898809327E+18</c:v>
                </c:pt>
                <c:pt idx="22961">
                  <c:v>1.1670155946544141E+18</c:v>
                </c:pt>
                <c:pt idx="22962">
                  <c:v>1.167039449530935E+18</c:v>
                </c:pt>
                <c:pt idx="22963">
                  <c:v>1.1671310620413171E+18</c:v>
                </c:pt>
                <c:pt idx="22964">
                  <c:v>1.1671319798957719E+18</c:v>
                </c:pt>
                <c:pt idx="22965">
                  <c:v>1.167153168523903E+18</c:v>
                </c:pt>
                <c:pt idx="22966">
                  <c:v>1.1671662088273431E+18</c:v>
                </c:pt>
                <c:pt idx="22967">
                  <c:v>1.167184556278295E+18</c:v>
                </c:pt>
                <c:pt idx="22968">
                  <c:v>1.167192771867179E+18</c:v>
                </c:pt>
                <c:pt idx="22969">
                  <c:v>1.1672003270011379E+18</c:v>
                </c:pt>
                <c:pt idx="22970">
                  <c:v>1.1672231208621709E+18</c:v>
                </c:pt>
                <c:pt idx="22971">
                  <c:v>1.1672350425351281E+18</c:v>
                </c:pt>
                <c:pt idx="22972">
                  <c:v>1.167236242568385E+18</c:v>
                </c:pt>
                <c:pt idx="22973">
                  <c:v>1.167237350408289E+18</c:v>
                </c:pt>
                <c:pt idx="22974">
                  <c:v>1.1672384391412411E+18</c:v>
                </c:pt>
                <c:pt idx="22975">
                  <c:v>1.1672393465745129E+18</c:v>
                </c:pt>
                <c:pt idx="22976">
                  <c:v>1.1672403966626501E+18</c:v>
                </c:pt>
                <c:pt idx="22977">
                  <c:v>1.167294369049321E+18</c:v>
                </c:pt>
                <c:pt idx="22978">
                  <c:v>1.1673146908002509E+18</c:v>
                </c:pt>
                <c:pt idx="22979">
                  <c:v>1.1673263657689249E+18</c:v>
                </c:pt>
                <c:pt idx="22980">
                  <c:v>1.167338592056489E+18</c:v>
                </c:pt>
                <c:pt idx="22981">
                  <c:v>1.1673492282672361E+18</c:v>
                </c:pt>
                <c:pt idx="22982">
                  <c:v>1.1673528743607391E+18</c:v>
                </c:pt>
                <c:pt idx="22983">
                  <c:v>1.1673579758913011E+18</c:v>
                </c:pt>
                <c:pt idx="22984">
                  <c:v>1.167359839068247E+18</c:v>
                </c:pt>
                <c:pt idx="22985">
                  <c:v>1.1673693735416379E+18</c:v>
                </c:pt>
                <c:pt idx="22986">
                  <c:v>1.1673887746164101E+18</c:v>
                </c:pt>
                <c:pt idx="22987">
                  <c:v>1.1674047914310679E+18</c:v>
                </c:pt>
                <c:pt idx="22988">
                  <c:v>1.1674093169777769E+18</c:v>
                </c:pt>
                <c:pt idx="22989">
                  <c:v>1.1674137893417651E+18</c:v>
                </c:pt>
                <c:pt idx="22990">
                  <c:v>1.16741429574257E+18</c:v>
                </c:pt>
                <c:pt idx="22991">
                  <c:v>1.1674148499356191E+18</c:v>
                </c:pt>
                <c:pt idx="22992">
                  <c:v>1.167415474704789E+18</c:v>
                </c:pt>
                <c:pt idx="22993">
                  <c:v>1.167415974258206E+18</c:v>
                </c:pt>
                <c:pt idx="22994">
                  <c:v>1.167416532869631E+18</c:v>
                </c:pt>
                <c:pt idx="22995">
                  <c:v>1.1674179386800829E+18</c:v>
                </c:pt>
                <c:pt idx="22996">
                  <c:v>1.1677402851332401E+18</c:v>
                </c:pt>
                <c:pt idx="22997">
                  <c:v>1.167742585643188E+18</c:v>
                </c:pt>
                <c:pt idx="22998">
                  <c:v>1.167782528721513E+18</c:v>
                </c:pt>
                <c:pt idx="22999">
                  <c:v>1.1677873139324659E+18</c:v>
                </c:pt>
                <c:pt idx="23000">
                  <c:v>1.167789063271082E+18</c:v>
                </c:pt>
                <c:pt idx="23001">
                  <c:v>1.167802014504321E+18</c:v>
                </c:pt>
                <c:pt idx="23002">
                  <c:v>1.1678495655608681E+18</c:v>
                </c:pt>
                <c:pt idx="23003">
                  <c:v>1.167855567856684E+18</c:v>
                </c:pt>
                <c:pt idx="23004">
                  <c:v>1.1678621222483231E+18</c:v>
                </c:pt>
                <c:pt idx="23005">
                  <c:v>1.167876104493228E+18</c:v>
                </c:pt>
                <c:pt idx="23006">
                  <c:v>1.1678942324433879E+18</c:v>
                </c:pt>
                <c:pt idx="23007">
                  <c:v>1.167900087259509E+18</c:v>
                </c:pt>
                <c:pt idx="23008">
                  <c:v>1.1679386585213361E+18</c:v>
                </c:pt>
                <c:pt idx="23009">
                  <c:v>1.167963105508746E+18</c:v>
                </c:pt>
                <c:pt idx="23010">
                  <c:v>1.168013583459307E+18</c:v>
                </c:pt>
                <c:pt idx="23011">
                  <c:v>1.1680701302498189E+18</c:v>
                </c:pt>
                <c:pt idx="23012">
                  <c:v>1.1680841153966751E+18</c:v>
                </c:pt>
                <c:pt idx="23013">
                  <c:v>1.1681060066036539E+18</c:v>
                </c:pt>
                <c:pt idx="23014">
                  <c:v>1.168111858407561E+18</c:v>
                </c:pt>
                <c:pt idx="23015">
                  <c:v>1.1681173781335711E+18</c:v>
                </c:pt>
                <c:pt idx="23016">
                  <c:v>1.168124235789258E+18</c:v>
                </c:pt>
                <c:pt idx="23017">
                  <c:v>1.168199565659625E+18</c:v>
                </c:pt>
                <c:pt idx="23018">
                  <c:v>1.1684481137720269E+18</c:v>
                </c:pt>
                <c:pt idx="23019">
                  <c:v>1.1684752428326669E+18</c:v>
                </c:pt>
                <c:pt idx="23020">
                  <c:v>1.1685240408270139E+18</c:v>
                </c:pt>
                <c:pt idx="23021">
                  <c:v>1.1685347838429079E+18</c:v>
                </c:pt>
                <c:pt idx="23022">
                  <c:v>1.1685395919644401E+18</c:v>
                </c:pt>
                <c:pt idx="23023">
                  <c:v>1.168561703844642E+18</c:v>
                </c:pt>
                <c:pt idx="23024">
                  <c:v>1.1685618655646459E+18</c:v>
                </c:pt>
                <c:pt idx="23025">
                  <c:v>1.1685792061830669E+18</c:v>
                </c:pt>
                <c:pt idx="23026">
                  <c:v>1.168587055594369E+18</c:v>
                </c:pt>
                <c:pt idx="23027">
                  <c:v>1.1685989515741171E+18</c:v>
                </c:pt>
                <c:pt idx="23028">
                  <c:v>1.168618387141248E+18</c:v>
                </c:pt>
                <c:pt idx="23029">
                  <c:v>1.1686264852667771E+18</c:v>
                </c:pt>
                <c:pt idx="23030">
                  <c:v>1.1686312496855511E+18</c:v>
                </c:pt>
                <c:pt idx="23031">
                  <c:v>1.1686465967692951E+18</c:v>
                </c:pt>
                <c:pt idx="23032">
                  <c:v>1.1686693136885251E+18</c:v>
                </c:pt>
                <c:pt idx="23033">
                  <c:v>1.168705714612586E+18</c:v>
                </c:pt>
                <c:pt idx="23034">
                  <c:v>1.1687069821324339E+18</c:v>
                </c:pt>
                <c:pt idx="23035">
                  <c:v>1.168709540348671E+18</c:v>
                </c:pt>
                <c:pt idx="23036">
                  <c:v>1.1687109064178099E+18</c:v>
                </c:pt>
                <c:pt idx="23037">
                  <c:v>1.1687131303897521E+18</c:v>
                </c:pt>
                <c:pt idx="23038">
                  <c:v>1.1687574451089541E+18</c:v>
                </c:pt>
                <c:pt idx="23039">
                  <c:v>1.168765984420482E+18</c:v>
                </c:pt>
                <c:pt idx="23040">
                  <c:v>1.168766762651711E+18</c:v>
                </c:pt>
                <c:pt idx="23041">
                  <c:v>1.1687794258385999E+18</c:v>
                </c:pt>
                <c:pt idx="23042">
                  <c:v>1.1688096882480881E+18</c:v>
                </c:pt>
                <c:pt idx="23043">
                  <c:v>1.1688111769007229E+18</c:v>
                </c:pt>
                <c:pt idx="23044">
                  <c:v>1.1688134232918111E+18</c:v>
                </c:pt>
                <c:pt idx="23045">
                  <c:v>1.1688200411587689E+18</c:v>
                </c:pt>
                <c:pt idx="23046">
                  <c:v>1.168822442240064E+18</c:v>
                </c:pt>
                <c:pt idx="23047">
                  <c:v>1.1688238923814349E+18</c:v>
                </c:pt>
                <c:pt idx="23048">
                  <c:v>1.1688349528013161E+18</c:v>
                </c:pt>
                <c:pt idx="23049">
                  <c:v>1.1688361385104361E+18</c:v>
                </c:pt>
                <c:pt idx="23050">
                  <c:v>1.1688370230811971E+18</c:v>
                </c:pt>
                <c:pt idx="23051">
                  <c:v>1.1688382230122509E+18</c:v>
                </c:pt>
                <c:pt idx="23052">
                  <c:v>1.168846633825321E+18</c:v>
                </c:pt>
                <c:pt idx="23053">
                  <c:v>1.1688598477658081E+18</c:v>
                </c:pt>
                <c:pt idx="23054">
                  <c:v>1.16890859247453E+18</c:v>
                </c:pt>
                <c:pt idx="23055">
                  <c:v>1.1691943602055491E+18</c:v>
                </c:pt>
                <c:pt idx="23056">
                  <c:v>1.1692438708574269E+18</c:v>
                </c:pt>
                <c:pt idx="23057">
                  <c:v>1.169245915663585E+18</c:v>
                </c:pt>
                <c:pt idx="23058">
                  <c:v>1.169248312751657E+18</c:v>
                </c:pt>
                <c:pt idx="23059">
                  <c:v>1.169251853814123E+18</c:v>
                </c:pt>
                <c:pt idx="23060">
                  <c:v>1.169253375912215E+18</c:v>
                </c:pt>
                <c:pt idx="23061">
                  <c:v>1.1692545824242481E+18</c:v>
                </c:pt>
                <c:pt idx="23062">
                  <c:v>1.1692828973720289E+18</c:v>
                </c:pt>
                <c:pt idx="23063">
                  <c:v>1.169284734242793E+18</c:v>
                </c:pt>
                <c:pt idx="23064">
                  <c:v>1.1692866553303329E+18</c:v>
                </c:pt>
                <c:pt idx="23065">
                  <c:v>1.1693013678170429E+18</c:v>
                </c:pt>
                <c:pt idx="23066">
                  <c:v>1.1693488961571469E+18</c:v>
                </c:pt>
                <c:pt idx="23067">
                  <c:v>1.1693509543806751E+18</c:v>
                </c:pt>
                <c:pt idx="23068">
                  <c:v>1.169367428871498E+18</c:v>
                </c:pt>
                <c:pt idx="23069">
                  <c:v>1.1693935487781519E+18</c:v>
                </c:pt>
                <c:pt idx="23070">
                  <c:v>1.169408605724926E+18</c:v>
                </c:pt>
                <c:pt idx="23071">
                  <c:v>1.1694586449835241E+18</c:v>
                </c:pt>
                <c:pt idx="23072">
                  <c:v>1.1694886945344051E+18</c:v>
                </c:pt>
                <c:pt idx="23073">
                  <c:v>1.169502450778677E+18</c:v>
                </c:pt>
                <c:pt idx="23074">
                  <c:v>1.169867033419713E+18</c:v>
                </c:pt>
                <c:pt idx="23075">
                  <c:v>1.169958454230347E+18</c:v>
                </c:pt>
                <c:pt idx="23076">
                  <c:v>1.1699612488194319E+18</c:v>
                </c:pt>
                <c:pt idx="23077">
                  <c:v>1.169965400329068E+18</c:v>
                </c:pt>
                <c:pt idx="23078">
                  <c:v>1.1699780433102771E+18</c:v>
                </c:pt>
                <c:pt idx="23079">
                  <c:v>1.169978166244747E+18</c:v>
                </c:pt>
                <c:pt idx="23080">
                  <c:v>1.1699856403646431E+18</c:v>
                </c:pt>
                <c:pt idx="23081">
                  <c:v>1.17001549358146E+18</c:v>
                </c:pt>
                <c:pt idx="23082">
                  <c:v>1.1700301509776581E+18</c:v>
                </c:pt>
                <c:pt idx="23083">
                  <c:v>1.1700369775566899E+18</c:v>
                </c:pt>
                <c:pt idx="23084">
                  <c:v>1.1700402414472141E+18</c:v>
                </c:pt>
                <c:pt idx="23085">
                  <c:v>1.170049982187531E+18</c:v>
                </c:pt>
                <c:pt idx="23086">
                  <c:v>1.1701258132076329E+18</c:v>
                </c:pt>
                <c:pt idx="23087">
                  <c:v>1.1701368992035159E+18</c:v>
                </c:pt>
                <c:pt idx="23088">
                  <c:v>1.1701490158239219E+18</c:v>
                </c:pt>
                <c:pt idx="23089">
                  <c:v>1.1701979309586171E+18</c:v>
                </c:pt>
                <c:pt idx="23090">
                  <c:v>1.170221273452108E+18</c:v>
                </c:pt>
                <c:pt idx="23091">
                  <c:v>1.1702529353049659E+18</c:v>
                </c:pt>
                <c:pt idx="23092">
                  <c:v>1.1702602772350989E+18</c:v>
                </c:pt>
                <c:pt idx="23093">
                  <c:v>1.170276126695401E+18</c:v>
                </c:pt>
                <c:pt idx="23094">
                  <c:v>1.1702811206387699E+18</c:v>
                </c:pt>
                <c:pt idx="23095">
                  <c:v>1.1702815799406321E+18</c:v>
                </c:pt>
                <c:pt idx="23096">
                  <c:v>1.170283848540983E+18</c:v>
                </c:pt>
                <c:pt idx="23097">
                  <c:v>1.1703045982075789E+18</c:v>
                </c:pt>
                <c:pt idx="23098">
                  <c:v>1.170538119721301E+18</c:v>
                </c:pt>
                <c:pt idx="23099">
                  <c:v>1.1705460284785679E+18</c:v>
                </c:pt>
                <c:pt idx="23100">
                  <c:v>1.170561170935188E+18</c:v>
                </c:pt>
                <c:pt idx="23101">
                  <c:v>1.1705924715108019E+18</c:v>
                </c:pt>
                <c:pt idx="23102">
                  <c:v>1.1705983270282591E+18</c:v>
                </c:pt>
                <c:pt idx="23103">
                  <c:v>1.170630829189975E+18</c:v>
                </c:pt>
                <c:pt idx="23104">
                  <c:v>1.170658771900148E+18</c:v>
                </c:pt>
                <c:pt idx="23105">
                  <c:v>1.1706685679732631E+18</c:v>
                </c:pt>
                <c:pt idx="23106">
                  <c:v>1.170721200725632E+18</c:v>
                </c:pt>
                <c:pt idx="23107">
                  <c:v>1.1707232599545869E+18</c:v>
                </c:pt>
                <c:pt idx="23108">
                  <c:v>1.1707721920796191E+18</c:v>
                </c:pt>
                <c:pt idx="23109">
                  <c:v>1.170783967804161E+18</c:v>
                </c:pt>
                <c:pt idx="23110">
                  <c:v>1.170785187895893E+18</c:v>
                </c:pt>
                <c:pt idx="23111">
                  <c:v>1.1707899859289641E+18</c:v>
                </c:pt>
                <c:pt idx="23112">
                  <c:v>1.170800821843775E+18</c:v>
                </c:pt>
                <c:pt idx="23113">
                  <c:v>1.170830916306422E+18</c:v>
                </c:pt>
                <c:pt idx="23114">
                  <c:v>1.1708385152826209E+18</c:v>
                </c:pt>
                <c:pt idx="23115">
                  <c:v>1.170850013060212E+18</c:v>
                </c:pt>
                <c:pt idx="23116">
                  <c:v>1.1708533932846131E+18</c:v>
                </c:pt>
                <c:pt idx="23117">
                  <c:v>1.1708739342380449E+18</c:v>
                </c:pt>
                <c:pt idx="23118">
                  <c:v>1.1709463466550899E+18</c:v>
                </c:pt>
                <c:pt idx="23119">
                  <c:v>1.170996339652436E+18</c:v>
                </c:pt>
                <c:pt idx="23120">
                  <c:v>1.1710190304189691E+18</c:v>
                </c:pt>
                <c:pt idx="23121">
                  <c:v>1.171027386442186E+18</c:v>
                </c:pt>
                <c:pt idx="23122">
                  <c:v>1.1710309623665989E+18</c:v>
                </c:pt>
                <c:pt idx="23123">
                  <c:v>1.171032929426718E+18</c:v>
                </c:pt>
                <c:pt idx="23124">
                  <c:v>1.1711275251220649E+18</c:v>
                </c:pt>
                <c:pt idx="23125">
                  <c:v>1.1712945472533E+18</c:v>
                </c:pt>
                <c:pt idx="23126">
                  <c:v>1.1713172990973939E+18</c:v>
                </c:pt>
                <c:pt idx="23127">
                  <c:v>1.171330312701941E+18</c:v>
                </c:pt>
                <c:pt idx="23128">
                  <c:v>1.171394734232258E+18</c:v>
                </c:pt>
                <c:pt idx="23129">
                  <c:v>1.171395783966409E+18</c:v>
                </c:pt>
                <c:pt idx="23130">
                  <c:v>1.1714080238296451E+18</c:v>
                </c:pt>
                <c:pt idx="23131">
                  <c:v>1.1714319162831931E+18</c:v>
                </c:pt>
                <c:pt idx="23132">
                  <c:v>1.171440955802594E+18</c:v>
                </c:pt>
                <c:pt idx="23133">
                  <c:v>1.1714414609441889E+18</c:v>
                </c:pt>
                <c:pt idx="23134">
                  <c:v>1.1714457330786089E+18</c:v>
                </c:pt>
                <c:pt idx="23135">
                  <c:v>1.1714466980358479E+18</c:v>
                </c:pt>
                <c:pt idx="23136">
                  <c:v>1.1714488091899059E+18</c:v>
                </c:pt>
                <c:pt idx="23137">
                  <c:v>1.1714489390472561E+18</c:v>
                </c:pt>
                <c:pt idx="23138">
                  <c:v>1.171449044984064E+18</c:v>
                </c:pt>
                <c:pt idx="23139">
                  <c:v>1.17144940934161E+18</c:v>
                </c:pt>
                <c:pt idx="23140">
                  <c:v>1.1714768732713349E+18</c:v>
                </c:pt>
                <c:pt idx="23141">
                  <c:v>1.171483936084172E+18</c:v>
                </c:pt>
                <c:pt idx="23142">
                  <c:v>1.171510649825801E+18</c:v>
                </c:pt>
                <c:pt idx="23143">
                  <c:v>1.1715319414563771E+18</c:v>
                </c:pt>
                <c:pt idx="23144">
                  <c:v>1.1715453932087831E+18</c:v>
                </c:pt>
                <c:pt idx="23145">
                  <c:v>1.171575249547553E+18</c:v>
                </c:pt>
                <c:pt idx="23146">
                  <c:v>1.1716010701924961E+18</c:v>
                </c:pt>
                <c:pt idx="23147">
                  <c:v>1.171609960250773E+18</c:v>
                </c:pt>
                <c:pt idx="23148">
                  <c:v>1.1716564164306491E+18</c:v>
                </c:pt>
                <c:pt idx="23149">
                  <c:v>1.1716575688657359E+18</c:v>
                </c:pt>
                <c:pt idx="23150">
                  <c:v>1.171663296676737E+18</c:v>
                </c:pt>
                <c:pt idx="23151">
                  <c:v>1.1716772746975621E+18</c:v>
                </c:pt>
                <c:pt idx="23152">
                  <c:v>1.1716773072863329E+18</c:v>
                </c:pt>
                <c:pt idx="23153">
                  <c:v>1.1716892067443461E+18</c:v>
                </c:pt>
                <c:pt idx="23154">
                  <c:v>1.17170922370077E+18</c:v>
                </c:pt>
                <c:pt idx="23155">
                  <c:v>1.1717105465401359E+18</c:v>
                </c:pt>
                <c:pt idx="23156">
                  <c:v>1.1717276284778829E+18</c:v>
                </c:pt>
                <c:pt idx="23157">
                  <c:v>1.171727717839198E+18</c:v>
                </c:pt>
                <c:pt idx="23158">
                  <c:v>1.171731876061324E+18</c:v>
                </c:pt>
                <c:pt idx="23159">
                  <c:v>1.171743529030956E+18</c:v>
                </c:pt>
                <c:pt idx="23160">
                  <c:v>1.171744118762421E+18</c:v>
                </c:pt>
                <c:pt idx="23161">
                  <c:v>1.1718187860852879E+18</c:v>
                </c:pt>
                <c:pt idx="23162">
                  <c:v>1.172031445506282E+18</c:v>
                </c:pt>
                <c:pt idx="23163">
                  <c:v>1.1720344497689149E+18</c:v>
                </c:pt>
                <c:pt idx="23164">
                  <c:v>1.17205036590431E+18</c:v>
                </c:pt>
                <c:pt idx="23165">
                  <c:v>1.172130880969813E+18</c:v>
                </c:pt>
                <c:pt idx="23166">
                  <c:v>1.1721461167909151E+18</c:v>
                </c:pt>
                <c:pt idx="23167">
                  <c:v>1.1721520845713961E+18</c:v>
                </c:pt>
                <c:pt idx="23168">
                  <c:v>1.172196592151458E+18</c:v>
                </c:pt>
                <c:pt idx="23169">
                  <c:v>1.1722095943954181E+18</c:v>
                </c:pt>
                <c:pt idx="23170">
                  <c:v>1.172223648422846E+18</c:v>
                </c:pt>
                <c:pt idx="23171">
                  <c:v>1.1722252477415949E+18</c:v>
                </c:pt>
                <c:pt idx="23172">
                  <c:v>1.17222536517086E+18</c:v>
                </c:pt>
                <c:pt idx="23173">
                  <c:v>1.17222547243261E+18</c:v>
                </c:pt>
                <c:pt idx="23174">
                  <c:v>1.1722255913102239E+18</c:v>
                </c:pt>
                <c:pt idx="23175">
                  <c:v>1.1722782561736909E+18</c:v>
                </c:pt>
                <c:pt idx="23176">
                  <c:v>1.172300359743201E+18</c:v>
                </c:pt>
                <c:pt idx="23177">
                  <c:v>1.172303132387852E+18</c:v>
                </c:pt>
                <c:pt idx="23178">
                  <c:v>1.1723332735600901E+18</c:v>
                </c:pt>
                <c:pt idx="23179">
                  <c:v>1.1723480790469051E+18</c:v>
                </c:pt>
                <c:pt idx="23180">
                  <c:v>1.172369914640715E+18</c:v>
                </c:pt>
                <c:pt idx="23181">
                  <c:v>1.1724596141301929E+18</c:v>
                </c:pt>
                <c:pt idx="23182">
                  <c:v>1.1724628807304571E+18</c:v>
                </c:pt>
                <c:pt idx="23183">
                  <c:v>1.1724649189285199E+18</c:v>
                </c:pt>
                <c:pt idx="23184">
                  <c:v>1.1725275738684951E+18</c:v>
                </c:pt>
                <c:pt idx="23185">
                  <c:v>1.172531606391241E+18</c:v>
                </c:pt>
                <c:pt idx="23186">
                  <c:v>1.172532966173429E+18</c:v>
                </c:pt>
                <c:pt idx="23187">
                  <c:v>1.1725386651223219E+18</c:v>
                </c:pt>
                <c:pt idx="23188">
                  <c:v>1.1727208983989839E+18</c:v>
                </c:pt>
                <c:pt idx="23189">
                  <c:v>1.1727210132261509E+18</c:v>
                </c:pt>
                <c:pt idx="23190">
                  <c:v>1.1727391468214899E+18</c:v>
                </c:pt>
                <c:pt idx="23191">
                  <c:v>1.1727480965592561E+18</c:v>
                </c:pt>
                <c:pt idx="23192">
                  <c:v>1.1727517082831969E+18</c:v>
                </c:pt>
                <c:pt idx="23193">
                  <c:v>1.1727657492457631E+18</c:v>
                </c:pt>
                <c:pt idx="23194">
                  <c:v>1.172766427622763E+18</c:v>
                </c:pt>
                <c:pt idx="23195">
                  <c:v>1.1727774233360289E+18</c:v>
                </c:pt>
                <c:pt idx="23196">
                  <c:v>1.1728563449197179E+18</c:v>
                </c:pt>
                <c:pt idx="23197">
                  <c:v>1.1728671707398021E+18</c:v>
                </c:pt>
                <c:pt idx="23198">
                  <c:v>1.1728840360627369E+18</c:v>
                </c:pt>
                <c:pt idx="23199">
                  <c:v>1.172887388025111E+18</c:v>
                </c:pt>
                <c:pt idx="23200">
                  <c:v>1.172888041271777E+18</c:v>
                </c:pt>
                <c:pt idx="23201">
                  <c:v>1.1728885416980549E+18</c:v>
                </c:pt>
                <c:pt idx="23202">
                  <c:v>1.172890576834922E+18</c:v>
                </c:pt>
                <c:pt idx="23203">
                  <c:v>1.1729377680058419E+18</c:v>
                </c:pt>
                <c:pt idx="23204">
                  <c:v>1.172952266348575E+18</c:v>
                </c:pt>
                <c:pt idx="23205">
                  <c:v>1.172958732030956E+18</c:v>
                </c:pt>
                <c:pt idx="23206">
                  <c:v>1.172962626472513E+18</c:v>
                </c:pt>
                <c:pt idx="23207">
                  <c:v>1.172970994582178E+18</c:v>
                </c:pt>
                <c:pt idx="23208">
                  <c:v>1.1729958601847931E+18</c:v>
                </c:pt>
                <c:pt idx="23209">
                  <c:v>1.1730348643114099E+18</c:v>
                </c:pt>
                <c:pt idx="23210">
                  <c:v>1.1731050309550751E+18</c:v>
                </c:pt>
                <c:pt idx="23211">
                  <c:v>1.1731619938607711E+18</c:v>
                </c:pt>
                <c:pt idx="23212">
                  <c:v>1.1731627616923771E+18</c:v>
                </c:pt>
                <c:pt idx="23213">
                  <c:v>1.1731649506479201E+18</c:v>
                </c:pt>
                <c:pt idx="23214">
                  <c:v>1.1731685016626071E+18</c:v>
                </c:pt>
                <c:pt idx="23215">
                  <c:v>1.173168568412949E+18</c:v>
                </c:pt>
                <c:pt idx="23216">
                  <c:v>1.173176599407412E+18</c:v>
                </c:pt>
                <c:pt idx="23217">
                  <c:v>1.17317978157887E+18</c:v>
                </c:pt>
                <c:pt idx="23218">
                  <c:v>1.1731935087012769E+18</c:v>
                </c:pt>
                <c:pt idx="23219">
                  <c:v>1.17320075409342E+18</c:v>
                </c:pt>
                <c:pt idx="23220">
                  <c:v>1.173220982544726E+18</c:v>
                </c:pt>
                <c:pt idx="23221">
                  <c:v>1.173253437966687E+18</c:v>
                </c:pt>
                <c:pt idx="23222">
                  <c:v>1.1732544690489211E+18</c:v>
                </c:pt>
                <c:pt idx="23223">
                  <c:v>1.1732997340066509E+18</c:v>
                </c:pt>
                <c:pt idx="23224">
                  <c:v>1.1734842236779571E+18</c:v>
                </c:pt>
                <c:pt idx="23225">
                  <c:v>1.1735124439316851E+18</c:v>
                </c:pt>
                <c:pt idx="23226">
                  <c:v>1.1735331124235351E+18</c:v>
                </c:pt>
                <c:pt idx="23227">
                  <c:v>1.1735422816365591E+18</c:v>
                </c:pt>
                <c:pt idx="23228">
                  <c:v>1.173556568555649E+18</c:v>
                </c:pt>
                <c:pt idx="23229">
                  <c:v>1.173572559683084E+18</c:v>
                </c:pt>
                <c:pt idx="23230">
                  <c:v>1.173590308139349E+18</c:v>
                </c:pt>
                <c:pt idx="23231">
                  <c:v>1.1735940414568681E+18</c:v>
                </c:pt>
                <c:pt idx="23232">
                  <c:v>1.173595662008702E+18</c:v>
                </c:pt>
                <c:pt idx="23233">
                  <c:v>1.173600540700182E+18</c:v>
                </c:pt>
                <c:pt idx="23234">
                  <c:v>1.173601689714935E+18</c:v>
                </c:pt>
                <c:pt idx="23235">
                  <c:v>1.173607856870976E+18</c:v>
                </c:pt>
                <c:pt idx="23236">
                  <c:v>1.173614703101771E+18</c:v>
                </c:pt>
                <c:pt idx="23237">
                  <c:v>1.1736187862884841E+18</c:v>
                </c:pt>
                <c:pt idx="23238">
                  <c:v>1.1736321242402181E+18</c:v>
                </c:pt>
                <c:pt idx="23239">
                  <c:v>1.1736336366870149E+18</c:v>
                </c:pt>
                <c:pt idx="23240">
                  <c:v>1.1736522708044421E+18</c:v>
                </c:pt>
                <c:pt idx="23241">
                  <c:v>1.173654737096929E+18</c:v>
                </c:pt>
                <c:pt idx="23242">
                  <c:v>1.1736596044086531E+18</c:v>
                </c:pt>
                <c:pt idx="23243">
                  <c:v>1.1736610794599949E+18</c:v>
                </c:pt>
                <c:pt idx="23244">
                  <c:v>1.17366463525875E+18</c:v>
                </c:pt>
                <c:pt idx="23245">
                  <c:v>1.1736655083628531E+18</c:v>
                </c:pt>
                <c:pt idx="23246">
                  <c:v>1.173666112117621E+18</c:v>
                </c:pt>
                <c:pt idx="23247">
                  <c:v>1.1736688300230121E+18</c:v>
                </c:pt>
                <c:pt idx="23248">
                  <c:v>1.1736751023973309E+18</c:v>
                </c:pt>
                <c:pt idx="23249">
                  <c:v>1.173697939168192E+18</c:v>
                </c:pt>
                <c:pt idx="23250">
                  <c:v>1.1737245295895849E+18</c:v>
                </c:pt>
                <c:pt idx="23251">
                  <c:v>1.17373126771122E+18</c:v>
                </c:pt>
                <c:pt idx="23252">
                  <c:v>1.1737502959361569E+18</c:v>
                </c:pt>
                <c:pt idx="23253">
                  <c:v>1.1738163212598231E+18</c:v>
                </c:pt>
                <c:pt idx="23254">
                  <c:v>1.1739167213535941E+18</c:v>
                </c:pt>
                <c:pt idx="23255">
                  <c:v>1.1739766088282629E+18</c:v>
                </c:pt>
                <c:pt idx="23256">
                  <c:v>1.1741424516802061E+18</c:v>
                </c:pt>
                <c:pt idx="23257">
                  <c:v>1.1742547047788421E+18</c:v>
                </c:pt>
                <c:pt idx="23258">
                  <c:v>1.1742859027393421E+18</c:v>
                </c:pt>
                <c:pt idx="23259">
                  <c:v>1.174295163153344E+18</c:v>
                </c:pt>
                <c:pt idx="23260">
                  <c:v>1.174313851595735E+18</c:v>
                </c:pt>
                <c:pt idx="23261">
                  <c:v>1.174325414046636E+18</c:v>
                </c:pt>
                <c:pt idx="23262">
                  <c:v>1.1743353124782879E+18</c:v>
                </c:pt>
                <c:pt idx="23263">
                  <c:v>1.1743395835718321E+18</c:v>
                </c:pt>
                <c:pt idx="23264">
                  <c:v>1.174340061127989E+18</c:v>
                </c:pt>
                <c:pt idx="23265">
                  <c:v>1.1743437809933051E+18</c:v>
                </c:pt>
                <c:pt idx="23266">
                  <c:v>1.1743466842864041E+18</c:v>
                </c:pt>
                <c:pt idx="23267">
                  <c:v>1.1743480631805079E+18</c:v>
                </c:pt>
                <c:pt idx="23268">
                  <c:v>1.174350302351606E+18</c:v>
                </c:pt>
                <c:pt idx="23269">
                  <c:v>1.1743605513292439E+18</c:v>
                </c:pt>
                <c:pt idx="23270">
                  <c:v>1.174379352781301E+18</c:v>
                </c:pt>
                <c:pt idx="23271">
                  <c:v>1.174385503406295E+18</c:v>
                </c:pt>
                <c:pt idx="23272">
                  <c:v>1.174434791906303E+18</c:v>
                </c:pt>
                <c:pt idx="23273">
                  <c:v>1.174477181771895E+18</c:v>
                </c:pt>
                <c:pt idx="23274">
                  <c:v>1.17450211211535E+18</c:v>
                </c:pt>
                <c:pt idx="23275">
                  <c:v>1.1745092883932119E+18</c:v>
                </c:pt>
                <c:pt idx="23276">
                  <c:v>1.1745430602998881E+18</c:v>
                </c:pt>
                <c:pt idx="23277">
                  <c:v>1.174548987898433E+18</c:v>
                </c:pt>
                <c:pt idx="23278">
                  <c:v>1.174553855416799E+18</c:v>
                </c:pt>
                <c:pt idx="23279">
                  <c:v>1.1745667180520919E+18</c:v>
                </c:pt>
                <c:pt idx="23280">
                  <c:v>1.1745713871028009E+18</c:v>
                </c:pt>
                <c:pt idx="23281">
                  <c:v>1.1746427570810711E+18</c:v>
                </c:pt>
                <c:pt idx="23282">
                  <c:v>1.1746488365434281E+18</c:v>
                </c:pt>
                <c:pt idx="23283">
                  <c:v>1.1746533249580211E+18</c:v>
                </c:pt>
                <c:pt idx="23284">
                  <c:v>1.1749572500590039E+18</c:v>
                </c:pt>
                <c:pt idx="23285">
                  <c:v>1.1750223362161641E+18</c:v>
                </c:pt>
                <c:pt idx="23286">
                  <c:v>1.1750257835267461E+18</c:v>
                </c:pt>
                <c:pt idx="23287">
                  <c:v>1.1750287153805051E+18</c:v>
                </c:pt>
                <c:pt idx="23288">
                  <c:v>1.1750422299523661E+18</c:v>
                </c:pt>
                <c:pt idx="23289">
                  <c:v>1.1750532044781839E+18</c:v>
                </c:pt>
                <c:pt idx="23290">
                  <c:v>1.1750554468178071E+18</c:v>
                </c:pt>
                <c:pt idx="23291">
                  <c:v>1.1750626720623941E+18</c:v>
                </c:pt>
                <c:pt idx="23292">
                  <c:v>1.1750866019140531E+18</c:v>
                </c:pt>
                <c:pt idx="23293">
                  <c:v>1.1750873626433139E+18</c:v>
                </c:pt>
                <c:pt idx="23294">
                  <c:v>1.175101659845579E+18</c:v>
                </c:pt>
                <c:pt idx="23295">
                  <c:v>1.1751027797118999E+18</c:v>
                </c:pt>
                <c:pt idx="23296">
                  <c:v>1.1751213294138481E+18</c:v>
                </c:pt>
                <c:pt idx="23297">
                  <c:v>1.1751406414930161E+18</c:v>
                </c:pt>
                <c:pt idx="23298">
                  <c:v>1.175142612928969E+18</c:v>
                </c:pt>
                <c:pt idx="23299">
                  <c:v>1.1751709452732931E+18</c:v>
                </c:pt>
                <c:pt idx="23300">
                  <c:v>1.1751785125251981E+18</c:v>
                </c:pt>
                <c:pt idx="23301">
                  <c:v>1.175181611439646E+18</c:v>
                </c:pt>
                <c:pt idx="23302">
                  <c:v>1.1751832285407711E+18</c:v>
                </c:pt>
                <c:pt idx="23303">
                  <c:v>1.1751839655125911E+18</c:v>
                </c:pt>
                <c:pt idx="23304">
                  <c:v>1.1751847731627231E+18</c:v>
                </c:pt>
                <c:pt idx="23305">
                  <c:v>1.175195793121642E+18</c:v>
                </c:pt>
                <c:pt idx="23306">
                  <c:v>1.1752755559975749E+18</c:v>
                </c:pt>
                <c:pt idx="23307">
                  <c:v>1.1752769236258409E+18</c:v>
                </c:pt>
                <c:pt idx="23308">
                  <c:v>1.175289951306561E+18</c:v>
                </c:pt>
                <c:pt idx="23309">
                  <c:v>1.1753490359702751E+18</c:v>
                </c:pt>
                <c:pt idx="23310">
                  <c:v>1.1753779743184241E+18</c:v>
                </c:pt>
                <c:pt idx="23311">
                  <c:v>1.1753822358066509E+18</c:v>
                </c:pt>
                <c:pt idx="23312">
                  <c:v>1.175389746239498E+18</c:v>
                </c:pt>
                <c:pt idx="23313">
                  <c:v>1.1754181218195799E+18</c:v>
                </c:pt>
                <c:pt idx="23314">
                  <c:v>1.1754990624062989E+18</c:v>
                </c:pt>
                <c:pt idx="23315">
                  <c:v>1.175643835628032E+18</c:v>
                </c:pt>
                <c:pt idx="23316">
                  <c:v>1.1757617301506629E+18</c:v>
                </c:pt>
                <c:pt idx="23317">
                  <c:v>1.1757716812020941E+18</c:v>
                </c:pt>
                <c:pt idx="23318">
                  <c:v>1.1757810872567429E+18</c:v>
                </c:pt>
                <c:pt idx="23319">
                  <c:v>1.1758668909461361E+18</c:v>
                </c:pt>
                <c:pt idx="23320">
                  <c:v>1.1758709983251359E+18</c:v>
                </c:pt>
                <c:pt idx="23321">
                  <c:v>1.175875636334624E+18</c:v>
                </c:pt>
                <c:pt idx="23322">
                  <c:v>1.1758999819503209E+18</c:v>
                </c:pt>
                <c:pt idx="23323">
                  <c:v>1.1759481613507341E+18</c:v>
                </c:pt>
                <c:pt idx="23324">
                  <c:v>1.1759551827993249E+18</c:v>
                </c:pt>
                <c:pt idx="23325">
                  <c:v>1.17595684719599E+18</c:v>
                </c:pt>
                <c:pt idx="23326">
                  <c:v>1.1759653304740349E+18</c:v>
                </c:pt>
                <c:pt idx="23327">
                  <c:v>1.175997486401259E+18</c:v>
                </c:pt>
                <c:pt idx="23328">
                  <c:v>1.176012790107031E+18</c:v>
                </c:pt>
                <c:pt idx="23329">
                  <c:v>1.1760267966470771E+18</c:v>
                </c:pt>
                <c:pt idx="23330">
                  <c:v>1.1760323693179661E+18</c:v>
                </c:pt>
                <c:pt idx="23331">
                  <c:v>1.1760633246424561E+18</c:v>
                </c:pt>
                <c:pt idx="23332">
                  <c:v>1.1760719712662241E+18</c:v>
                </c:pt>
                <c:pt idx="23333">
                  <c:v>1.1760944724096499E+18</c:v>
                </c:pt>
                <c:pt idx="23334">
                  <c:v>1.1760951629816499E+18</c:v>
                </c:pt>
                <c:pt idx="23335">
                  <c:v>1.1763831056565949E+18</c:v>
                </c:pt>
                <c:pt idx="23336">
                  <c:v>1.1764072774293911E+18</c:v>
                </c:pt>
                <c:pt idx="23337">
                  <c:v>1.176441557975551E+18</c:v>
                </c:pt>
                <c:pt idx="23338">
                  <c:v>1.176471352562846E+18</c:v>
                </c:pt>
                <c:pt idx="23339">
                  <c:v>1.176531915409879E+18</c:v>
                </c:pt>
                <c:pt idx="23340">
                  <c:v>1.176624224142699E+18</c:v>
                </c:pt>
                <c:pt idx="23341">
                  <c:v>1.1766986403400819E+18</c:v>
                </c:pt>
                <c:pt idx="23342">
                  <c:v>1.1767479616998451E+18</c:v>
                </c:pt>
                <c:pt idx="23343">
                  <c:v>1.1767789130559181E+18</c:v>
                </c:pt>
                <c:pt idx="23344">
                  <c:v>1.1770402936776509E+18</c:v>
                </c:pt>
                <c:pt idx="23345">
                  <c:v>1.1772045823504251E+18</c:v>
                </c:pt>
                <c:pt idx="23346">
                  <c:v>1.177225912097706E+18</c:v>
                </c:pt>
                <c:pt idx="23347">
                  <c:v>1.1772561228075909E+18</c:v>
                </c:pt>
                <c:pt idx="23348">
                  <c:v>1.1772572453751229E+18</c:v>
                </c:pt>
                <c:pt idx="23349">
                  <c:v>1.1772713486389261E+18</c:v>
                </c:pt>
                <c:pt idx="23350">
                  <c:v>1.177299233595743E+18</c:v>
                </c:pt>
                <c:pt idx="23351">
                  <c:v>1.177350554593463E+18</c:v>
                </c:pt>
                <c:pt idx="23352">
                  <c:v>1.177413774765494E+18</c:v>
                </c:pt>
                <c:pt idx="23353">
                  <c:v>1.1774313915511639E+18</c:v>
                </c:pt>
                <c:pt idx="23354">
                  <c:v>1.177448957171167E+18</c:v>
                </c:pt>
                <c:pt idx="23355">
                  <c:v>1.1774507143052979E+18</c:v>
                </c:pt>
                <c:pt idx="23356">
                  <c:v>1.1774510583432781E+18</c:v>
                </c:pt>
                <c:pt idx="23357">
                  <c:v>1.1774555753865229E+18</c:v>
                </c:pt>
                <c:pt idx="23358">
                  <c:v>1.1774579647937961E+18</c:v>
                </c:pt>
                <c:pt idx="23359">
                  <c:v>1.1774603817663711E+18</c:v>
                </c:pt>
                <c:pt idx="23360">
                  <c:v>1.1774621637893609E+18</c:v>
                </c:pt>
                <c:pt idx="23361">
                  <c:v>1.177466596949687E+18</c:v>
                </c:pt>
                <c:pt idx="23362">
                  <c:v>1.1774684364840189E+18</c:v>
                </c:pt>
                <c:pt idx="23363">
                  <c:v>1.1774699371521971E+18</c:v>
                </c:pt>
                <c:pt idx="23364">
                  <c:v>1.1774835441768269E+18</c:v>
                </c:pt>
                <c:pt idx="23365">
                  <c:v>1.177531070073355E+18</c:v>
                </c:pt>
                <c:pt idx="23366">
                  <c:v>1.177542550629525E+18</c:v>
                </c:pt>
                <c:pt idx="23367">
                  <c:v>1.1775696801426601E+18</c:v>
                </c:pt>
                <c:pt idx="23368">
                  <c:v>1.1775773419786691E+18</c:v>
                </c:pt>
                <c:pt idx="23369">
                  <c:v>1.1775913935355379E+18</c:v>
                </c:pt>
                <c:pt idx="23370">
                  <c:v>1.1775975931231529E+18</c:v>
                </c:pt>
                <c:pt idx="23371">
                  <c:v>1.1776017038161339E+18</c:v>
                </c:pt>
                <c:pt idx="23372">
                  <c:v>1.1776346185883169E+18</c:v>
                </c:pt>
                <c:pt idx="23373">
                  <c:v>1.1776470663611689E+18</c:v>
                </c:pt>
                <c:pt idx="23374">
                  <c:v>1.1778052737602729E+18</c:v>
                </c:pt>
                <c:pt idx="23375">
                  <c:v>1.177817172784798E+18</c:v>
                </c:pt>
                <c:pt idx="23376">
                  <c:v>1.1778340481627781E+18</c:v>
                </c:pt>
                <c:pt idx="23377">
                  <c:v>1.177848396001538E+18</c:v>
                </c:pt>
                <c:pt idx="23378">
                  <c:v>1.1779021157370399E+18</c:v>
                </c:pt>
                <c:pt idx="23379">
                  <c:v>1.177945922007786E+18</c:v>
                </c:pt>
                <c:pt idx="23380">
                  <c:v>1.1779515684071521E+18</c:v>
                </c:pt>
                <c:pt idx="23381">
                  <c:v>1.177974491248318E+18</c:v>
                </c:pt>
                <c:pt idx="23382">
                  <c:v>1.1779942947661041E+18</c:v>
                </c:pt>
                <c:pt idx="23383">
                  <c:v>1.1780020241281951E+18</c:v>
                </c:pt>
                <c:pt idx="23384">
                  <c:v>1.178028742038263E+18</c:v>
                </c:pt>
                <c:pt idx="23385">
                  <c:v>1.178049971280834E+18</c:v>
                </c:pt>
                <c:pt idx="23386">
                  <c:v>1.1780515968334689E+18</c:v>
                </c:pt>
                <c:pt idx="23387">
                  <c:v>1.1780602358008919E+18</c:v>
                </c:pt>
                <c:pt idx="23388">
                  <c:v>1.178114466973408E+18</c:v>
                </c:pt>
                <c:pt idx="23389">
                  <c:v>1.1781717006713769E+18</c:v>
                </c:pt>
                <c:pt idx="23390">
                  <c:v>1.178200479665088E+18</c:v>
                </c:pt>
                <c:pt idx="23391">
                  <c:v>1.178219770157086E+18</c:v>
                </c:pt>
                <c:pt idx="23392">
                  <c:v>1.1782577489992809E+18</c:v>
                </c:pt>
                <c:pt idx="23393">
                  <c:v>1.1784770630154591E+18</c:v>
                </c:pt>
                <c:pt idx="23394">
                  <c:v>1.1785048761953359E+18</c:v>
                </c:pt>
                <c:pt idx="23395">
                  <c:v>1.17862922081309E+18</c:v>
                </c:pt>
                <c:pt idx="23396">
                  <c:v>1.17864475971265E+18</c:v>
                </c:pt>
                <c:pt idx="23397">
                  <c:v>1.1786692140282319E+18</c:v>
                </c:pt>
                <c:pt idx="23398">
                  <c:v>1.178683581172204E+18</c:v>
                </c:pt>
                <c:pt idx="23399">
                  <c:v>1.17869962204238E+18</c:v>
                </c:pt>
                <c:pt idx="23400">
                  <c:v>1.178708850202154E+18</c:v>
                </c:pt>
                <c:pt idx="23401">
                  <c:v>1.1787118337275799E+18</c:v>
                </c:pt>
                <c:pt idx="23402">
                  <c:v>1.1787185105030569E+18</c:v>
                </c:pt>
                <c:pt idx="23403">
                  <c:v>1.1787185352641789E+18</c:v>
                </c:pt>
                <c:pt idx="23404">
                  <c:v>1.178761678765151E+18</c:v>
                </c:pt>
                <c:pt idx="23405">
                  <c:v>1.178786076636873E+18</c:v>
                </c:pt>
                <c:pt idx="23406">
                  <c:v>1.1787908753096161E+18</c:v>
                </c:pt>
                <c:pt idx="23407">
                  <c:v>1.1787910858911519E+18</c:v>
                </c:pt>
                <c:pt idx="23408">
                  <c:v>1.178797137138782E+18</c:v>
                </c:pt>
                <c:pt idx="23409">
                  <c:v>1.1789327686671009E+18</c:v>
                </c:pt>
                <c:pt idx="23410">
                  <c:v>1.1789383848428741E+18</c:v>
                </c:pt>
                <c:pt idx="23411">
                  <c:v>1.178940819406112E+18</c:v>
                </c:pt>
                <c:pt idx="23412">
                  <c:v>1.1790155922057411E+18</c:v>
                </c:pt>
                <c:pt idx="23413">
                  <c:v>1.1790168328099241E+18</c:v>
                </c:pt>
                <c:pt idx="23414">
                  <c:v>1.1790309904567821E+18</c:v>
                </c:pt>
                <c:pt idx="23415">
                  <c:v>1.1790372562816481E+18</c:v>
                </c:pt>
                <c:pt idx="23416">
                  <c:v>1.179289517909982E+18</c:v>
                </c:pt>
                <c:pt idx="23417">
                  <c:v>1.1793009061201951E+18</c:v>
                </c:pt>
                <c:pt idx="23418">
                  <c:v>1.1793198083126211E+18</c:v>
                </c:pt>
                <c:pt idx="23419">
                  <c:v>1.1793714610358559E+18</c:v>
                </c:pt>
                <c:pt idx="23420">
                  <c:v>1.17948629620066E+18</c:v>
                </c:pt>
                <c:pt idx="23421">
                  <c:v>1.1794875384412339E+18</c:v>
                </c:pt>
                <c:pt idx="23422">
                  <c:v>1.179489222360674E+18</c:v>
                </c:pt>
                <c:pt idx="23423">
                  <c:v>1.1794912392641129E+18</c:v>
                </c:pt>
                <c:pt idx="23424">
                  <c:v>1.179491360776126E+18</c:v>
                </c:pt>
                <c:pt idx="23425">
                  <c:v>1.1795317816279429E+18</c:v>
                </c:pt>
                <c:pt idx="23426">
                  <c:v>1.1795586048581629E+18</c:v>
                </c:pt>
                <c:pt idx="23427">
                  <c:v>1.179641511611404E+18</c:v>
                </c:pt>
                <c:pt idx="23428">
                  <c:v>1.1796566592487301E+18</c:v>
                </c:pt>
                <c:pt idx="23429">
                  <c:v>1.179713487393218E+18</c:v>
                </c:pt>
                <c:pt idx="23430">
                  <c:v>1.179714614798313E+18</c:v>
                </c:pt>
                <c:pt idx="23431">
                  <c:v>1.1797284514938959E+18</c:v>
                </c:pt>
                <c:pt idx="23432">
                  <c:v>1.1799540840993979E+18</c:v>
                </c:pt>
                <c:pt idx="23433">
                  <c:v>1.1799544548206981E+18</c:v>
                </c:pt>
                <c:pt idx="23434">
                  <c:v>1.1799553261371991E+18</c:v>
                </c:pt>
                <c:pt idx="23435">
                  <c:v>1.179979375224106E+18</c:v>
                </c:pt>
                <c:pt idx="23436">
                  <c:v>1.1799981386883269E+18</c:v>
                </c:pt>
                <c:pt idx="23437">
                  <c:v>1.1800126205630879E+18</c:v>
                </c:pt>
                <c:pt idx="23438">
                  <c:v>1.1800270864430531E+18</c:v>
                </c:pt>
                <c:pt idx="23439">
                  <c:v>1.1800829713678999E+18</c:v>
                </c:pt>
                <c:pt idx="23440">
                  <c:v>1.1801178551274171E+18</c:v>
                </c:pt>
                <c:pt idx="23441">
                  <c:v>1.180122424314689E+18</c:v>
                </c:pt>
                <c:pt idx="23442">
                  <c:v>1.1801613574194921E+18</c:v>
                </c:pt>
                <c:pt idx="23443">
                  <c:v>1.180204894837599E+18</c:v>
                </c:pt>
                <c:pt idx="23444">
                  <c:v>1.1802153132276449E+18</c:v>
                </c:pt>
                <c:pt idx="23445">
                  <c:v>1.180247614184863E+18</c:v>
                </c:pt>
                <c:pt idx="23446">
                  <c:v>1.18028906799219E+18</c:v>
                </c:pt>
                <c:pt idx="23447">
                  <c:v>1.180337701703062E+18</c:v>
                </c:pt>
                <c:pt idx="23448">
                  <c:v>1.180359936178466E+18</c:v>
                </c:pt>
                <c:pt idx="23449">
                  <c:v>1.1803752290678231E+18</c:v>
                </c:pt>
                <c:pt idx="23450">
                  <c:v>1.180376023558593E+18</c:v>
                </c:pt>
                <c:pt idx="23451">
                  <c:v>1.1803778372053891E+18</c:v>
                </c:pt>
                <c:pt idx="23452">
                  <c:v>1.180379799941801E+18</c:v>
                </c:pt>
                <c:pt idx="23453">
                  <c:v>1.180384439125833E+18</c:v>
                </c:pt>
                <c:pt idx="23454">
                  <c:v>1.180384602952542E+18</c:v>
                </c:pt>
                <c:pt idx="23455">
                  <c:v>1.180386594684128E+18</c:v>
                </c:pt>
                <c:pt idx="23456">
                  <c:v>1.180388052772202E+18</c:v>
                </c:pt>
                <c:pt idx="23457">
                  <c:v>1.1804812381918779E+18</c:v>
                </c:pt>
                <c:pt idx="23458">
                  <c:v>1.1804849113870211E+18</c:v>
                </c:pt>
                <c:pt idx="23459">
                  <c:v>1.180633358068073E+18</c:v>
                </c:pt>
                <c:pt idx="23460">
                  <c:v>1.1807063841486661E+18</c:v>
                </c:pt>
                <c:pt idx="23461">
                  <c:v>1.180788171789932E+18</c:v>
                </c:pt>
                <c:pt idx="23462">
                  <c:v>1.1807997468468229E+18</c:v>
                </c:pt>
                <c:pt idx="23463">
                  <c:v>1.1808057860114801E+18</c:v>
                </c:pt>
                <c:pt idx="23464">
                  <c:v>1.180805877304522E+18</c:v>
                </c:pt>
                <c:pt idx="23465">
                  <c:v>1.180825298858689E+18</c:v>
                </c:pt>
                <c:pt idx="23466">
                  <c:v>1.1808270493858299E+18</c:v>
                </c:pt>
                <c:pt idx="23467">
                  <c:v>1.1808295553314749E+18</c:v>
                </c:pt>
                <c:pt idx="23468">
                  <c:v>1.18084950735824E+18</c:v>
                </c:pt>
                <c:pt idx="23469">
                  <c:v>1.18088576617342E+18</c:v>
                </c:pt>
                <c:pt idx="23470">
                  <c:v>1.1808892521578381E+18</c:v>
                </c:pt>
                <c:pt idx="23471">
                  <c:v>1.1809020679610519E+18</c:v>
                </c:pt>
                <c:pt idx="23472">
                  <c:v>1.180910535744938E+18</c:v>
                </c:pt>
                <c:pt idx="23473">
                  <c:v>1.180916044610572E+18</c:v>
                </c:pt>
                <c:pt idx="23474">
                  <c:v>1.180920613702562E+18</c:v>
                </c:pt>
                <c:pt idx="23475">
                  <c:v>1.1809394044580239E+18</c:v>
                </c:pt>
                <c:pt idx="23476">
                  <c:v>1.1809453224983731E+18</c:v>
                </c:pt>
                <c:pt idx="23477">
                  <c:v>1.18096087449138E+18</c:v>
                </c:pt>
                <c:pt idx="23478">
                  <c:v>1.1809836265056881E+18</c:v>
                </c:pt>
                <c:pt idx="23479">
                  <c:v>1.180985978018028E+18</c:v>
                </c:pt>
                <c:pt idx="23480">
                  <c:v>1.180993817528822E+18</c:v>
                </c:pt>
                <c:pt idx="23481">
                  <c:v>1.1810322855019469E+18</c:v>
                </c:pt>
                <c:pt idx="23482">
                  <c:v>1.1810372677686981E+18</c:v>
                </c:pt>
                <c:pt idx="23483">
                  <c:v>1.1810417499581609E+18</c:v>
                </c:pt>
                <c:pt idx="23484">
                  <c:v>1.1810614159290529E+18</c:v>
                </c:pt>
                <c:pt idx="23485">
                  <c:v>1.1811059162551439E+18</c:v>
                </c:pt>
                <c:pt idx="23486">
                  <c:v>1.181450286357014E+18</c:v>
                </c:pt>
                <c:pt idx="23487">
                  <c:v>1.1814561003122061E+18</c:v>
                </c:pt>
                <c:pt idx="23488">
                  <c:v>1.1814847847520719E+18</c:v>
                </c:pt>
                <c:pt idx="23489">
                  <c:v>1.1815045490649449E+18</c:v>
                </c:pt>
                <c:pt idx="23490">
                  <c:v>1.181506495332095E+18</c:v>
                </c:pt>
                <c:pt idx="23491">
                  <c:v>1.1815256364019789E+18</c:v>
                </c:pt>
                <c:pt idx="23492">
                  <c:v>1.181529585097972E+18</c:v>
                </c:pt>
                <c:pt idx="23493">
                  <c:v>1.1816249489937019E+18</c:v>
                </c:pt>
                <c:pt idx="23494">
                  <c:v>1.181632841188513E+18</c:v>
                </c:pt>
                <c:pt idx="23495">
                  <c:v>1.1817034657638881E+18</c:v>
                </c:pt>
                <c:pt idx="23496">
                  <c:v>1.1818236931764611E+18</c:v>
                </c:pt>
                <c:pt idx="23497">
                  <c:v>1.181832644911765E+18</c:v>
                </c:pt>
                <c:pt idx="23498">
                  <c:v>1.1818734209037061E+18</c:v>
                </c:pt>
                <c:pt idx="23499">
                  <c:v>1.1818851588400609E+18</c:v>
                </c:pt>
                <c:pt idx="23500">
                  <c:v>1.181892131895199E+18</c:v>
                </c:pt>
                <c:pt idx="23501">
                  <c:v>1.181914921082666E+18</c:v>
                </c:pt>
                <c:pt idx="23502">
                  <c:v>1.1819159958118451E+18</c:v>
                </c:pt>
                <c:pt idx="23503">
                  <c:v>1.181941357491617E+18</c:v>
                </c:pt>
                <c:pt idx="23504">
                  <c:v>1.1821511927811799E+18</c:v>
                </c:pt>
                <c:pt idx="23505">
                  <c:v>1.1821604989091919E+18</c:v>
                </c:pt>
                <c:pt idx="23506">
                  <c:v>1.1821661626756621E+18</c:v>
                </c:pt>
                <c:pt idx="23507">
                  <c:v>1.182177738625473E+18</c:v>
                </c:pt>
                <c:pt idx="23508">
                  <c:v>1.182205459592169E+18</c:v>
                </c:pt>
                <c:pt idx="23509">
                  <c:v>1.1822898137372969E+18</c:v>
                </c:pt>
                <c:pt idx="23510">
                  <c:v>1.182308381773888E+18</c:v>
                </c:pt>
                <c:pt idx="23511">
                  <c:v>1.1823228958685691E+18</c:v>
                </c:pt>
                <c:pt idx="23512">
                  <c:v>1.182454999974677E+18</c:v>
                </c:pt>
                <c:pt idx="23513">
                  <c:v>1.1825175887224691E+18</c:v>
                </c:pt>
                <c:pt idx="23514">
                  <c:v>1.182591126103743E+18</c:v>
                </c:pt>
                <c:pt idx="23515">
                  <c:v>1.182819566052971E+18</c:v>
                </c:pt>
                <c:pt idx="23516">
                  <c:v>1.1829164542401421E+18</c:v>
                </c:pt>
                <c:pt idx="23517">
                  <c:v>1.182917591803711E+18</c:v>
                </c:pt>
                <c:pt idx="23518">
                  <c:v>1.1829785708040269E+18</c:v>
                </c:pt>
                <c:pt idx="23519">
                  <c:v>1.1829976700043231E+18</c:v>
                </c:pt>
                <c:pt idx="23520">
                  <c:v>1.183003377033225E+18</c:v>
                </c:pt>
                <c:pt idx="23521">
                  <c:v>1.1830158225325571E+18</c:v>
                </c:pt>
                <c:pt idx="23522">
                  <c:v>1.1830414787353971E+18</c:v>
                </c:pt>
                <c:pt idx="23523">
                  <c:v>1.1830693302320589E+18</c:v>
                </c:pt>
                <c:pt idx="23524">
                  <c:v>1.1831404193054239E+18</c:v>
                </c:pt>
                <c:pt idx="23525">
                  <c:v>1.1832113134208079E+18</c:v>
                </c:pt>
                <c:pt idx="23526">
                  <c:v>1.183212810656224E+18</c:v>
                </c:pt>
                <c:pt idx="23527">
                  <c:v>1.1835761349638771E+18</c:v>
                </c:pt>
                <c:pt idx="23528">
                  <c:v>1.183664786908802E+18</c:v>
                </c:pt>
                <c:pt idx="23529">
                  <c:v>1.1836670442779871E+18</c:v>
                </c:pt>
                <c:pt idx="23530">
                  <c:v>1.1837356669342551E+18</c:v>
                </c:pt>
                <c:pt idx="23531">
                  <c:v>1.1837487437603489E+18</c:v>
                </c:pt>
                <c:pt idx="23532">
                  <c:v>1.1837520314531011E+18</c:v>
                </c:pt>
                <c:pt idx="23533">
                  <c:v>1.1837545397704E+18</c:v>
                </c:pt>
                <c:pt idx="23534">
                  <c:v>1.1837611985653151E+18</c:v>
                </c:pt>
                <c:pt idx="23535">
                  <c:v>1.1837667825240829E+18</c:v>
                </c:pt>
                <c:pt idx="23536">
                  <c:v>1.1837698641420439E+18</c:v>
                </c:pt>
                <c:pt idx="23537">
                  <c:v>1.1837956571130209E+18</c:v>
                </c:pt>
                <c:pt idx="23538">
                  <c:v>1.1837959119207731E+18</c:v>
                </c:pt>
                <c:pt idx="23539">
                  <c:v>1.1837961370557161E+18</c:v>
                </c:pt>
                <c:pt idx="23540">
                  <c:v>1.1837972289747251E+18</c:v>
                </c:pt>
                <c:pt idx="23541">
                  <c:v>1.1838150344479759E+18</c:v>
                </c:pt>
                <c:pt idx="23542">
                  <c:v>1.1838411571267251E+18</c:v>
                </c:pt>
                <c:pt idx="23543">
                  <c:v>1.1838520647361861E+18</c:v>
                </c:pt>
                <c:pt idx="23544">
                  <c:v>1.1839113060016691E+18</c:v>
                </c:pt>
                <c:pt idx="23545">
                  <c:v>1.1839439268118441E+18</c:v>
                </c:pt>
                <c:pt idx="23546">
                  <c:v>1.1839844135828961E+18</c:v>
                </c:pt>
                <c:pt idx="23547">
                  <c:v>1.1839964878026109E+18</c:v>
                </c:pt>
                <c:pt idx="23548">
                  <c:v>1.1840424552149299E+18</c:v>
                </c:pt>
                <c:pt idx="23549">
                  <c:v>1.1840969803936251E+18</c:v>
                </c:pt>
                <c:pt idx="23550">
                  <c:v>1.1843233990447849E+18</c:v>
                </c:pt>
                <c:pt idx="23551">
                  <c:v>1.1843828167116219E+18</c:v>
                </c:pt>
                <c:pt idx="23552">
                  <c:v>1.1843901048059661E+18</c:v>
                </c:pt>
                <c:pt idx="23553">
                  <c:v>1.184449667527618E+18</c:v>
                </c:pt>
                <c:pt idx="23554">
                  <c:v>1.184458295770891E+18</c:v>
                </c:pt>
                <c:pt idx="23555">
                  <c:v>1.18448123247793E+18</c:v>
                </c:pt>
                <c:pt idx="23556">
                  <c:v>1.184511600806114E+18</c:v>
                </c:pt>
                <c:pt idx="23557">
                  <c:v>1.18451255452303E+18</c:v>
                </c:pt>
                <c:pt idx="23558">
                  <c:v>1.1845247398008279E+18</c:v>
                </c:pt>
                <c:pt idx="23559">
                  <c:v>1.184526640821046E+18</c:v>
                </c:pt>
                <c:pt idx="23560">
                  <c:v>1.1845291825381581E+18</c:v>
                </c:pt>
                <c:pt idx="23561">
                  <c:v>1.1845516671191869E+18</c:v>
                </c:pt>
                <c:pt idx="23562">
                  <c:v>1.1845551769986949E+18</c:v>
                </c:pt>
                <c:pt idx="23563">
                  <c:v>1.1846433537909069E+18</c:v>
                </c:pt>
                <c:pt idx="23564">
                  <c:v>1.1846719290480471E+18</c:v>
                </c:pt>
                <c:pt idx="23565">
                  <c:v>1.1847011803139021E+18</c:v>
                </c:pt>
                <c:pt idx="23566">
                  <c:v>1.1847065787868301E+18</c:v>
                </c:pt>
                <c:pt idx="23567">
                  <c:v>1.1847159505319199E+18</c:v>
                </c:pt>
                <c:pt idx="23568">
                  <c:v>1.184741180549589E+18</c:v>
                </c:pt>
                <c:pt idx="23569">
                  <c:v>1.1847961780302349E+18</c:v>
                </c:pt>
                <c:pt idx="23570">
                  <c:v>1.184796197030505E+18</c:v>
                </c:pt>
                <c:pt idx="23571">
                  <c:v>1.1848161491424261E+18</c:v>
                </c:pt>
                <c:pt idx="23572">
                  <c:v>1.184827260083966E+18</c:v>
                </c:pt>
                <c:pt idx="23573">
                  <c:v>1.184995457662028E+18</c:v>
                </c:pt>
                <c:pt idx="23574">
                  <c:v>1.1851429506160599E+18</c:v>
                </c:pt>
                <c:pt idx="23575">
                  <c:v>1.1851472010232691E+18</c:v>
                </c:pt>
                <c:pt idx="23576">
                  <c:v>1.1851905062705889E+18</c:v>
                </c:pt>
                <c:pt idx="23577">
                  <c:v>1.1851945528353659E+18</c:v>
                </c:pt>
                <c:pt idx="23578">
                  <c:v>1.18522999854013E+18</c:v>
                </c:pt>
                <c:pt idx="23579">
                  <c:v>1.1852519208448159E+18</c:v>
                </c:pt>
                <c:pt idx="23580">
                  <c:v>1.1853219311994821E+18</c:v>
                </c:pt>
                <c:pt idx="23581">
                  <c:v>1.1853491127417569E+18</c:v>
                </c:pt>
                <c:pt idx="23582">
                  <c:v>1.185349621054004E+18</c:v>
                </c:pt>
                <c:pt idx="23583">
                  <c:v>1.1853527209237299E+18</c:v>
                </c:pt>
                <c:pt idx="23584">
                  <c:v>1.1853767519423511E+18</c:v>
                </c:pt>
                <c:pt idx="23585">
                  <c:v>1.185411870349516E+18</c:v>
                </c:pt>
                <c:pt idx="23586">
                  <c:v>1.1854571533607959E+18</c:v>
                </c:pt>
                <c:pt idx="23587">
                  <c:v>1.1854630417337549E+18</c:v>
                </c:pt>
                <c:pt idx="23588">
                  <c:v>1.1854644305947661E+18</c:v>
                </c:pt>
                <c:pt idx="23589">
                  <c:v>1.185475739500491E+18</c:v>
                </c:pt>
                <c:pt idx="23590">
                  <c:v>1.1854802803375291E+18</c:v>
                </c:pt>
                <c:pt idx="23591">
                  <c:v>1.1854845423465149E+18</c:v>
                </c:pt>
                <c:pt idx="23592">
                  <c:v>1.185486724044705E+18</c:v>
                </c:pt>
                <c:pt idx="23593">
                  <c:v>1.185488434178249E+18</c:v>
                </c:pt>
                <c:pt idx="23594">
                  <c:v>1.1855082114241651E+18</c:v>
                </c:pt>
                <c:pt idx="23595">
                  <c:v>1.185589377673686E+18</c:v>
                </c:pt>
                <c:pt idx="23596">
                  <c:v>1.185769428660735E+18</c:v>
                </c:pt>
                <c:pt idx="23597">
                  <c:v>1.1858951843289989E+18</c:v>
                </c:pt>
                <c:pt idx="23598">
                  <c:v>1.1859272915132741E+18</c:v>
                </c:pt>
                <c:pt idx="23599">
                  <c:v>1.1859758781210949E+18</c:v>
                </c:pt>
                <c:pt idx="23600">
                  <c:v>1.1860302977911119E+18</c:v>
                </c:pt>
                <c:pt idx="23601">
                  <c:v>1.1860586980982799E+18</c:v>
                </c:pt>
                <c:pt idx="23602">
                  <c:v>1.1860710962026199E+18</c:v>
                </c:pt>
                <c:pt idx="23603">
                  <c:v>1.1860784755439621E+18</c:v>
                </c:pt>
                <c:pt idx="23604">
                  <c:v>1.186113340299627E+18</c:v>
                </c:pt>
                <c:pt idx="23605">
                  <c:v>1.1861188120561221E+18</c:v>
                </c:pt>
                <c:pt idx="23606">
                  <c:v>1.186123802026476E+18</c:v>
                </c:pt>
                <c:pt idx="23607">
                  <c:v>1.186133102018656E+18</c:v>
                </c:pt>
                <c:pt idx="23608">
                  <c:v>1.1861350061989199E+18</c:v>
                </c:pt>
                <c:pt idx="23609">
                  <c:v>1.186136983904865E+18</c:v>
                </c:pt>
                <c:pt idx="23610">
                  <c:v>1.186137789932491E+18</c:v>
                </c:pt>
                <c:pt idx="23611">
                  <c:v>1.1861384974294149E+18</c:v>
                </c:pt>
                <c:pt idx="23612">
                  <c:v>1.1861390282650509E+18</c:v>
                </c:pt>
                <c:pt idx="23613">
                  <c:v>1.186139695089342E+18</c:v>
                </c:pt>
                <c:pt idx="23614">
                  <c:v>1.1861411568578821E+18</c:v>
                </c:pt>
                <c:pt idx="23615">
                  <c:v>1.1861448866596611E+18</c:v>
                </c:pt>
                <c:pt idx="23616">
                  <c:v>1.186145369762238E+18</c:v>
                </c:pt>
                <c:pt idx="23617">
                  <c:v>1.1861704683844649E+18</c:v>
                </c:pt>
                <c:pt idx="23618">
                  <c:v>1.186184783143572E+18</c:v>
                </c:pt>
                <c:pt idx="23619">
                  <c:v>1.1862046276550669E+18</c:v>
                </c:pt>
                <c:pt idx="23620">
                  <c:v>1.186208501427168E+18</c:v>
                </c:pt>
                <c:pt idx="23621">
                  <c:v>1.1862185485476421E+18</c:v>
                </c:pt>
                <c:pt idx="23622">
                  <c:v>1.186225936482679E+18</c:v>
                </c:pt>
                <c:pt idx="23623">
                  <c:v>1.186248581808564E+18</c:v>
                </c:pt>
                <c:pt idx="23624">
                  <c:v>1.1862526381248371E+18</c:v>
                </c:pt>
                <c:pt idx="23625">
                  <c:v>1.186261163986369E+18</c:v>
                </c:pt>
                <c:pt idx="23626">
                  <c:v>1.18627614754158E+18</c:v>
                </c:pt>
                <c:pt idx="23627">
                  <c:v>1.1865201005870871E+18</c:v>
                </c:pt>
                <c:pt idx="23628">
                  <c:v>1.1865239506948841E+18</c:v>
                </c:pt>
                <c:pt idx="23629">
                  <c:v>1.1865284252439429E+18</c:v>
                </c:pt>
                <c:pt idx="23630">
                  <c:v>1.1865530673449989E+18</c:v>
                </c:pt>
                <c:pt idx="23631">
                  <c:v>1.186554955770238E+18</c:v>
                </c:pt>
                <c:pt idx="23632">
                  <c:v>1.186599330974624E+18</c:v>
                </c:pt>
                <c:pt idx="23633">
                  <c:v>1.1866205715080279E+18</c:v>
                </c:pt>
                <c:pt idx="23634">
                  <c:v>1.186640615714988E+18</c:v>
                </c:pt>
                <c:pt idx="23635">
                  <c:v>1.1866443199856041E+18</c:v>
                </c:pt>
                <c:pt idx="23636">
                  <c:v>1.186665082211445E+18</c:v>
                </c:pt>
                <c:pt idx="23637">
                  <c:v>1.186679261537545E+18</c:v>
                </c:pt>
                <c:pt idx="23638">
                  <c:v>1.186684356941186E+18</c:v>
                </c:pt>
                <c:pt idx="23639">
                  <c:v>1.1866907813300019E+18</c:v>
                </c:pt>
                <c:pt idx="23640">
                  <c:v>1.1867012709951201E+18</c:v>
                </c:pt>
                <c:pt idx="23641">
                  <c:v>1.1867040858715891E+18</c:v>
                </c:pt>
                <c:pt idx="23642">
                  <c:v>1.186707044027991E+18</c:v>
                </c:pt>
                <c:pt idx="23643">
                  <c:v>1.1867164534951291E+18</c:v>
                </c:pt>
                <c:pt idx="23644">
                  <c:v>1.1867241127192471E+18</c:v>
                </c:pt>
                <c:pt idx="23645">
                  <c:v>1.1867297042801039E+18</c:v>
                </c:pt>
                <c:pt idx="23646">
                  <c:v>1.186738319832907E+18</c:v>
                </c:pt>
                <c:pt idx="23647">
                  <c:v>1.186824970935297E+18</c:v>
                </c:pt>
                <c:pt idx="23648">
                  <c:v>1.1868634217948831E+18</c:v>
                </c:pt>
                <c:pt idx="23649">
                  <c:v>1.1868680294429E+18</c:v>
                </c:pt>
                <c:pt idx="23650">
                  <c:v>1.1868950416801731E+18</c:v>
                </c:pt>
              </c:numCache>
            </c:numRef>
          </c:xVal>
          <c:yVal>
            <c:numRef>
              <c:f>Sheet1!$B$2:$B$23652</c:f>
              <c:numCache>
                <c:formatCode>General</c:formatCode>
                <c:ptCount val="2365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</c:v>
                </c:pt>
                <c:pt idx="4">
                  <c:v>0</c:v>
                </c:pt>
                <c:pt idx="5">
                  <c:v>10</c:v>
                </c:pt>
                <c:pt idx="6">
                  <c:v>4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</c:v>
                </c:pt>
                <c:pt idx="13">
                  <c:v>24</c:v>
                </c:pt>
                <c:pt idx="14">
                  <c:v>42</c:v>
                </c:pt>
                <c:pt idx="15">
                  <c:v>0</c:v>
                </c:pt>
                <c:pt idx="16">
                  <c:v>24</c:v>
                </c:pt>
                <c:pt idx="17">
                  <c:v>0</c:v>
                </c:pt>
                <c:pt idx="18">
                  <c:v>0</c:v>
                </c:pt>
                <c:pt idx="19">
                  <c:v>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30</c:v>
                </c:pt>
                <c:pt idx="24">
                  <c:v>0</c:v>
                </c:pt>
                <c:pt idx="25">
                  <c:v>17</c:v>
                </c:pt>
                <c:pt idx="26">
                  <c:v>0</c:v>
                </c:pt>
                <c:pt idx="27">
                  <c:v>0</c:v>
                </c:pt>
                <c:pt idx="28">
                  <c:v>34</c:v>
                </c:pt>
                <c:pt idx="29">
                  <c:v>15</c:v>
                </c:pt>
                <c:pt idx="30">
                  <c:v>4</c:v>
                </c:pt>
                <c:pt idx="31">
                  <c:v>81</c:v>
                </c:pt>
                <c:pt idx="32">
                  <c:v>0</c:v>
                </c:pt>
                <c:pt idx="33">
                  <c:v>27</c:v>
                </c:pt>
                <c:pt idx="34">
                  <c:v>0</c:v>
                </c:pt>
                <c:pt idx="35">
                  <c:v>0</c:v>
                </c:pt>
                <c:pt idx="36">
                  <c:v>540</c:v>
                </c:pt>
                <c:pt idx="37">
                  <c:v>3</c:v>
                </c:pt>
                <c:pt idx="38">
                  <c:v>2</c:v>
                </c:pt>
                <c:pt idx="39">
                  <c:v>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7</c:v>
                </c:pt>
                <c:pt idx="48">
                  <c:v>0</c:v>
                </c:pt>
                <c:pt idx="49">
                  <c:v>0</c:v>
                </c:pt>
                <c:pt idx="50">
                  <c:v>14</c:v>
                </c:pt>
                <c:pt idx="51">
                  <c:v>0</c:v>
                </c:pt>
                <c:pt idx="52">
                  <c:v>24</c:v>
                </c:pt>
                <c:pt idx="53">
                  <c:v>9</c:v>
                </c:pt>
                <c:pt idx="54">
                  <c:v>28</c:v>
                </c:pt>
                <c:pt idx="55">
                  <c:v>58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2</c:v>
                </c:pt>
                <c:pt idx="66">
                  <c:v>0</c:v>
                </c:pt>
                <c:pt idx="67">
                  <c:v>0</c:v>
                </c:pt>
                <c:pt idx="68">
                  <c:v>150</c:v>
                </c:pt>
                <c:pt idx="69">
                  <c:v>0</c:v>
                </c:pt>
                <c:pt idx="70">
                  <c:v>6</c:v>
                </c:pt>
                <c:pt idx="71">
                  <c:v>12</c:v>
                </c:pt>
                <c:pt idx="72">
                  <c:v>7</c:v>
                </c:pt>
                <c:pt idx="73">
                  <c:v>18</c:v>
                </c:pt>
                <c:pt idx="74">
                  <c:v>0</c:v>
                </c:pt>
                <c:pt idx="75">
                  <c:v>42</c:v>
                </c:pt>
                <c:pt idx="76">
                  <c:v>0</c:v>
                </c:pt>
                <c:pt idx="77">
                  <c:v>0</c:v>
                </c:pt>
                <c:pt idx="78">
                  <c:v>1</c:v>
                </c:pt>
                <c:pt idx="79">
                  <c:v>102</c:v>
                </c:pt>
                <c:pt idx="80">
                  <c:v>16</c:v>
                </c:pt>
                <c:pt idx="81">
                  <c:v>21</c:v>
                </c:pt>
                <c:pt idx="82">
                  <c:v>28</c:v>
                </c:pt>
                <c:pt idx="83">
                  <c:v>91</c:v>
                </c:pt>
                <c:pt idx="84">
                  <c:v>0</c:v>
                </c:pt>
                <c:pt idx="85">
                  <c:v>135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28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1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8</c:v>
                </c:pt>
                <c:pt idx="103">
                  <c:v>0</c:v>
                </c:pt>
                <c:pt idx="104">
                  <c:v>0</c:v>
                </c:pt>
                <c:pt idx="105">
                  <c:v>17</c:v>
                </c:pt>
                <c:pt idx="106">
                  <c:v>0</c:v>
                </c:pt>
                <c:pt idx="107">
                  <c:v>0</c:v>
                </c:pt>
                <c:pt idx="108">
                  <c:v>66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2</c:v>
                </c:pt>
                <c:pt idx="113">
                  <c:v>2</c:v>
                </c:pt>
                <c:pt idx="114">
                  <c:v>51</c:v>
                </c:pt>
                <c:pt idx="115">
                  <c:v>6</c:v>
                </c:pt>
                <c:pt idx="116">
                  <c:v>50</c:v>
                </c:pt>
                <c:pt idx="117">
                  <c:v>5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7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177</c:v>
                </c:pt>
                <c:pt idx="129">
                  <c:v>120</c:v>
                </c:pt>
                <c:pt idx="130">
                  <c:v>0</c:v>
                </c:pt>
                <c:pt idx="131">
                  <c:v>1</c:v>
                </c:pt>
                <c:pt idx="132">
                  <c:v>0</c:v>
                </c:pt>
                <c:pt idx="133">
                  <c:v>84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1080</c:v>
                </c:pt>
                <c:pt idx="138">
                  <c:v>24</c:v>
                </c:pt>
                <c:pt idx="139">
                  <c:v>120</c:v>
                </c:pt>
                <c:pt idx="140">
                  <c:v>8</c:v>
                </c:pt>
                <c:pt idx="141">
                  <c:v>10</c:v>
                </c:pt>
                <c:pt idx="142">
                  <c:v>0</c:v>
                </c:pt>
                <c:pt idx="143">
                  <c:v>21</c:v>
                </c:pt>
                <c:pt idx="144">
                  <c:v>0</c:v>
                </c:pt>
                <c:pt idx="145">
                  <c:v>11</c:v>
                </c:pt>
                <c:pt idx="146">
                  <c:v>75</c:v>
                </c:pt>
                <c:pt idx="147">
                  <c:v>4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75</c:v>
                </c:pt>
                <c:pt idx="155">
                  <c:v>119</c:v>
                </c:pt>
                <c:pt idx="156">
                  <c:v>0</c:v>
                </c:pt>
                <c:pt idx="157">
                  <c:v>0</c:v>
                </c:pt>
                <c:pt idx="158">
                  <c:v>9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3</c:v>
                </c:pt>
                <c:pt idx="163">
                  <c:v>0</c:v>
                </c:pt>
                <c:pt idx="164">
                  <c:v>0</c:v>
                </c:pt>
                <c:pt idx="165">
                  <c:v>168</c:v>
                </c:pt>
                <c:pt idx="166">
                  <c:v>42</c:v>
                </c:pt>
                <c:pt idx="167">
                  <c:v>0</c:v>
                </c:pt>
                <c:pt idx="168">
                  <c:v>54</c:v>
                </c:pt>
                <c:pt idx="169">
                  <c:v>6</c:v>
                </c:pt>
                <c:pt idx="170">
                  <c:v>0</c:v>
                </c:pt>
                <c:pt idx="171">
                  <c:v>0</c:v>
                </c:pt>
                <c:pt idx="172">
                  <c:v>19</c:v>
                </c:pt>
                <c:pt idx="173">
                  <c:v>0</c:v>
                </c:pt>
                <c:pt idx="174">
                  <c:v>0</c:v>
                </c:pt>
                <c:pt idx="175">
                  <c:v>7</c:v>
                </c:pt>
                <c:pt idx="176">
                  <c:v>30</c:v>
                </c:pt>
                <c:pt idx="177">
                  <c:v>0</c:v>
                </c:pt>
                <c:pt idx="178">
                  <c:v>60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20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17</c:v>
                </c:pt>
                <c:pt idx="193">
                  <c:v>0</c:v>
                </c:pt>
                <c:pt idx="194">
                  <c:v>110</c:v>
                </c:pt>
                <c:pt idx="195">
                  <c:v>0</c:v>
                </c:pt>
                <c:pt idx="196">
                  <c:v>75</c:v>
                </c:pt>
                <c:pt idx="197">
                  <c:v>0</c:v>
                </c:pt>
                <c:pt idx="198">
                  <c:v>1</c:v>
                </c:pt>
                <c:pt idx="199">
                  <c:v>6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24</c:v>
                </c:pt>
                <c:pt idx="205">
                  <c:v>21</c:v>
                </c:pt>
                <c:pt idx="206">
                  <c:v>0</c:v>
                </c:pt>
                <c:pt idx="207">
                  <c:v>44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1</c:v>
                </c:pt>
                <c:pt idx="212">
                  <c:v>0</c:v>
                </c:pt>
                <c:pt idx="213">
                  <c:v>365</c:v>
                </c:pt>
                <c:pt idx="214">
                  <c:v>0</c:v>
                </c:pt>
                <c:pt idx="215">
                  <c:v>4</c:v>
                </c:pt>
                <c:pt idx="216">
                  <c:v>25</c:v>
                </c:pt>
                <c:pt idx="217">
                  <c:v>196</c:v>
                </c:pt>
                <c:pt idx="218">
                  <c:v>5</c:v>
                </c:pt>
                <c:pt idx="219">
                  <c:v>2</c:v>
                </c:pt>
                <c:pt idx="220">
                  <c:v>42</c:v>
                </c:pt>
                <c:pt idx="221">
                  <c:v>0</c:v>
                </c:pt>
                <c:pt idx="222">
                  <c:v>0</c:v>
                </c:pt>
                <c:pt idx="223">
                  <c:v>72</c:v>
                </c:pt>
                <c:pt idx="224">
                  <c:v>40</c:v>
                </c:pt>
                <c:pt idx="225">
                  <c:v>4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45</c:v>
                </c:pt>
                <c:pt idx="232">
                  <c:v>0</c:v>
                </c:pt>
                <c:pt idx="233">
                  <c:v>0</c:v>
                </c:pt>
                <c:pt idx="234">
                  <c:v>360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18</c:v>
                </c:pt>
                <c:pt idx="240">
                  <c:v>56</c:v>
                </c:pt>
                <c:pt idx="241">
                  <c:v>0</c:v>
                </c:pt>
                <c:pt idx="242">
                  <c:v>0</c:v>
                </c:pt>
                <c:pt idx="243">
                  <c:v>10</c:v>
                </c:pt>
                <c:pt idx="244">
                  <c:v>96</c:v>
                </c:pt>
                <c:pt idx="245">
                  <c:v>105</c:v>
                </c:pt>
                <c:pt idx="246">
                  <c:v>40</c:v>
                </c:pt>
                <c:pt idx="247">
                  <c:v>0</c:v>
                </c:pt>
                <c:pt idx="248">
                  <c:v>32</c:v>
                </c:pt>
                <c:pt idx="249">
                  <c:v>0</c:v>
                </c:pt>
                <c:pt idx="250">
                  <c:v>58</c:v>
                </c:pt>
                <c:pt idx="251">
                  <c:v>56</c:v>
                </c:pt>
                <c:pt idx="252">
                  <c:v>20</c:v>
                </c:pt>
                <c:pt idx="253">
                  <c:v>0</c:v>
                </c:pt>
                <c:pt idx="254">
                  <c:v>27</c:v>
                </c:pt>
                <c:pt idx="255">
                  <c:v>24</c:v>
                </c:pt>
                <c:pt idx="256">
                  <c:v>20</c:v>
                </c:pt>
                <c:pt idx="257">
                  <c:v>56</c:v>
                </c:pt>
                <c:pt idx="258">
                  <c:v>0</c:v>
                </c:pt>
                <c:pt idx="259">
                  <c:v>48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69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8</c:v>
                </c:pt>
                <c:pt idx="270">
                  <c:v>7</c:v>
                </c:pt>
                <c:pt idx="271">
                  <c:v>18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3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72</c:v>
                </c:pt>
                <c:pt idx="280">
                  <c:v>0</c:v>
                </c:pt>
                <c:pt idx="281">
                  <c:v>0</c:v>
                </c:pt>
                <c:pt idx="282">
                  <c:v>30</c:v>
                </c:pt>
                <c:pt idx="283">
                  <c:v>60</c:v>
                </c:pt>
                <c:pt idx="284">
                  <c:v>1</c:v>
                </c:pt>
                <c:pt idx="285">
                  <c:v>84</c:v>
                </c:pt>
                <c:pt idx="286">
                  <c:v>0</c:v>
                </c:pt>
                <c:pt idx="287">
                  <c:v>30</c:v>
                </c:pt>
                <c:pt idx="288">
                  <c:v>0</c:v>
                </c:pt>
                <c:pt idx="289">
                  <c:v>180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2</c:v>
                </c:pt>
                <c:pt idx="294">
                  <c:v>0</c:v>
                </c:pt>
                <c:pt idx="295">
                  <c:v>30</c:v>
                </c:pt>
                <c:pt idx="296">
                  <c:v>0</c:v>
                </c:pt>
                <c:pt idx="297">
                  <c:v>30</c:v>
                </c:pt>
                <c:pt idx="298">
                  <c:v>0</c:v>
                </c:pt>
                <c:pt idx="299">
                  <c:v>0</c:v>
                </c:pt>
                <c:pt idx="300">
                  <c:v>84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4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30</c:v>
                </c:pt>
                <c:pt idx="309">
                  <c:v>0</c:v>
                </c:pt>
                <c:pt idx="310">
                  <c:v>56</c:v>
                </c:pt>
                <c:pt idx="311">
                  <c:v>6</c:v>
                </c:pt>
                <c:pt idx="312">
                  <c:v>0</c:v>
                </c:pt>
                <c:pt idx="313">
                  <c:v>0</c:v>
                </c:pt>
                <c:pt idx="314">
                  <c:v>28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38</c:v>
                </c:pt>
                <c:pt idx="319">
                  <c:v>2</c:v>
                </c:pt>
                <c:pt idx="320">
                  <c:v>0</c:v>
                </c:pt>
                <c:pt idx="321">
                  <c:v>69</c:v>
                </c:pt>
                <c:pt idx="322">
                  <c:v>0</c:v>
                </c:pt>
                <c:pt idx="323">
                  <c:v>35</c:v>
                </c:pt>
                <c:pt idx="324">
                  <c:v>12</c:v>
                </c:pt>
                <c:pt idx="325">
                  <c:v>2</c:v>
                </c:pt>
                <c:pt idx="326">
                  <c:v>90</c:v>
                </c:pt>
                <c:pt idx="327">
                  <c:v>0</c:v>
                </c:pt>
                <c:pt idx="328">
                  <c:v>0</c:v>
                </c:pt>
                <c:pt idx="329">
                  <c:v>84</c:v>
                </c:pt>
                <c:pt idx="330">
                  <c:v>2</c:v>
                </c:pt>
                <c:pt idx="331">
                  <c:v>3</c:v>
                </c:pt>
                <c:pt idx="332">
                  <c:v>87</c:v>
                </c:pt>
                <c:pt idx="333">
                  <c:v>0</c:v>
                </c:pt>
                <c:pt idx="334">
                  <c:v>1</c:v>
                </c:pt>
                <c:pt idx="335">
                  <c:v>0</c:v>
                </c:pt>
                <c:pt idx="336">
                  <c:v>8</c:v>
                </c:pt>
                <c:pt idx="337">
                  <c:v>2</c:v>
                </c:pt>
                <c:pt idx="338">
                  <c:v>7</c:v>
                </c:pt>
                <c:pt idx="339">
                  <c:v>18</c:v>
                </c:pt>
                <c:pt idx="340">
                  <c:v>21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4</c:v>
                </c:pt>
                <c:pt idx="354">
                  <c:v>4</c:v>
                </c:pt>
                <c:pt idx="355">
                  <c:v>0</c:v>
                </c:pt>
                <c:pt idx="356">
                  <c:v>120</c:v>
                </c:pt>
                <c:pt idx="357">
                  <c:v>196</c:v>
                </c:pt>
                <c:pt idx="358">
                  <c:v>0</c:v>
                </c:pt>
                <c:pt idx="359">
                  <c:v>9</c:v>
                </c:pt>
                <c:pt idx="360">
                  <c:v>0</c:v>
                </c:pt>
                <c:pt idx="361">
                  <c:v>135</c:v>
                </c:pt>
                <c:pt idx="362">
                  <c:v>25</c:v>
                </c:pt>
                <c:pt idx="363">
                  <c:v>0</c:v>
                </c:pt>
                <c:pt idx="364">
                  <c:v>5</c:v>
                </c:pt>
                <c:pt idx="365">
                  <c:v>104</c:v>
                </c:pt>
                <c:pt idx="366">
                  <c:v>42</c:v>
                </c:pt>
                <c:pt idx="367">
                  <c:v>60</c:v>
                </c:pt>
                <c:pt idx="368">
                  <c:v>100</c:v>
                </c:pt>
                <c:pt idx="369">
                  <c:v>0</c:v>
                </c:pt>
                <c:pt idx="370">
                  <c:v>120</c:v>
                </c:pt>
                <c:pt idx="371">
                  <c:v>0</c:v>
                </c:pt>
                <c:pt idx="372">
                  <c:v>0</c:v>
                </c:pt>
                <c:pt idx="373">
                  <c:v>21</c:v>
                </c:pt>
                <c:pt idx="374">
                  <c:v>0</c:v>
                </c:pt>
                <c:pt idx="375">
                  <c:v>0</c:v>
                </c:pt>
                <c:pt idx="376">
                  <c:v>21</c:v>
                </c:pt>
                <c:pt idx="377">
                  <c:v>51</c:v>
                </c:pt>
                <c:pt idx="378">
                  <c:v>86</c:v>
                </c:pt>
                <c:pt idx="379">
                  <c:v>0</c:v>
                </c:pt>
                <c:pt idx="380">
                  <c:v>0</c:v>
                </c:pt>
                <c:pt idx="381">
                  <c:v>1</c:v>
                </c:pt>
                <c:pt idx="382">
                  <c:v>3</c:v>
                </c:pt>
                <c:pt idx="383">
                  <c:v>65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2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11</c:v>
                </c:pt>
                <c:pt idx="393">
                  <c:v>120</c:v>
                </c:pt>
                <c:pt idx="394">
                  <c:v>34</c:v>
                </c:pt>
                <c:pt idx="395">
                  <c:v>0</c:v>
                </c:pt>
                <c:pt idx="396">
                  <c:v>1</c:v>
                </c:pt>
                <c:pt idx="397">
                  <c:v>1</c:v>
                </c:pt>
                <c:pt idx="398">
                  <c:v>0</c:v>
                </c:pt>
                <c:pt idx="399">
                  <c:v>135</c:v>
                </c:pt>
                <c:pt idx="400">
                  <c:v>329</c:v>
                </c:pt>
                <c:pt idx="401">
                  <c:v>0</c:v>
                </c:pt>
                <c:pt idx="402">
                  <c:v>0</c:v>
                </c:pt>
                <c:pt idx="403">
                  <c:v>70</c:v>
                </c:pt>
                <c:pt idx="404">
                  <c:v>1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9</c:v>
                </c:pt>
                <c:pt idx="410">
                  <c:v>7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22</c:v>
                </c:pt>
                <c:pt idx="415">
                  <c:v>12</c:v>
                </c:pt>
                <c:pt idx="416">
                  <c:v>13</c:v>
                </c:pt>
                <c:pt idx="417">
                  <c:v>13</c:v>
                </c:pt>
                <c:pt idx="418">
                  <c:v>21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84</c:v>
                </c:pt>
                <c:pt idx="424">
                  <c:v>2</c:v>
                </c:pt>
                <c:pt idx="425">
                  <c:v>0</c:v>
                </c:pt>
                <c:pt idx="426">
                  <c:v>90</c:v>
                </c:pt>
                <c:pt idx="427">
                  <c:v>114</c:v>
                </c:pt>
                <c:pt idx="428">
                  <c:v>3</c:v>
                </c:pt>
                <c:pt idx="429">
                  <c:v>84</c:v>
                </c:pt>
                <c:pt idx="430">
                  <c:v>12</c:v>
                </c:pt>
                <c:pt idx="431">
                  <c:v>0</c:v>
                </c:pt>
                <c:pt idx="432">
                  <c:v>60</c:v>
                </c:pt>
                <c:pt idx="433">
                  <c:v>21</c:v>
                </c:pt>
                <c:pt idx="434">
                  <c:v>0</c:v>
                </c:pt>
                <c:pt idx="435">
                  <c:v>0</c:v>
                </c:pt>
                <c:pt idx="436">
                  <c:v>30</c:v>
                </c:pt>
                <c:pt idx="437">
                  <c:v>0</c:v>
                </c:pt>
                <c:pt idx="438">
                  <c:v>210</c:v>
                </c:pt>
                <c:pt idx="439">
                  <c:v>0</c:v>
                </c:pt>
                <c:pt idx="440">
                  <c:v>4</c:v>
                </c:pt>
                <c:pt idx="441">
                  <c:v>9</c:v>
                </c:pt>
                <c:pt idx="442">
                  <c:v>1</c:v>
                </c:pt>
                <c:pt idx="443">
                  <c:v>18</c:v>
                </c:pt>
                <c:pt idx="444">
                  <c:v>3</c:v>
                </c:pt>
                <c:pt idx="445">
                  <c:v>15</c:v>
                </c:pt>
                <c:pt idx="446">
                  <c:v>0</c:v>
                </c:pt>
                <c:pt idx="447">
                  <c:v>0</c:v>
                </c:pt>
                <c:pt idx="448">
                  <c:v>60</c:v>
                </c:pt>
                <c:pt idx="449">
                  <c:v>0</c:v>
                </c:pt>
                <c:pt idx="450">
                  <c:v>1</c:v>
                </c:pt>
                <c:pt idx="451">
                  <c:v>0</c:v>
                </c:pt>
                <c:pt idx="452">
                  <c:v>0</c:v>
                </c:pt>
                <c:pt idx="453">
                  <c:v>18</c:v>
                </c:pt>
                <c:pt idx="454">
                  <c:v>0</c:v>
                </c:pt>
                <c:pt idx="455">
                  <c:v>0</c:v>
                </c:pt>
                <c:pt idx="456">
                  <c:v>54</c:v>
                </c:pt>
                <c:pt idx="457">
                  <c:v>40</c:v>
                </c:pt>
                <c:pt idx="458">
                  <c:v>0</c:v>
                </c:pt>
                <c:pt idx="459">
                  <c:v>0</c:v>
                </c:pt>
                <c:pt idx="460">
                  <c:v>360</c:v>
                </c:pt>
                <c:pt idx="461">
                  <c:v>0</c:v>
                </c:pt>
                <c:pt idx="462">
                  <c:v>16</c:v>
                </c:pt>
                <c:pt idx="463">
                  <c:v>1</c:v>
                </c:pt>
                <c:pt idx="464">
                  <c:v>3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1</c:v>
                </c:pt>
                <c:pt idx="470">
                  <c:v>0</c:v>
                </c:pt>
                <c:pt idx="471">
                  <c:v>8</c:v>
                </c:pt>
                <c:pt idx="472">
                  <c:v>4</c:v>
                </c:pt>
                <c:pt idx="473">
                  <c:v>330</c:v>
                </c:pt>
                <c:pt idx="474">
                  <c:v>12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21</c:v>
                </c:pt>
                <c:pt idx="479">
                  <c:v>15</c:v>
                </c:pt>
                <c:pt idx="480">
                  <c:v>90</c:v>
                </c:pt>
                <c:pt idx="481">
                  <c:v>0</c:v>
                </c:pt>
                <c:pt idx="482">
                  <c:v>0</c:v>
                </c:pt>
                <c:pt idx="483">
                  <c:v>12</c:v>
                </c:pt>
                <c:pt idx="484">
                  <c:v>0</c:v>
                </c:pt>
                <c:pt idx="485">
                  <c:v>12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12</c:v>
                </c:pt>
                <c:pt idx="497">
                  <c:v>28</c:v>
                </c:pt>
                <c:pt idx="498">
                  <c:v>33</c:v>
                </c:pt>
                <c:pt idx="499">
                  <c:v>112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21</c:v>
                </c:pt>
                <c:pt idx="504">
                  <c:v>1</c:v>
                </c:pt>
                <c:pt idx="505">
                  <c:v>0</c:v>
                </c:pt>
                <c:pt idx="506">
                  <c:v>210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60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90</c:v>
                </c:pt>
                <c:pt idx="517">
                  <c:v>0</c:v>
                </c:pt>
                <c:pt idx="518">
                  <c:v>30</c:v>
                </c:pt>
                <c:pt idx="519">
                  <c:v>0</c:v>
                </c:pt>
                <c:pt idx="520">
                  <c:v>0</c:v>
                </c:pt>
                <c:pt idx="521">
                  <c:v>4</c:v>
                </c:pt>
                <c:pt idx="522">
                  <c:v>84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60</c:v>
                </c:pt>
                <c:pt idx="527">
                  <c:v>140</c:v>
                </c:pt>
                <c:pt idx="528">
                  <c:v>20</c:v>
                </c:pt>
                <c:pt idx="529">
                  <c:v>0</c:v>
                </c:pt>
                <c:pt idx="530">
                  <c:v>0</c:v>
                </c:pt>
                <c:pt idx="531">
                  <c:v>36</c:v>
                </c:pt>
                <c:pt idx="532">
                  <c:v>210</c:v>
                </c:pt>
                <c:pt idx="533">
                  <c:v>0</c:v>
                </c:pt>
                <c:pt idx="534">
                  <c:v>29</c:v>
                </c:pt>
                <c:pt idx="535">
                  <c:v>0</c:v>
                </c:pt>
                <c:pt idx="536">
                  <c:v>15</c:v>
                </c:pt>
                <c:pt idx="537">
                  <c:v>0</c:v>
                </c:pt>
                <c:pt idx="538">
                  <c:v>72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40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16</c:v>
                </c:pt>
                <c:pt idx="551">
                  <c:v>0</c:v>
                </c:pt>
                <c:pt idx="552">
                  <c:v>6</c:v>
                </c:pt>
                <c:pt idx="553">
                  <c:v>5</c:v>
                </c:pt>
                <c:pt idx="554">
                  <c:v>3</c:v>
                </c:pt>
                <c:pt idx="555">
                  <c:v>0</c:v>
                </c:pt>
                <c:pt idx="556">
                  <c:v>7</c:v>
                </c:pt>
                <c:pt idx="557">
                  <c:v>3</c:v>
                </c:pt>
                <c:pt idx="558">
                  <c:v>0</c:v>
                </c:pt>
                <c:pt idx="559">
                  <c:v>0</c:v>
                </c:pt>
                <c:pt idx="560">
                  <c:v>8</c:v>
                </c:pt>
                <c:pt idx="561">
                  <c:v>1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42</c:v>
                </c:pt>
                <c:pt idx="568">
                  <c:v>0</c:v>
                </c:pt>
                <c:pt idx="569">
                  <c:v>12</c:v>
                </c:pt>
                <c:pt idx="570">
                  <c:v>38</c:v>
                </c:pt>
                <c:pt idx="571">
                  <c:v>0</c:v>
                </c:pt>
                <c:pt idx="572">
                  <c:v>17</c:v>
                </c:pt>
                <c:pt idx="573">
                  <c:v>270</c:v>
                </c:pt>
                <c:pt idx="574">
                  <c:v>180</c:v>
                </c:pt>
                <c:pt idx="575">
                  <c:v>60</c:v>
                </c:pt>
                <c:pt idx="576">
                  <c:v>0</c:v>
                </c:pt>
                <c:pt idx="577">
                  <c:v>252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90</c:v>
                </c:pt>
                <c:pt idx="583">
                  <c:v>56</c:v>
                </c:pt>
                <c:pt idx="584">
                  <c:v>0</c:v>
                </c:pt>
                <c:pt idx="585">
                  <c:v>2</c:v>
                </c:pt>
                <c:pt idx="586">
                  <c:v>6</c:v>
                </c:pt>
                <c:pt idx="587">
                  <c:v>0</c:v>
                </c:pt>
                <c:pt idx="588">
                  <c:v>0</c:v>
                </c:pt>
                <c:pt idx="589">
                  <c:v>7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1</c:v>
                </c:pt>
                <c:pt idx="594">
                  <c:v>0</c:v>
                </c:pt>
                <c:pt idx="595">
                  <c:v>0</c:v>
                </c:pt>
                <c:pt idx="596">
                  <c:v>4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1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950</c:v>
                </c:pt>
                <c:pt idx="616">
                  <c:v>0</c:v>
                </c:pt>
                <c:pt idx="617">
                  <c:v>0</c:v>
                </c:pt>
                <c:pt idx="618">
                  <c:v>28</c:v>
                </c:pt>
                <c:pt idx="619">
                  <c:v>21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6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14</c:v>
                </c:pt>
                <c:pt idx="634">
                  <c:v>17</c:v>
                </c:pt>
                <c:pt idx="635">
                  <c:v>0</c:v>
                </c:pt>
                <c:pt idx="636">
                  <c:v>0</c:v>
                </c:pt>
                <c:pt idx="637">
                  <c:v>140</c:v>
                </c:pt>
                <c:pt idx="638">
                  <c:v>1</c:v>
                </c:pt>
                <c:pt idx="639">
                  <c:v>0</c:v>
                </c:pt>
                <c:pt idx="640">
                  <c:v>42</c:v>
                </c:pt>
                <c:pt idx="641">
                  <c:v>0</c:v>
                </c:pt>
                <c:pt idx="642">
                  <c:v>30</c:v>
                </c:pt>
                <c:pt idx="643">
                  <c:v>27</c:v>
                </c:pt>
                <c:pt idx="644">
                  <c:v>224</c:v>
                </c:pt>
                <c:pt idx="645">
                  <c:v>0</c:v>
                </c:pt>
                <c:pt idx="646">
                  <c:v>54</c:v>
                </c:pt>
                <c:pt idx="647">
                  <c:v>0</c:v>
                </c:pt>
                <c:pt idx="648">
                  <c:v>3</c:v>
                </c:pt>
                <c:pt idx="649">
                  <c:v>45</c:v>
                </c:pt>
                <c:pt idx="650">
                  <c:v>20</c:v>
                </c:pt>
                <c:pt idx="651">
                  <c:v>0</c:v>
                </c:pt>
                <c:pt idx="652">
                  <c:v>0</c:v>
                </c:pt>
                <c:pt idx="653">
                  <c:v>280</c:v>
                </c:pt>
                <c:pt idx="654">
                  <c:v>0</c:v>
                </c:pt>
                <c:pt idx="655">
                  <c:v>60</c:v>
                </c:pt>
                <c:pt idx="656">
                  <c:v>30</c:v>
                </c:pt>
                <c:pt idx="657">
                  <c:v>60</c:v>
                </c:pt>
                <c:pt idx="658">
                  <c:v>323</c:v>
                </c:pt>
                <c:pt idx="659">
                  <c:v>29</c:v>
                </c:pt>
                <c:pt idx="660">
                  <c:v>5</c:v>
                </c:pt>
                <c:pt idx="661">
                  <c:v>30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16</c:v>
                </c:pt>
                <c:pt idx="670">
                  <c:v>2</c:v>
                </c:pt>
                <c:pt idx="671">
                  <c:v>0</c:v>
                </c:pt>
                <c:pt idx="672">
                  <c:v>50</c:v>
                </c:pt>
                <c:pt idx="673">
                  <c:v>0</c:v>
                </c:pt>
                <c:pt idx="674">
                  <c:v>57</c:v>
                </c:pt>
                <c:pt idx="675">
                  <c:v>104</c:v>
                </c:pt>
                <c:pt idx="676">
                  <c:v>0</c:v>
                </c:pt>
                <c:pt idx="677">
                  <c:v>0</c:v>
                </c:pt>
                <c:pt idx="678">
                  <c:v>120</c:v>
                </c:pt>
                <c:pt idx="679">
                  <c:v>0</c:v>
                </c:pt>
                <c:pt idx="680">
                  <c:v>3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30</c:v>
                </c:pt>
                <c:pt idx="685">
                  <c:v>0</c:v>
                </c:pt>
                <c:pt idx="686">
                  <c:v>0</c:v>
                </c:pt>
                <c:pt idx="687">
                  <c:v>61</c:v>
                </c:pt>
                <c:pt idx="688">
                  <c:v>44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21</c:v>
                </c:pt>
                <c:pt idx="696">
                  <c:v>0</c:v>
                </c:pt>
                <c:pt idx="697">
                  <c:v>13</c:v>
                </c:pt>
                <c:pt idx="698">
                  <c:v>56</c:v>
                </c:pt>
                <c:pt idx="699">
                  <c:v>0</c:v>
                </c:pt>
                <c:pt idx="700">
                  <c:v>0</c:v>
                </c:pt>
                <c:pt idx="701">
                  <c:v>24</c:v>
                </c:pt>
                <c:pt idx="702">
                  <c:v>26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35</c:v>
                </c:pt>
                <c:pt idx="708">
                  <c:v>0</c:v>
                </c:pt>
                <c:pt idx="709">
                  <c:v>112</c:v>
                </c:pt>
                <c:pt idx="710">
                  <c:v>2</c:v>
                </c:pt>
                <c:pt idx="711">
                  <c:v>140</c:v>
                </c:pt>
                <c:pt idx="712">
                  <c:v>0</c:v>
                </c:pt>
                <c:pt idx="713">
                  <c:v>0</c:v>
                </c:pt>
                <c:pt idx="714">
                  <c:v>98</c:v>
                </c:pt>
                <c:pt idx="715">
                  <c:v>126</c:v>
                </c:pt>
                <c:pt idx="716">
                  <c:v>0</c:v>
                </c:pt>
                <c:pt idx="717">
                  <c:v>0</c:v>
                </c:pt>
                <c:pt idx="718">
                  <c:v>56</c:v>
                </c:pt>
                <c:pt idx="719">
                  <c:v>170</c:v>
                </c:pt>
                <c:pt idx="720">
                  <c:v>0</c:v>
                </c:pt>
                <c:pt idx="721">
                  <c:v>0</c:v>
                </c:pt>
                <c:pt idx="722">
                  <c:v>8</c:v>
                </c:pt>
                <c:pt idx="723">
                  <c:v>1</c:v>
                </c:pt>
                <c:pt idx="724">
                  <c:v>0</c:v>
                </c:pt>
                <c:pt idx="725">
                  <c:v>0</c:v>
                </c:pt>
                <c:pt idx="726">
                  <c:v>3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40</c:v>
                </c:pt>
                <c:pt idx="737">
                  <c:v>3</c:v>
                </c:pt>
                <c:pt idx="738">
                  <c:v>126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1</c:v>
                </c:pt>
                <c:pt idx="743">
                  <c:v>1</c:v>
                </c:pt>
                <c:pt idx="744">
                  <c:v>2</c:v>
                </c:pt>
                <c:pt idx="745">
                  <c:v>84</c:v>
                </c:pt>
                <c:pt idx="746">
                  <c:v>0</c:v>
                </c:pt>
                <c:pt idx="747">
                  <c:v>48</c:v>
                </c:pt>
                <c:pt idx="748">
                  <c:v>60</c:v>
                </c:pt>
                <c:pt idx="749">
                  <c:v>0</c:v>
                </c:pt>
                <c:pt idx="750">
                  <c:v>0</c:v>
                </c:pt>
                <c:pt idx="751">
                  <c:v>28</c:v>
                </c:pt>
                <c:pt idx="752">
                  <c:v>0</c:v>
                </c:pt>
                <c:pt idx="753">
                  <c:v>72</c:v>
                </c:pt>
                <c:pt idx="754">
                  <c:v>72</c:v>
                </c:pt>
                <c:pt idx="755">
                  <c:v>9</c:v>
                </c:pt>
                <c:pt idx="756">
                  <c:v>0</c:v>
                </c:pt>
                <c:pt idx="757">
                  <c:v>124</c:v>
                </c:pt>
                <c:pt idx="758">
                  <c:v>0</c:v>
                </c:pt>
                <c:pt idx="759">
                  <c:v>0</c:v>
                </c:pt>
                <c:pt idx="760">
                  <c:v>35</c:v>
                </c:pt>
                <c:pt idx="761">
                  <c:v>0</c:v>
                </c:pt>
                <c:pt idx="762">
                  <c:v>0</c:v>
                </c:pt>
                <c:pt idx="763">
                  <c:v>34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6</c:v>
                </c:pt>
                <c:pt idx="768">
                  <c:v>30</c:v>
                </c:pt>
                <c:pt idx="769">
                  <c:v>15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78</c:v>
                </c:pt>
                <c:pt idx="774">
                  <c:v>22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30</c:v>
                </c:pt>
                <c:pt idx="785">
                  <c:v>0</c:v>
                </c:pt>
                <c:pt idx="786">
                  <c:v>7</c:v>
                </c:pt>
                <c:pt idx="787">
                  <c:v>1</c:v>
                </c:pt>
                <c:pt idx="788">
                  <c:v>174</c:v>
                </c:pt>
                <c:pt idx="789">
                  <c:v>154</c:v>
                </c:pt>
                <c:pt idx="790">
                  <c:v>6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41</c:v>
                </c:pt>
                <c:pt idx="798">
                  <c:v>0</c:v>
                </c:pt>
                <c:pt idx="799">
                  <c:v>180</c:v>
                </c:pt>
                <c:pt idx="800">
                  <c:v>6</c:v>
                </c:pt>
                <c:pt idx="801">
                  <c:v>360</c:v>
                </c:pt>
                <c:pt idx="802">
                  <c:v>75</c:v>
                </c:pt>
                <c:pt idx="803">
                  <c:v>56</c:v>
                </c:pt>
                <c:pt idx="804">
                  <c:v>14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28</c:v>
                </c:pt>
                <c:pt idx="809">
                  <c:v>0</c:v>
                </c:pt>
                <c:pt idx="810">
                  <c:v>12</c:v>
                </c:pt>
                <c:pt idx="811">
                  <c:v>9</c:v>
                </c:pt>
                <c:pt idx="812">
                  <c:v>0</c:v>
                </c:pt>
                <c:pt idx="813">
                  <c:v>0</c:v>
                </c:pt>
                <c:pt idx="814">
                  <c:v>30</c:v>
                </c:pt>
                <c:pt idx="815">
                  <c:v>31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4</c:v>
                </c:pt>
                <c:pt idx="821">
                  <c:v>0</c:v>
                </c:pt>
                <c:pt idx="822">
                  <c:v>0</c:v>
                </c:pt>
                <c:pt idx="823">
                  <c:v>3</c:v>
                </c:pt>
                <c:pt idx="824">
                  <c:v>4</c:v>
                </c:pt>
                <c:pt idx="825">
                  <c:v>0</c:v>
                </c:pt>
                <c:pt idx="826">
                  <c:v>69</c:v>
                </c:pt>
                <c:pt idx="827">
                  <c:v>0</c:v>
                </c:pt>
                <c:pt idx="828">
                  <c:v>1</c:v>
                </c:pt>
                <c:pt idx="829">
                  <c:v>0</c:v>
                </c:pt>
                <c:pt idx="830">
                  <c:v>0</c:v>
                </c:pt>
                <c:pt idx="831">
                  <c:v>30</c:v>
                </c:pt>
                <c:pt idx="832">
                  <c:v>0</c:v>
                </c:pt>
                <c:pt idx="833">
                  <c:v>0</c:v>
                </c:pt>
                <c:pt idx="834">
                  <c:v>112</c:v>
                </c:pt>
                <c:pt idx="835">
                  <c:v>150</c:v>
                </c:pt>
                <c:pt idx="836">
                  <c:v>16</c:v>
                </c:pt>
                <c:pt idx="837">
                  <c:v>0</c:v>
                </c:pt>
                <c:pt idx="838">
                  <c:v>70</c:v>
                </c:pt>
                <c:pt idx="839">
                  <c:v>90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14</c:v>
                </c:pt>
                <c:pt idx="845">
                  <c:v>0</c:v>
                </c:pt>
                <c:pt idx="846">
                  <c:v>26</c:v>
                </c:pt>
                <c:pt idx="847">
                  <c:v>100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1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42</c:v>
                </c:pt>
                <c:pt idx="869">
                  <c:v>30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1</c:v>
                </c:pt>
                <c:pt idx="879">
                  <c:v>0</c:v>
                </c:pt>
                <c:pt idx="880">
                  <c:v>0</c:v>
                </c:pt>
                <c:pt idx="881">
                  <c:v>60</c:v>
                </c:pt>
                <c:pt idx="882">
                  <c:v>0</c:v>
                </c:pt>
                <c:pt idx="883">
                  <c:v>32</c:v>
                </c:pt>
                <c:pt idx="884">
                  <c:v>90</c:v>
                </c:pt>
                <c:pt idx="885">
                  <c:v>16</c:v>
                </c:pt>
                <c:pt idx="886">
                  <c:v>0</c:v>
                </c:pt>
                <c:pt idx="887">
                  <c:v>138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58</c:v>
                </c:pt>
                <c:pt idx="893">
                  <c:v>4</c:v>
                </c:pt>
                <c:pt idx="894">
                  <c:v>60</c:v>
                </c:pt>
                <c:pt idx="895">
                  <c:v>34</c:v>
                </c:pt>
                <c:pt idx="896">
                  <c:v>5</c:v>
                </c:pt>
                <c:pt idx="897">
                  <c:v>0</c:v>
                </c:pt>
                <c:pt idx="898">
                  <c:v>0</c:v>
                </c:pt>
                <c:pt idx="899">
                  <c:v>12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1</c:v>
                </c:pt>
                <c:pt idx="904">
                  <c:v>180</c:v>
                </c:pt>
                <c:pt idx="905">
                  <c:v>0</c:v>
                </c:pt>
                <c:pt idx="906">
                  <c:v>46</c:v>
                </c:pt>
                <c:pt idx="907">
                  <c:v>44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64</c:v>
                </c:pt>
                <c:pt idx="913">
                  <c:v>2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1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210</c:v>
                </c:pt>
                <c:pt idx="923">
                  <c:v>0</c:v>
                </c:pt>
                <c:pt idx="924">
                  <c:v>0</c:v>
                </c:pt>
                <c:pt idx="925">
                  <c:v>114</c:v>
                </c:pt>
                <c:pt idx="926">
                  <c:v>0</c:v>
                </c:pt>
                <c:pt idx="927">
                  <c:v>120</c:v>
                </c:pt>
                <c:pt idx="928">
                  <c:v>0</c:v>
                </c:pt>
                <c:pt idx="929">
                  <c:v>24</c:v>
                </c:pt>
                <c:pt idx="930">
                  <c:v>150</c:v>
                </c:pt>
                <c:pt idx="931">
                  <c:v>0</c:v>
                </c:pt>
                <c:pt idx="932">
                  <c:v>126</c:v>
                </c:pt>
                <c:pt idx="933">
                  <c:v>168</c:v>
                </c:pt>
                <c:pt idx="934">
                  <c:v>0</c:v>
                </c:pt>
                <c:pt idx="935">
                  <c:v>1</c:v>
                </c:pt>
                <c:pt idx="936">
                  <c:v>0</c:v>
                </c:pt>
                <c:pt idx="937">
                  <c:v>2</c:v>
                </c:pt>
                <c:pt idx="938">
                  <c:v>56</c:v>
                </c:pt>
                <c:pt idx="939">
                  <c:v>210</c:v>
                </c:pt>
                <c:pt idx="940">
                  <c:v>0</c:v>
                </c:pt>
                <c:pt idx="941">
                  <c:v>12</c:v>
                </c:pt>
                <c:pt idx="942">
                  <c:v>0</c:v>
                </c:pt>
                <c:pt idx="943">
                  <c:v>0</c:v>
                </c:pt>
                <c:pt idx="944">
                  <c:v>3</c:v>
                </c:pt>
                <c:pt idx="945">
                  <c:v>22</c:v>
                </c:pt>
                <c:pt idx="946">
                  <c:v>0</c:v>
                </c:pt>
                <c:pt idx="947">
                  <c:v>9</c:v>
                </c:pt>
                <c:pt idx="948">
                  <c:v>0</c:v>
                </c:pt>
                <c:pt idx="949">
                  <c:v>15</c:v>
                </c:pt>
                <c:pt idx="950">
                  <c:v>0</c:v>
                </c:pt>
                <c:pt idx="951">
                  <c:v>21</c:v>
                </c:pt>
                <c:pt idx="952">
                  <c:v>0</c:v>
                </c:pt>
                <c:pt idx="953">
                  <c:v>0</c:v>
                </c:pt>
                <c:pt idx="954">
                  <c:v>150</c:v>
                </c:pt>
                <c:pt idx="955">
                  <c:v>3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2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70</c:v>
                </c:pt>
                <c:pt idx="964">
                  <c:v>0</c:v>
                </c:pt>
                <c:pt idx="965">
                  <c:v>60</c:v>
                </c:pt>
                <c:pt idx="966">
                  <c:v>120</c:v>
                </c:pt>
                <c:pt idx="967">
                  <c:v>37</c:v>
                </c:pt>
                <c:pt idx="968">
                  <c:v>0</c:v>
                </c:pt>
                <c:pt idx="969">
                  <c:v>18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9</c:v>
                </c:pt>
                <c:pt idx="978">
                  <c:v>0</c:v>
                </c:pt>
                <c:pt idx="979">
                  <c:v>0</c:v>
                </c:pt>
                <c:pt idx="980">
                  <c:v>30</c:v>
                </c:pt>
                <c:pt idx="981">
                  <c:v>4</c:v>
                </c:pt>
                <c:pt idx="982">
                  <c:v>10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21</c:v>
                </c:pt>
                <c:pt idx="987">
                  <c:v>0</c:v>
                </c:pt>
                <c:pt idx="988">
                  <c:v>56</c:v>
                </c:pt>
                <c:pt idx="989">
                  <c:v>3</c:v>
                </c:pt>
                <c:pt idx="990">
                  <c:v>0</c:v>
                </c:pt>
                <c:pt idx="991">
                  <c:v>0</c:v>
                </c:pt>
                <c:pt idx="992">
                  <c:v>175</c:v>
                </c:pt>
                <c:pt idx="993">
                  <c:v>58</c:v>
                </c:pt>
                <c:pt idx="994">
                  <c:v>56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30</c:v>
                </c:pt>
                <c:pt idx="999">
                  <c:v>1</c:v>
                </c:pt>
                <c:pt idx="1000">
                  <c:v>0</c:v>
                </c:pt>
                <c:pt idx="1001">
                  <c:v>0</c:v>
                </c:pt>
                <c:pt idx="1002">
                  <c:v>33</c:v>
                </c:pt>
                <c:pt idx="1003">
                  <c:v>0</c:v>
                </c:pt>
                <c:pt idx="1004">
                  <c:v>120</c:v>
                </c:pt>
                <c:pt idx="1005">
                  <c:v>10</c:v>
                </c:pt>
                <c:pt idx="1006">
                  <c:v>123</c:v>
                </c:pt>
                <c:pt idx="1007">
                  <c:v>0</c:v>
                </c:pt>
                <c:pt idx="1008">
                  <c:v>0</c:v>
                </c:pt>
                <c:pt idx="1009">
                  <c:v>2</c:v>
                </c:pt>
                <c:pt idx="1010">
                  <c:v>24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20</c:v>
                </c:pt>
                <c:pt idx="1016">
                  <c:v>28</c:v>
                </c:pt>
                <c:pt idx="1017">
                  <c:v>0</c:v>
                </c:pt>
                <c:pt idx="1018">
                  <c:v>0</c:v>
                </c:pt>
                <c:pt idx="1019">
                  <c:v>84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125</c:v>
                </c:pt>
                <c:pt idx="1025">
                  <c:v>84</c:v>
                </c:pt>
                <c:pt idx="1026">
                  <c:v>42</c:v>
                </c:pt>
                <c:pt idx="1027">
                  <c:v>0</c:v>
                </c:pt>
                <c:pt idx="1028">
                  <c:v>15</c:v>
                </c:pt>
                <c:pt idx="1029">
                  <c:v>20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168</c:v>
                </c:pt>
                <c:pt idx="1034">
                  <c:v>8</c:v>
                </c:pt>
                <c:pt idx="1035">
                  <c:v>23</c:v>
                </c:pt>
                <c:pt idx="1036">
                  <c:v>9</c:v>
                </c:pt>
                <c:pt idx="1037">
                  <c:v>3</c:v>
                </c:pt>
                <c:pt idx="1038">
                  <c:v>0</c:v>
                </c:pt>
                <c:pt idx="1039">
                  <c:v>0</c:v>
                </c:pt>
                <c:pt idx="1040">
                  <c:v>42</c:v>
                </c:pt>
                <c:pt idx="1041">
                  <c:v>0</c:v>
                </c:pt>
                <c:pt idx="1042">
                  <c:v>3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12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168</c:v>
                </c:pt>
                <c:pt idx="1052">
                  <c:v>0</c:v>
                </c:pt>
                <c:pt idx="1053">
                  <c:v>0</c:v>
                </c:pt>
                <c:pt idx="1054">
                  <c:v>1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168</c:v>
                </c:pt>
                <c:pt idx="1061">
                  <c:v>0</c:v>
                </c:pt>
                <c:pt idx="1062">
                  <c:v>14</c:v>
                </c:pt>
                <c:pt idx="1063">
                  <c:v>0</c:v>
                </c:pt>
                <c:pt idx="1064">
                  <c:v>48</c:v>
                </c:pt>
                <c:pt idx="1065">
                  <c:v>48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1</c:v>
                </c:pt>
                <c:pt idx="1071">
                  <c:v>0</c:v>
                </c:pt>
                <c:pt idx="1072">
                  <c:v>0</c:v>
                </c:pt>
                <c:pt idx="1073">
                  <c:v>17</c:v>
                </c:pt>
                <c:pt idx="1074">
                  <c:v>0</c:v>
                </c:pt>
                <c:pt idx="1075">
                  <c:v>0</c:v>
                </c:pt>
                <c:pt idx="1076">
                  <c:v>210</c:v>
                </c:pt>
                <c:pt idx="1077">
                  <c:v>0</c:v>
                </c:pt>
                <c:pt idx="1078">
                  <c:v>0</c:v>
                </c:pt>
                <c:pt idx="1079">
                  <c:v>6</c:v>
                </c:pt>
                <c:pt idx="1080">
                  <c:v>8</c:v>
                </c:pt>
                <c:pt idx="1081">
                  <c:v>0</c:v>
                </c:pt>
                <c:pt idx="1082">
                  <c:v>57</c:v>
                </c:pt>
                <c:pt idx="1083">
                  <c:v>27</c:v>
                </c:pt>
                <c:pt idx="1084">
                  <c:v>0</c:v>
                </c:pt>
                <c:pt idx="1085">
                  <c:v>12</c:v>
                </c:pt>
                <c:pt idx="1086">
                  <c:v>0</c:v>
                </c:pt>
                <c:pt idx="1087">
                  <c:v>7</c:v>
                </c:pt>
                <c:pt idx="1088">
                  <c:v>15</c:v>
                </c:pt>
                <c:pt idx="1089">
                  <c:v>49</c:v>
                </c:pt>
                <c:pt idx="1090">
                  <c:v>49</c:v>
                </c:pt>
                <c:pt idx="1091">
                  <c:v>0</c:v>
                </c:pt>
                <c:pt idx="1092">
                  <c:v>17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56</c:v>
                </c:pt>
                <c:pt idx="1099">
                  <c:v>40</c:v>
                </c:pt>
                <c:pt idx="1100">
                  <c:v>0</c:v>
                </c:pt>
                <c:pt idx="1101">
                  <c:v>66</c:v>
                </c:pt>
                <c:pt idx="1102">
                  <c:v>35</c:v>
                </c:pt>
                <c:pt idx="1103">
                  <c:v>0</c:v>
                </c:pt>
                <c:pt idx="1104">
                  <c:v>40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21</c:v>
                </c:pt>
                <c:pt idx="1110">
                  <c:v>300</c:v>
                </c:pt>
                <c:pt idx="1111">
                  <c:v>120</c:v>
                </c:pt>
                <c:pt idx="1112">
                  <c:v>0</c:v>
                </c:pt>
                <c:pt idx="1113">
                  <c:v>27</c:v>
                </c:pt>
                <c:pt idx="1114">
                  <c:v>29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60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114</c:v>
                </c:pt>
                <c:pt idx="1123">
                  <c:v>15</c:v>
                </c:pt>
                <c:pt idx="1124">
                  <c:v>0</c:v>
                </c:pt>
                <c:pt idx="1125">
                  <c:v>105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125</c:v>
                </c:pt>
                <c:pt idx="1132">
                  <c:v>0</c:v>
                </c:pt>
                <c:pt idx="1133">
                  <c:v>0</c:v>
                </c:pt>
                <c:pt idx="1134">
                  <c:v>180</c:v>
                </c:pt>
                <c:pt idx="1135">
                  <c:v>0</c:v>
                </c:pt>
                <c:pt idx="1136">
                  <c:v>39</c:v>
                </c:pt>
                <c:pt idx="1137">
                  <c:v>0</c:v>
                </c:pt>
                <c:pt idx="1138">
                  <c:v>177</c:v>
                </c:pt>
                <c:pt idx="1139">
                  <c:v>4</c:v>
                </c:pt>
                <c:pt idx="1140">
                  <c:v>25</c:v>
                </c:pt>
                <c:pt idx="1141">
                  <c:v>30</c:v>
                </c:pt>
                <c:pt idx="1142">
                  <c:v>0</c:v>
                </c:pt>
                <c:pt idx="1143">
                  <c:v>21</c:v>
                </c:pt>
                <c:pt idx="1144">
                  <c:v>0</c:v>
                </c:pt>
                <c:pt idx="1145">
                  <c:v>3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42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100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150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13</c:v>
                </c:pt>
                <c:pt idx="1168">
                  <c:v>42</c:v>
                </c:pt>
                <c:pt idx="1169">
                  <c:v>14</c:v>
                </c:pt>
                <c:pt idx="1170">
                  <c:v>0</c:v>
                </c:pt>
                <c:pt idx="1171">
                  <c:v>0</c:v>
                </c:pt>
                <c:pt idx="1172">
                  <c:v>19</c:v>
                </c:pt>
                <c:pt idx="1173">
                  <c:v>126</c:v>
                </c:pt>
                <c:pt idx="1174">
                  <c:v>0</c:v>
                </c:pt>
                <c:pt idx="1175">
                  <c:v>63</c:v>
                </c:pt>
                <c:pt idx="1176">
                  <c:v>0</c:v>
                </c:pt>
                <c:pt idx="1177">
                  <c:v>150</c:v>
                </c:pt>
                <c:pt idx="1178">
                  <c:v>1</c:v>
                </c:pt>
                <c:pt idx="1179">
                  <c:v>0</c:v>
                </c:pt>
                <c:pt idx="1180">
                  <c:v>90</c:v>
                </c:pt>
                <c:pt idx="1181">
                  <c:v>0</c:v>
                </c:pt>
                <c:pt idx="1182">
                  <c:v>0</c:v>
                </c:pt>
                <c:pt idx="1183">
                  <c:v>2</c:v>
                </c:pt>
                <c:pt idx="1184">
                  <c:v>1</c:v>
                </c:pt>
                <c:pt idx="1185">
                  <c:v>0</c:v>
                </c:pt>
                <c:pt idx="1186">
                  <c:v>0</c:v>
                </c:pt>
                <c:pt idx="1187">
                  <c:v>2</c:v>
                </c:pt>
                <c:pt idx="1188">
                  <c:v>0</c:v>
                </c:pt>
                <c:pt idx="1189">
                  <c:v>4</c:v>
                </c:pt>
                <c:pt idx="1190">
                  <c:v>36</c:v>
                </c:pt>
                <c:pt idx="1191">
                  <c:v>0</c:v>
                </c:pt>
                <c:pt idx="1192">
                  <c:v>0</c:v>
                </c:pt>
                <c:pt idx="1193">
                  <c:v>54</c:v>
                </c:pt>
                <c:pt idx="1194">
                  <c:v>12</c:v>
                </c:pt>
                <c:pt idx="1195">
                  <c:v>0</c:v>
                </c:pt>
                <c:pt idx="1196">
                  <c:v>45</c:v>
                </c:pt>
                <c:pt idx="1197">
                  <c:v>200</c:v>
                </c:pt>
                <c:pt idx="1198">
                  <c:v>40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100</c:v>
                </c:pt>
                <c:pt idx="1204">
                  <c:v>1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7</c:v>
                </c:pt>
                <c:pt idx="1211">
                  <c:v>16</c:v>
                </c:pt>
                <c:pt idx="1212">
                  <c:v>5</c:v>
                </c:pt>
                <c:pt idx="1213">
                  <c:v>60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120</c:v>
                </c:pt>
                <c:pt idx="1218">
                  <c:v>0</c:v>
                </c:pt>
                <c:pt idx="1219">
                  <c:v>180</c:v>
                </c:pt>
                <c:pt idx="1220">
                  <c:v>0</c:v>
                </c:pt>
                <c:pt idx="1221">
                  <c:v>40</c:v>
                </c:pt>
                <c:pt idx="1222">
                  <c:v>0</c:v>
                </c:pt>
                <c:pt idx="1223">
                  <c:v>26</c:v>
                </c:pt>
                <c:pt idx="1224">
                  <c:v>43</c:v>
                </c:pt>
                <c:pt idx="1225">
                  <c:v>55</c:v>
                </c:pt>
                <c:pt idx="1226">
                  <c:v>104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34</c:v>
                </c:pt>
                <c:pt idx="1233">
                  <c:v>0</c:v>
                </c:pt>
                <c:pt idx="1234">
                  <c:v>8</c:v>
                </c:pt>
                <c:pt idx="1235">
                  <c:v>110</c:v>
                </c:pt>
                <c:pt idx="1236">
                  <c:v>175</c:v>
                </c:pt>
                <c:pt idx="1237">
                  <c:v>0</c:v>
                </c:pt>
                <c:pt idx="1238">
                  <c:v>0</c:v>
                </c:pt>
                <c:pt idx="1239">
                  <c:v>7</c:v>
                </c:pt>
                <c:pt idx="1240">
                  <c:v>0</c:v>
                </c:pt>
                <c:pt idx="1241">
                  <c:v>83</c:v>
                </c:pt>
                <c:pt idx="1242">
                  <c:v>0</c:v>
                </c:pt>
                <c:pt idx="1243">
                  <c:v>43</c:v>
                </c:pt>
                <c:pt idx="1244">
                  <c:v>0</c:v>
                </c:pt>
                <c:pt idx="1245">
                  <c:v>90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56</c:v>
                </c:pt>
                <c:pt idx="1256">
                  <c:v>0</c:v>
                </c:pt>
                <c:pt idx="1257">
                  <c:v>13</c:v>
                </c:pt>
                <c:pt idx="1258">
                  <c:v>9</c:v>
                </c:pt>
                <c:pt idx="1259">
                  <c:v>0</c:v>
                </c:pt>
                <c:pt idx="1260">
                  <c:v>3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1</c:v>
                </c:pt>
                <c:pt idx="1276">
                  <c:v>27</c:v>
                </c:pt>
                <c:pt idx="1277">
                  <c:v>47</c:v>
                </c:pt>
                <c:pt idx="1278">
                  <c:v>0</c:v>
                </c:pt>
                <c:pt idx="1279">
                  <c:v>85</c:v>
                </c:pt>
                <c:pt idx="1280">
                  <c:v>44</c:v>
                </c:pt>
                <c:pt idx="1281">
                  <c:v>3</c:v>
                </c:pt>
                <c:pt idx="1282">
                  <c:v>0</c:v>
                </c:pt>
                <c:pt idx="1283">
                  <c:v>168</c:v>
                </c:pt>
                <c:pt idx="1284">
                  <c:v>4</c:v>
                </c:pt>
                <c:pt idx="1285">
                  <c:v>0</c:v>
                </c:pt>
                <c:pt idx="1286">
                  <c:v>0</c:v>
                </c:pt>
                <c:pt idx="1287">
                  <c:v>210</c:v>
                </c:pt>
                <c:pt idx="1288">
                  <c:v>66</c:v>
                </c:pt>
                <c:pt idx="1289">
                  <c:v>0</c:v>
                </c:pt>
                <c:pt idx="1290">
                  <c:v>15</c:v>
                </c:pt>
                <c:pt idx="1291">
                  <c:v>0</c:v>
                </c:pt>
                <c:pt idx="1292">
                  <c:v>24</c:v>
                </c:pt>
                <c:pt idx="1293">
                  <c:v>5</c:v>
                </c:pt>
                <c:pt idx="1294">
                  <c:v>0</c:v>
                </c:pt>
                <c:pt idx="1295">
                  <c:v>2</c:v>
                </c:pt>
                <c:pt idx="1296">
                  <c:v>5</c:v>
                </c:pt>
                <c:pt idx="1297">
                  <c:v>4</c:v>
                </c:pt>
                <c:pt idx="1298">
                  <c:v>0</c:v>
                </c:pt>
                <c:pt idx="1299">
                  <c:v>11</c:v>
                </c:pt>
                <c:pt idx="1300">
                  <c:v>0</c:v>
                </c:pt>
                <c:pt idx="1301">
                  <c:v>0</c:v>
                </c:pt>
                <c:pt idx="1302">
                  <c:v>3</c:v>
                </c:pt>
                <c:pt idx="1303">
                  <c:v>0</c:v>
                </c:pt>
                <c:pt idx="1304">
                  <c:v>3</c:v>
                </c:pt>
                <c:pt idx="1305">
                  <c:v>0</c:v>
                </c:pt>
                <c:pt idx="1306">
                  <c:v>0</c:v>
                </c:pt>
                <c:pt idx="1307">
                  <c:v>30</c:v>
                </c:pt>
                <c:pt idx="1308">
                  <c:v>0</c:v>
                </c:pt>
                <c:pt idx="1309">
                  <c:v>60</c:v>
                </c:pt>
                <c:pt idx="1310">
                  <c:v>4</c:v>
                </c:pt>
                <c:pt idx="1311">
                  <c:v>0</c:v>
                </c:pt>
                <c:pt idx="1312">
                  <c:v>0</c:v>
                </c:pt>
                <c:pt idx="1313">
                  <c:v>10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4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1</c:v>
                </c:pt>
                <c:pt idx="1327">
                  <c:v>0</c:v>
                </c:pt>
                <c:pt idx="1328">
                  <c:v>0</c:v>
                </c:pt>
                <c:pt idx="1329">
                  <c:v>22</c:v>
                </c:pt>
                <c:pt idx="1330">
                  <c:v>0</c:v>
                </c:pt>
                <c:pt idx="1331">
                  <c:v>0</c:v>
                </c:pt>
                <c:pt idx="1332">
                  <c:v>2</c:v>
                </c:pt>
                <c:pt idx="1333">
                  <c:v>0</c:v>
                </c:pt>
                <c:pt idx="1334">
                  <c:v>20</c:v>
                </c:pt>
                <c:pt idx="1335">
                  <c:v>0</c:v>
                </c:pt>
                <c:pt idx="1336">
                  <c:v>0</c:v>
                </c:pt>
                <c:pt idx="1337">
                  <c:v>112</c:v>
                </c:pt>
                <c:pt idx="1338">
                  <c:v>110</c:v>
                </c:pt>
                <c:pt idx="1339">
                  <c:v>308</c:v>
                </c:pt>
                <c:pt idx="1340">
                  <c:v>10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12</c:v>
                </c:pt>
                <c:pt idx="1348">
                  <c:v>0</c:v>
                </c:pt>
                <c:pt idx="1349">
                  <c:v>14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7</c:v>
                </c:pt>
                <c:pt idx="1354">
                  <c:v>0</c:v>
                </c:pt>
                <c:pt idx="1355">
                  <c:v>2</c:v>
                </c:pt>
                <c:pt idx="1356">
                  <c:v>57</c:v>
                </c:pt>
                <c:pt idx="1357">
                  <c:v>0</c:v>
                </c:pt>
                <c:pt idx="1358">
                  <c:v>21</c:v>
                </c:pt>
                <c:pt idx="1359">
                  <c:v>0</c:v>
                </c:pt>
                <c:pt idx="1360">
                  <c:v>6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28</c:v>
                </c:pt>
                <c:pt idx="1373">
                  <c:v>10</c:v>
                </c:pt>
                <c:pt idx="1374">
                  <c:v>0</c:v>
                </c:pt>
                <c:pt idx="1375">
                  <c:v>64</c:v>
                </c:pt>
                <c:pt idx="1376">
                  <c:v>0</c:v>
                </c:pt>
                <c:pt idx="1377">
                  <c:v>130</c:v>
                </c:pt>
                <c:pt idx="1378">
                  <c:v>70</c:v>
                </c:pt>
                <c:pt idx="1379">
                  <c:v>0</c:v>
                </c:pt>
                <c:pt idx="1380">
                  <c:v>0</c:v>
                </c:pt>
                <c:pt idx="1381">
                  <c:v>21</c:v>
                </c:pt>
                <c:pt idx="1382">
                  <c:v>46</c:v>
                </c:pt>
                <c:pt idx="1383">
                  <c:v>0</c:v>
                </c:pt>
                <c:pt idx="1384">
                  <c:v>1</c:v>
                </c:pt>
                <c:pt idx="1385">
                  <c:v>60</c:v>
                </c:pt>
                <c:pt idx="1386">
                  <c:v>112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45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14</c:v>
                </c:pt>
                <c:pt idx="1398">
                  <c:v>0</c:v>
                </c:pt>
                <c:pt idx="1399">
                  <c:v>12</c:v>
                </c:pt>
                <c:pt idx="1400">
                  <c:v>210</c:v>
                </c:pt>
                <c:pt idx="1401">
                  <c:v>0</c:v>
                </c:pt>
                <c:pt idx="1402">
                  <c:v>49</c:v>
                </c:pt>
                <c:pt idx="1403">
                  <c:v>98</c:v>
                </c:pt>
                <c:pt idx="1404">
                  <c:v>84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24</c:v>
                </c:pt>
                <c:pt idx="1409">
                  <c:v>14</c:v>
                </c:pt>
                <c:pt idx="1410">
                  <c:v>5</c:v>
                </c:pt>
                <c:pt idx="1411">
                  <c:v>180</c:v>
                </c:pt>
                <c:pt idx="1412">
                  <c:v>2</c:v>
                </c:pt>
                <c:pt idx="1413">
                  <c:v>0</c:v>
                </c:pt>
                <c:pt idx="1414">
                  <c:v>0</c:v>
                </c:pt>
                <c:pt idx="1415">
                  <c:v>96</c:v>
                </c:pt>
                <c:pt idx="1416">
                  <c:v>0</c:v>
                </c:pt>
                <c:pt idx="1417">
                  <c:v>0</c:v>
                </c:pt>
                <c:pt idx="1418">
                  <c:v>6</c:v>
                </c:pt>
                <c:pt idx="1419">
                  <c:v>0</c:v>
                </c:pt>
                <c:pt idx="1420">
                  <c:v>240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6</c:v>
                </c:pt>
                <c:pt idx="1426">
                  <c:v>15</c:v>
                </c:pt>
                <c:pt idx="1427">
                  <c:v>0</c:v>
                </c:pt>
                <c:pt idx="1428">
                  <c:v>0</c:v>
                </c:pt>
                <c:pt idx="1429">
                  <c:v>5</c:v>
                </c:pt>
                <c:pt idx="1430">
                  <c:v>7</c:v>
                </c:pt>
                <c:pt idx="1431">
                  <c:v>2</c:v>
                </c:pt>
                <c:pt idx="1432">
                  <c:v>0</c:v>
                </c:pt>
                <c:pt idx="1433">
                  <c:v>2</c:v>
                </c:pt>
                <c:pt idx="1434">
                  <c:v>1</c:v>
                </c:pt>
                <c:pt idx="1435">
                  <c:v>0</c:v>
                </c:pt>
                <c:pt idx="1436">
                  <c:v>0</c:v>
                </c:pt>
                <c:pt idx="1437">
                  <c:v>6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3</c:v>
                </c:pt>
                <c:pt idx="1442">
                  <c:v>0</c:v>
                </c:pt>
                <c:pt idx="1443">
                  <c:v>0</c:v>
                </c:pt>
                <c:pt idx="1444">
                  <c:v>8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12</c:v>
                </c:pt>
                <c:pt idx="1454">
                  <c:v>30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156</c:v>
                </c:pt>
                <c:pt idx="1460">
                  <c:v>1</c:v>
                </c:pt>
                <c:pt idx="1461">
                  <c:v>0</c:v>
                </c:pt>
                <c:pt idx="1462">
                  <c:v>0</c:v>
                </c:pt>
                <c:pt idx="1463">
                  <c:v>1</c:v>
                </c:pt>
                <c:pt idx="1464">
                  <c:v>30</c:v>
                </c:pt>
                <c:pt idx="1465">
                  <c:v>18</c:v>
                </c:pt>
                <c:pt idx="1466">
                  <c:v>0</c:v>
                </c:pt>
                <c:pt idx="1467">
                  <c:v>0</c:v>
                </c:pt>
                <c:pt idx="1468">
                  <c:v>196</c:v>
                </c:pt>
                <c:pt idx="1469">
                  <c:v>36</c:v>
                </c:pt>
                <c:pt idx="1470">
                  <c:v>7</c:v>
                </c:pt>
                <c:pt idx="1471">
                  <c:v>7</c:v>
                </c:pt>
                <c:pt idx="1472">
                  <c:v>21</c:v>
                </c:pt>
                <c:pt idx="1473">
                  <c:v>0</c:v>
                </c:pt>
                <c:pt idx="1474">
                  <c:v>19</c:v>
                </c:pt>
                <c:pt idx="1475">
                  <c:v>35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26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90</c:v>
                </c:pt>
                <c:pt idx="1488">
                  <c:v>810</c:v>
                </c:pt>
                <c:pt idx="1489">
                  <c:v>0</c:v>
                </c:pt>
                <c:pt idx="1490">
                  <c:v>180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40</c:v>
                </c:pt>
                <c:pt idx="1495">
                  <c:v>13</c:v>
                </c:pt>
                <c:pt idx="1496">
                  <c:v>0</c:v>
                </c:pt>
                <c:pt idx="1497">
                  <c:v>0</c:v>
                </c:pt>
                <c:pt idx="1498">
                  <c:v>15</c:v>
                </c:pt>
                <c:pt idx="1499">
                  <c:v>0</c:v>
                </c:pt>
                <c:pt idx="1500">
                  <c:v>150</c:v>
                </c:pt>
                <c:pt idx="1501">
                  <c:v>0</c:v>
                </c:pt>
                <c:pt idx="1502">
                  <c:v>0</c:v>
                </c:pt>
                <c:pt idx="1503">
                  <c:v>10</c:v>
                </c:pt>
                <c:pt idx="1504">
                  <c:v>0</c:v>
                </c:pt>
                <c:pt idx="1505">
                  <c:v>90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6</c:v>
                </c:pt>
                <c:pt idx="1511">
                  <c:v>0</c:v>
                </c:pt>
                <c:pt idx="1512">
                  <c:v>80</c:v>
                </c:pt>
                <c:pt idx="1513">
                  <c:v>0</c:v>
                </c:pt>
                <c:pt idx="1514">
                  <c:v>10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42</c:v>
                </c:pt>
                <c:pt idx="1520">
                  <c:v>0</c:v>
                </c:pt>
                <c:pt idx="1521">
                  <c:v>1</c:v>
                </c:pt>
                <c:pt idx="1522">
                  <c:v>0</c:v>
                </c:pt>
                <c:pt idx="1523">
                  <c:v>0</c:v>
                </c:pt>
                <c:pt idx="1524">
                  <c:v>1</c:v>
                </c:pt>
                <c:pt idx="1525">
                  <c:v>0</c:v>
                </c:pt>
                <c:pt idx="1526">
                  <c:v>0</c:v>
                </c:pt>
                <c:pt idx="1527">
                  <c:v>84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14</c:v>
                </c:pt>
                <c:pt idx="1533">
                  <c:v>102</c:v>
                </c:pt>
                <c:pt idx="1534">
                  <c:v>0</c:v>
                </c:pt>
                <c:pt idx="1535">
                  <c:v>0</c:v>
                </c:pt>
                <c:pt idx="1536">
                  <c:v>11</c:v>
                </c:pt>
                <c:pt idx="1537">
                  <c:v>0</c:v>
                </c:pt>
                <c:pt idx="1538">
                  <c:v>2</c:v>
                </c:pt>
                <c:pt idx="1539">
                  <c:v>240</c:v>
                </c:pt>
                <c:pt idx="1540">
                  <c:v>34</c:v>
                </c:pt>
                <c:pt idx="1541">
                  <c:v>0</c:v>
                </c:pt>
                <c:pt idx="1542">
                  <c:v>8</c:v>
                </c:pt>
                <c:pt idx="1543">
                  <c:v>0</c:v>
                </c:pt>
                <c:pt idx="1544">
                  <c:v>0</c:v>
                </c:pt>
                <c:pt idx="1545">
                  <c:v>0</c:v>
                </c:pt>
                <c:pt idx="1546">
                  <c:v>22</c:v>
                </c:pt>
                <c:pt idx="1547">
                  <c:v>0</c:v>
                </c:pt>
                <c:pt idx="1548">
                  <c:v>0</c:v>
                </c:pt>
                <c:pt idx="1549">
                  <c:v>1</c:v>
                </c:pt>
                <c:pt idx="1550">
                  <c:v>0</c:v>
                </c:pt>
                <c:pt idx="1551">
                  <c:v>60</c:v>
                </c:pt>
                <c:pt idx="1552">
                  <c:v>70</c:v>
                </c:pt>
                <c:pt idx="1553">
                  <c:v>45</c:v>
                </c:pt>
                <c:pt idx="1554">
                  <c:v>0</c:v>
                </c:pt>
                <c:pt idx="1555">
                  <c:v>63</c:v>
                </c:pt>
                <c:pt idx="1556">
                  <c:v>0</c:v>
                </c:pt>
                <c:pt idx="1557">
                  <c:v>15</c:v>
                </c:pt>
                <c:pt idx="1558">
                  <c:v>0</c:v>
                </c:pt>
                <c:pt idx="1559">
                  <c:v>5</c:v>
                </c:pt>
                <c:pt idx="1560">
                  <c:v>0</c:v>
                </c:pt>
                <c:pt idx="1561">
                  <c:v>0</c:v>
                </c:pt>
                <c:pt idx="1562">
                  <c:v>11</c:v>
                </c:pt>
                <c:pt idx="1563">
                  <c:v>0</c:v>
                </c:pt>
                <c:pt idx="1564">
                  <c:v>145</c:v>
                </c:pt>
                <c:pt idx="1565">
                  <c:v>90</c:v>
                </c:pt>
                <c:pt idx="1566">
                  <c:v>102</c:v>
                </c:pt>
                <c:pt idx="1567">
                  <c:v>35</c:v>
                </c:pt>
                <c:pt idx="1568">
                  <c:v>15</c:v>
                </c:pt>
                <c:pt idx="1569">
                  <c:v>51</c:v>
                </c:pt>
                <c:pt idx="1570">
                  <c:v>0</c:v>
                </c:pt>
                <c:pt idx="1571">
                  <c:v>0</c:v>
                </c:pt>
                <c:pt idx="1572">
                  <c:v>0</c:v>
                </c:pt>
                <c:pt idx="1573">
                  <c:v>0</c:v>
                </c:pt>
                <c:pt idx="1574">
                  <c:v>0</c:v>
                </c:pt>
                <c:pt idx="1575">
                  <c:v>0</c:v>
                </c:pt>
                <c:pt idx="1576">
                  <c:v>0</c:v>
                </c:pt>
                <c:pt idx="1577">
                  <c:v>0</c:v>
                </c:pt>
                <c:pt idx="1578">
                  <c:v>0</c:v>
                </c:pt>
                <c:pt idx="1579">
                  <c:v>30</c:v>
                </c:pt>
                <c:pt idx="1580">
                  <c:v>0</c:v>
                </c:pt>
                <c:pt idx="1581">
                  <c:v>0</c:v>
                </c:pt>
                <c:pt idx="1582">
                  <c:v>0</c:v>
                </c:pt>
                <c:pt idx="1583">
                  <c:v>0</c:v>
                </c:pt>
                <c:pt idx="1584">
                  <c:v>0</c:v>
                </c:pt>
                <c:pt idx="1585">
                  <c:v>12</c:v>
                </c:pt>
                <c:pt idx="1586">
                  <c:v>0</c:v>
                </c:pt>
                <c:pt idx="1587">
                  <c:v>0</c:v>
                </c:pt>
                <c:pt idx="1588">
                  <c:v>10</c:v>
                </c:pt>
                <c:pt idx="1589">
                  <c:v>21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0</c:v>
                </c:pt>
                <c:pt idx="1594">
                  <c:v>0</c:v>
                </c:pt>
                <c:pt idx="1595">
                  <c:v>0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0</c:v>
                </c:pt>
                <c:pt idx="1600">
                  <c:v>2</c:v>
                </c:pt>
                <c:pt idx="1601">
                  <c:v>24</c:v>
                </c:pt>
                <c:pt idx="1602">
                  <c:v>0</c:v>
                </c:pt>
                <c:pt idx="1603">
                  <c:v>15</c:v>
                </c:pt>
                <c:pt idx="1604">
                  <c:v>0</c:v>
                </c:pt>
                <c:pt idx="1605">
                  <c:v>140</c:v>
                </c:pt>
                <c:pt idx="1606">
                  <c:v>0</c:v>
                </c:pt>
                <c:pt idx="1607">
                  <c:v>0</c:v>
                </c:pt>
                <c:pt idx="1608">
                  <c:v>20</c:v>
                </c:pt>
                <c:pt idx="1609">
                  <c:v>30</c:v>
                </c:pt>
                <c:pt idx="1610">
                  <c:v>1</c:v>
                </c:pt>
                <c:pt idx="1611">
                  <c:v>0</c:v>
                </c:pt>
                <c:pt idx="1612">
                  <c:v>16</c:v>
                </c:pt>
                <c:pt idx="1613">
                  <c:v>30</c:v>
                </c:pt>
                <c:pt idx="1614">
                  <c:v>174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0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0</c:v>
                </c:pt>
                <c:pt idx="1623">
                  <c:v>0</c:v>
                </c:pt>
                <c:pt idx="1624">
                  <c:v>100</c:v>
                </c:pt>
                <c:pt idx="1625">
                  <c:v>140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105</c:v>
                </c:pt>
                <c:pt idx="1631">
                  <c:v>6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90</c:v>
                </c:pt>
                <c:pt idx="1640">
                  <c:v>8</c:v>
                </c:pt>
                <c:pt idx="1641">
                  <c:v>0</c:v>
                </c:pt>
                <c:pt idx="1642">
                  <c:v>50</c:v>
                </c:pt>
                <c:pt idx="1643">
                  <c:v>5</c:v>
                </c:pt>
                <c:pt idx="1644">
                  <c:v>84</c:v>
                </c:pt>
                <c:pt idx="1645">
                  <c:v>6</c:v>
                </c:pt>
                <c:pt idx="1646">
                  <c:v>0</c:v>
                </c:pt>
                <c:pt idx="1647">
                  <c:v>23</c:v>
                </c:pt>
                <c:pt idx="1648">
                  <c:v>14</c:v>
                </c:pt>
                <c:pt idx="1649">
                  <c:v>14</c:v>
                </c:pt>
                <c:pt idx="1650">
                  <c:v>0</c:v>
                </c:pt>
                <c:pt idx="1651">
                  <c:v>0</c:v>
                </c:pt>
                <c:pt idx="1652">
                  <c:v>1</c:v>
                </c:pt>
                <c:pt idx="1653">
                  <c:v>0</c:v>
                </c:pt>
                <c:pt idx="1654">
                  <c:v>0</c:v>
                </c:pt>
                <c:pt idx="1655">
                  <c:v>0</c:v>
                </c:pt>
                <c:pt idx="1656">
                  <c:v>2</c:v>
                </c:pt>
                <c:pt idx="1657">
                  <c:v>0</c:v>
                </c:pt>
                <c:pt idx="1658">
                  <c:v>0</c:v>
                </c:pt>
                <c:pt idx="1659">
                  <c:v>1</c:v>
                </c:pt>
                <c:pt idx="1660">
                  <c:v>3</c:v>
                </c:pt>
                <c:pt idx="1661">
                  <c:v>3</c:v>
                </c:pt>
                <c:pt idx="1662">
                  <c:v>48</c:v>
                </c:pt>
                <c:pt idx="1663">
                  <c:v>40</c:v>
                </c:pt>
                <c:pt idx="1664">
                  <c:v>39</c:v>
                </c:pt>
                <c:pt idx="1665">
                  <c:v>60</c:v>
                </c:pt>
                <c:pt idx="1666">
                  <c:v>0</c:v>
                </c:pt>
                <c:pt idx="1667">
                  <c:v>0</c:v>
                </c:pt>
                <c:pt idx="1668">
                  <c:v>26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0</c:v>
                </c:pt>
                <c:pt idx="1674">
                  <c:v>0</c:v>
                </c:pt>
                <c:pt idx="1675">
                  <c:v>0</c:v>
                </c:pt>
                <c:pt idx="1676">
                  <c:v>0</c:v>
                </c:pt>
                <c:pt idx="1677">
                  <c:v>8</c:v>
                </c:pt>
                <c:pt idx="1678">
                  <c:v>133</c:v>
                </c:pt>
                <c:pt idx="1679">
                  <c:v>24</c:v>
                </c:pt>
                <c:pt idx="1680">
                  <c:v>0</c:v>
                </c:pt>
                <c:pt idx="1681">
                  <c:v>0</c:v>
                </c:pt>
                <c:pt idx="1682">
                  <c:v>0</c:v>
                </c:pt>
                <c:pt idx="1683">
                  <c:v>0</c:v>
                </c:pt>
                <c:pt idx="1684">
                  <c:v>0</c:v>
                </c:pt>
                <c:pt idx="1685">
                  <c:v>0</c:v>
                </c:pt>
                <c:pt idx="1686">
                  <c:v>180</c:v>
                </c:pt>
                <c:pt idx="1687">
                  <c:v>1</c:v>
                </c:pt>
                <c:pt idx="1688">
                  <c:v>7</c:v>
                </c:pt>
                <c:pt idx="1689">
                  <c:v>0</c:v>
                </c:pt>
                <c:pt idx="1690">
                  <c:v>0</c:v>
                </c:pt>
                <c:pt idx="1691">
                  <c:v>0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15</c:v>
                </c:pt>
                <c:pt idx="1696">
                  <c:v>2</c:v>
                </c:pt>
                <c:pt idx="1697">
                  <c:v>0</c:v>
                </c:pt>
                <c:pt idx="1698">
                  <c:v>0</c:v>
                </c:pt>
                <c:pt idx="1699">
                  <c:v>0</c:v>
                </c:pt>
                <c:pt idx="1700">
                  <c:v>0</c:v>
                </c:pt>
                <c:pt idx="1701">
                  <c:v>0</c:v>
                </c:pt>
                <c:pt idx="1702">
                  <c:v>0</c:v>
                </c:pt>
                <c:pt idx="1703">
                  <c:v>154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</c:v>
                </c:pt>
                <c:pt idx="1709">
                  <c:v>0</c:v>
                </c:pt>
                <c:pt idx="1710">
                  <c:v>1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</c:v>
                </c:pt>
                <c:pt idx="1715">
                  <c:v>0</c:v>
                </c:pt>
                <c:pt idx="1716">
                  <c:v>180</c:v>
                </c:pt>
                <c:pt idx="1717">
                  <c:v>0</c:v>
                </c:pt>
                <c:pt idx="1718">
                  <c:v>330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175</c:v>
                </c:pt>
                <c:pt idx="1734">
                  <c:v>240</c:v>
                </c:pt>
                <c:pt idx="1735">
                  <c:v>0</c:v>
                </c:pt>
                <c:pt idx="1736">
                  <c:v>200</c:v>
                </c:pt>
                <c:pt idx="1737">
                  <c:v>0</c:v>
                </c:pt>
                <c:pt idx="1738">
                  <c:v>0</c:v>
                </c:pt>
                <c:pt idx="1739">
                  <c:v>2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69</c:v>
                </c:pt>
                <c:pt idx="1747">
                  <c:v>0</c:v>
                </c:pt>
                <c:pt idx="1748">
                  <c:v>0</c:v>
                </c:pt>
                <c:pt idx="1749">
                  <c:v>28</c:v>
                </c:pt>
                <c:pt idx="1750">
                  <c:v>0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72</c:v>
                </c:pt>
                <c:pt idx="1755">
                  <c:v>21</c:v>
                </c:pt>
                <c:pt idx="1756">
                  <c:v>0</c:v>
                </c:pt>
                <c:pt idx="1757">
                  <c:v>18</c:v>
                </c:pt>
                <c:pt idx="1758">
                  <c:v>10</c:v>
                </c:pt>
                <c:pt idx="1759">
                  <c:v>19</c:v>
                </c:pt>
                <c:pt idx="1760">
                  <c:v>0</c:v>
                </c:pt>
                <c:pt idx="1761">
                  <c:v>0</c:v>
                </c:pt>
                <c:pt idx="1762">
                  <c:v>0</c:v>
                </c:pt>
                <c:pt idx="1763">
                  <c:v>0</c:v>
                </c:pt>
                <c:pt idx="1764">
                  <c:v>8</c:v>
                </c:pt>
                <c:pt idx="1765">
                  <c:v>0</c:v>
                </c:pt>
                <c:pt idx="1766">
                  <c:v>0</c:v>
                </c:pt>
                <c:pt idx="1767">
                  <c:v>4</c:v>
                </c:pt>
                <c:pt idx="1768">
                  <c:v>180</c:v>
                </c:pt>
                <c:pt idx="1769">
                  <c:v>0</c:v>
                </c:pt>
                <c:pt idx="1770">
                  <c:v>0</c:v>
                </c:pt>
                <c:pt idx="1771">
                  <c:v>0</c:v>
                </c:pt>
                <c:pt idx="1772">
                  <c:v>0</c:v>
                </c:pt>
                <c:pt idx="1773">
                  <c:v>0</c:v>
                </c:pt>
                <c:pt idx="1774">
                  <c:v>0</c:v>
                </c:pt>
                <c:pt idx="1775">
                  <c:v>0</c:v>
                </c:pt>
                <c:pt idx="1776">
                  <c:v>0</c:v>
                </c:pt>
                <c:pt idx="1777">
                  <c:v>0</c:v>
                </c:pt>
                <c:pt idx="1778">
                  <c:v>2</c:v>
                </c:pt>
                <c:pt idx="1779">
                  <c:v>14</c:v>
                </c:pt>
                <c:pt idx="1780">
                  <c:v>0</c:v>
                </c:pt>
                <c:pt idx="1781">
                  <c:v>0</c:v>
                </c:pt>
                <c:pt idx="1782">
                  <c:v>23</c:v>
                </c:pt>
                <c:pt idx="1783">
                  <c:v>0</c:v>
                </c:pt>
                <c:pt idx="1784">
                  <c:v>0</c:v>
                </c:pt>
                <c:pt idx="1785">
                  <c:v>6</c:v>
                </c:pt>
                <c:pt idx="1786">
                  <c:v>21</c:v>
                </c:pt>
                <c:pt idx="1787">
                  <c:v>0</c:v>
                </c:pt>
                <c:pt idx="1788">
                  <c:v>110</c:v>
                </c:pt>
                <c:pt idx="1789">
                  <c:v>140</c:v>
                </c:pt>
                <c:pt idx="1790">
                  <c:v>0</c:v>
                </c:pt>
                <c:pt idx="1791">
                  <c:v>0</c:v>
                </c:pt>
                <c:pt idx="1792">
                  <c:v>0</c:v>
                </c:pt>
                <c:pt idx="1793">
                  <c:v>0</c:v>
                </c:pt>
                <c:pt idx="1794">
                  <c:v>7</c:v>
                </c:pt>
                <c:pt idx="1795">
                  <c:v>49</c:v>
                </c:pt>
                <c:pt idx="1796">
                  <c:v>10</c:v>
                </c:pt>
                <c:pt idx="1797">
                  <c:v>10</c:v>
                </c:pt>
                <c:pt idx="1798">
                  <c:v>0</c:v>
                </c:pt>
                <c:pt idx="1799">
                  <c:v>0</c:v>
                </c:pt>
                <c:pt idx="1800">
                  <c:v>0</c:v>
                </c:pt>
                <c:pt idx="1801">
                  <c:v>0</c:v>
                </c:pt>
                <c:pt idx="1802">
                  <c:v>0</c:v>
                </c:pt>
                <c:pt idx="1803">
                  <c:v>30</c:v>
                </c:pt>
                <c:pt idx="1804">
                  <c:v>180</c:v>
                </c:pt>
                <c:pt idx="1805">
                  <c:v>0</c:v>
                </c:pt>
                <c:pt idx="1806">
                  <c:v>0</c:v>
                </c:pt>
                <c:pt idx="1807">
                  <c:v>0</c:v>
                </c:pt>
                <c:pt idx="1808">
                  <c:v>84</c:v>
                </c:pt>
                <c:pt idx="1809">
                  <c:v>0</c:v>
                </c:pt>
                <c:pt idx="1810">
                  <c:v>0</c:v>
                </c:pt>
                <c:pt idx="1811">
                  <c:v>10</c:v>
                </c:pt>
                <c:pt idx="1812">
                  <c:v>0</c:v>
                </c:pt>
                <c:pt idx="1813">
                  <c:v>4</c:v>
                </c:pt>
                <c:pt idx="1814">
                  <c:v>123</c:v>
                </c:pt>
                <c:pt idx="1815">
                  <c:v>0</c:v>
                </c:pt>
                <c:pt idx="1816">
                  <c:v>0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0</c:v>
                </c:pt>
                <c:pt idx="1823">
                  <c:v>0</c:v>
                </c:pt>
                <c:pt idx="1824">
                  <c:v>0</c:v>
                </c:pt>
                <c:pt idx="1825">
                  <c:v>1</c:v>
                </c:pt>
                <c:pt idx="1826">
                  <c:v>5</c:v>
                </c:pt>
                <c:pt idx="1827">
                  <c:v>0</c:v>
                </c:pt>
                <c:pt idx="1828">
                  <c:v>2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50</c:v>
                </c:pt>
                <c:pt idx="1833">
                  <c:v>0</c:v>
                </c:pt>
                <c:pt idx="1834">
                  <c:v>0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38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17</c:v>
                </c:pt>
                <c:pt idx="1846">
                  <c:v>24</c:v>
                </c:pt>
                <c:pt idx="1847">
                  <c:v>2</c:v>
                </c:pt>
                <c:pt idx="1848">
                  <c:v>0</c:v>
                </c:pt>
                <c:pt idx="1849">
                  <c:v>42</c:v>
                </c:pt>
                <c:pt idx="1850">
                  <c:v>0</c:v>
                </c:pt>
                <c:pt idx="1851">
                  <c:v>12</c:v>
                </c:pt>
                <c:pt idx="1852">
                  <c:v>0</c:v>
                </c:pt>
                <c:pt idx="1853">
                  <c:v>0</c:v>
                </c:pt>
                <c:pt idx="1854">
                  <c:v>9</c:v>
                </c:pt>
                <c:pt idx="1855">
                  <c:v>30</c:v>
                </c:pt>
                <c:pt idx="1856">
                  <c:v>0</c:v>
                </c:pt>
                <c:pt idx="1857">
                  <c:v>60</c:v>
                </c:pt>
                <c:pt idx="1858">
                  <c:v>2</c:v>
                </c:pt>
                <c:pt idx="1859">
                  <c:v>0</c:v>
                </c:pt>
                <c:pt idx="1860">
                  <c:v>0</c:v>
                </c:pt>
                <c:pt idx="1861">
                  <c:v>68</c:v>
                </c:pt>
                <c:pt idx="1862">
                  <c:v>28</c:v>
                </c:pt>
                <c:pt idx="1863">
                  <c:v>6</c:v>
                </c:pt>
                <c:pt idx="1864">
                  <c:v>1</c:v>
                </c:pt>
                <c:pt idx="1865">
                  <c:v>0</c:v>
                </c:pt>
                <c:pt idx="1866">
                  <c:v>0</c:v>
                </c:pt>
                <c:pt idx="1867">
                  <c:v>0</c:v>
                </c:pt>
                <c:pt idx="1868">
                  <c:v>0</c:v>
                </c:pt>
                <c:pt idx="1869">
                  <c:v>0</c:v>
                </c:pt>
                <c:pt idx="1870">
                  <c:v>0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0</c:v>
                </c:pt>
                <c:pt idx="1875">
                  <c:v>8</c:v>
                </c:pt>
                <c:pt idx="1876">
                  <c:v>0</c:v>
                </c:pt>
                <c:pt idx="1877">
                  <c:v>30</c:v>
                </c:pt>
                <c:pt idx="1878">
                  <c:v>59</c:v>
                </c:pt>
                <c:pt idx="1879">
                  <c:v>0</c:v>
                </c:pt>
                <c:pt idx="1880">
                  <c:v>50</c:v>
                </c:pt>
                <c:pt idx="1881">
                  <c:v>0</c:v>
                </c:pt>
                <c:pt idx="1882">
                  <c:v>0</c:v>
                </c:pt>
                <c:pt idx="1883">
                  <c:v>0</c:v>
                </c:pt>
                <c:pt idx="1884">
                  <c:v>180</c:v>
                </c:pt>
                <c:pt idx="1885">
                  <c:v>35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2</c:v>
                </c:pt>
                <c:pt idx="1890">
                  <c:v>18</c:v>
                </c:pt>
                <c:pt idx="1891">
                  <c:v>14</c:v>
                </c:pt>
                <c:pt idx="1892">
                  <c:v>0</c:v>
                </c:pt>
                <c:pt idx="1893">
                  <c:v>3</c:v>
                </c:pt>
                <c:pt idx="1894">
                  <c:v>84</c:v>
                </c:pt>
                <c:pt idx="1895">
                  <c:v>0</c:v>
                </c:pt>
                <c:pt idx="1896">
                  <c:v>0</c:v>
                </c:pt>
                <c:pt idx="1897">
                  <c:v>200</c:v>
                </c:pt>
                <c:pt idx="1898">
                  <c:v>39</c:v>
                </c:pt>
                <c:pt idx="1899">
                  <c:v>2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112</c:v>
                </c:pt>
                <c:pt idx="1904">
                  <c:v>1</c:v>
                </c:pt>
                <c:pt idx="1905">
                  <c:v>21</c:v>
                </c:pt>
                <c:pt idx="1906">
                  <c:v>0</c:v>
                </c:pt>
                <c:pt idx="1907">
                  <c:v>0</c:v>
                </c:pt>
                <c:pt idx="1908">
                  <c:v>2</c:v>
                </c:pt>
                <c:pt idx="1909">
                  <c:v>140</c:v>
                </c:pt>
                <c:pt idx="1910">
                  <c:v>42</c:v>
                </c:pt>
                <c:pt idx="1911">
                  <c:v>36</c:v>
                </c:pt>
                <c:pt idx="1912">
                  <c:v>0</c:v>
                </c:pt>
                <c:pt idx="1913">
                  <c:v>0</c:v>
                </c:pt>
                <c:pt idx="1914">
                  <c:v>0</c:v>
                </c:pt>
                <c:pt idx="1915">
                  <c:v>60</c:v>
                </c:pt>
                <c:pt idx="1916">
                  <c:v>0</c:v>
                </c:pt>
                <c:pt idx="1917">
                  <c:v>0</c:v>
                </c:pt>
                <c:pt idx="1918">
                  <c:v>0</c:v>
                </c:pt>
                <c:pt idx="1919">
                  <c:v>0</c:v>
                </c:pt>
                <c:pt idx="1920">
                  <c:v>0</c:v>
                </c:pt>
                <c:pt idx="1921">
                  <c:v>0</c:v>
                </c:pt>
                <c:pt idx="1922">
                  <c:v>0</c:v>
                </c:pt>
                <c:pt idx="1923">
                  <c:v>42</c:v>
                </c:pt>
                <c:pt idx="1924">
                  <c:v>0</c:v>
                </c:pt>
                <c:pt idx="1925">
                  <c:v>0</c:v>
                </c:pt>
                <c:pt idx="1926">
                  <c:v>26</c:v>
                </c:pt>
                <c:pt idx="1927">
                  <c:v>0</c:v>
                </c:pt>
                <c:pt idx="1928">
                  <c:v>72</c:v>
                </c:pt>
                <c:pt idx="1929">
                  <c:v>70</c:v>
                </c:pt>
                <c:pt idx="1930">
                  <c:v>4</c:v>
                </c:pt>
                <c:pt idx="1931">
                  <c:v>0</c:v>
                </c:pt>
                <c:pt idx="1932">
                  <c:v>27</c:v>
                </c:pt>
                <c:pt idx="1933">
                  <c:v>120</c:v>
                </c:pt>
                <c:pt idx="1934">
                  <c:v>0</c:v>
                </c:pt>
                <c:pt idx="1935">
                  <c:v>196</c:v>
                </c:pt>
                <c:pt idx="1936">
                  <c:v>0</c:v>
                </c:pt>
                <c:pt idx="1937">
                  <c:v>20</c:v>
                </c:pt>
                <c:pt idx="1938">
                  <c:v>56</c:v>
                </c:pt>
                <c:pt idx="1939">
                  <c:v>0</c:v>
                </c:pt>
                <c:pt idx="1940">
                  <c:v>720</c:v>
                </c:pt>
                <c:pt idx="1941">
                  <c:v>24</c:v>
                </c:pt>
                <c:pt idx="1942">
                  <c:v>0</c:v>
                </c:pt>
                <c:pt idx="1943">
                  <c:v>0</c:v>
                </c:pt>
                <c:pt idx="1944">
                  <c:v>6</c:v>
                </c:pt>
                <c:pt idx="1945">
                  <c:v>6</c:v>
                </c:pt>
                <c:pt idx="1946">
                  <c:v>33</c:v>
                </c:pt>
                <c:pt idx="1947">
                  <c:v>0</c:v>
                </c:pt>
                <c:pt idx="1948">
                  <c:v>0</c:v>
                </c:pt>
                <c:pt idx="1949">
                  <c:v>0</c:v>
                </c:pt>
                <c:pt idx="1950">
                  <c:v>0</c:v>
                </c:pt>
                <c:pt idx="1951">
                  <c:v>1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0</c:v>
                </c:pt>
                <c:pt idx="1957">
                  <c:v>1</c:v>
                </c:pt>
                <c:pt idx="1958">
                  <c:v>0</c:v>
                </c:pt>
                <c:pt idx="1959">
                  <c:v>38</c:v>
                </c:pt>
                <c:pt idx="1960">
                  <c:v>13</c:v>
                </c:pt>
                <c:pt idx="1961">
                  <c:v>0</c:v>
                </c:pt>
                <c:pt idx="1962">
                  <c:v>0</c:v>
                </c:pt>
                <c:pt idx="1963">
                  <c:v>0</c:v>
                </c:pt>
                <c:pt idx="1964">
                  <c:v>0</c:v>
                </c:pt>
                <c:pt idx="1965">
                  <c:v>0</c:v>
                </c:pt>
                <c:pt idx="1966">
                  <c:v>17</c:v>
                </c:pt>
                <c:pt idx="1967">
                  <c:v>0</c:v>
                </c:pt>
                <c:pt idx="1968">
                  <c:v>0</c:v>
                </c:pt>
                <c:pt idx="1969">
                  <c:v>0</c:v>
                </c:pt>
                <c:pt idx="1970">
                  <c:v>0</c:v>
                </c:pt>
                <c:pt idx="1971">
                  <c:v>0</c:v>
                </c:pt>
                <c:pt idx="1972">
                  <c:v>1</c:v>
                </c:pt>
                <c:pt idx="1973">
                  <c:v>160</c:v>
                </c:pt>
                <c:pt idx="1974">
                  <c:v>0</c:v>
                </c:pt>
                <c:pt idx="1975">
                  <c:v>1</c:v>
                </c:pt>
                <c:pt idx="1976">
                  <c:v>4</c:v>
                </c:pt>
                <c:pt idx="1977">
                  <c:v>9</c:v>
                </c:pt>
                <c:pt idx="1978">
                  <c:v>0</c:v>
                </c:pt>
                <c:pt idx="1979">
                  <c:v>32</c:v>
                </c:pt>
                <c:pt idx="1980">
                  <c:v>0</c:v>
                </c:pt>
                <c:pt idx="1981">
                  <c:v>0</c:v>
                </c:pt>
                <c:pt idx="1982">
                  <c:v>60</c:v>
                </c:pt>
                <c:pt idx="1983">
                  <c:v>0</c:v>
                </c:pt>
                <c:pt idx="1984">
                  <c:v>30</c:v>
                </c:pt>
                <c:pt idx="1985">
                  <c:v>19</c:v>
                </c:pt>
                <c:pt idx="1986">
                  <c:v>0</c:v>
                </c:pt>
                <c:pt idx="1987">
                  <c:v>0</c:v>
                </c:pt>
                <c:pt idx="1988">
                  <c:v>0</c:v>
                </c:pt>
                <c:pt idx="1989">
                  <c:v>0</c:v>
                </c:pt>
                <c:pt idx="1990">
                  <c:v>0</c:v>
                </c:pt>
                <c:pt idx="1991">
                  <c:v>0</c:v>
                </c:pt>
                <c:pt idx="1992">
                  <c:v>140</c:v>
                </c:pt>
                <c:pt idx="1993">
                  <c:v>0</c:v>
                </c:pt>
                <c:pt idx="1994">
                  <c:v>0</c:v>
                </c:pt>
                <c:pt idx="1995">
                  <c:v>0</c:v>
                </c:pt>
                <c:pt idx="1996">
                  <c:v>0</c:v>
                </c:pt>
                <c:pt idx="1997">
                  <c:v>0</c:v>
                </c:pt>
                <c:pt idx="1998">
                  <c:v>0</c:v>
                </c:pt>
                <c:pt idx="1999">
                  <c:v>2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102</c:v>
                </c:pt>
                <c:pt idx="2004">
                  <c:v>0</c:v>
                </c:pt>
                <c:pt idx="2005">
                  <c:v>24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126</c:v>
                </c:pt>
                <c:pt idx="2012">
                  <c:v>5</c:v>
                </c:pt>
                <c:pt idx="2013">
                  <c:v>49</c:v>
                </c:pt>
                <c:pt idx="2014">
                  <c:v>0</c:v>
                </c:pt>
                <c:pt idx="2015">
                  <c:v>80</c:v>
                </c:pt>
                <c:pt idx="2016">
                  <c:v>60</c:v>
                </c:pt>
                <c:pt idx="2017">
                  <c:v>0</c:v>
                </c:pt>
                <c:pt idx="2018">
                  <c:v>0</c:v>
                </c:pt>
                <c:pt idx="2019">
                  <c:v>6</c:v>
                </c:pt>
                <c:pt idx="2020">
                  <c:v>67</c:v>
                </c:pt>
                <c:pt idx="2021">
                  <c:v>30</c:v>
                </c:pt>
                <c:pt idx="2022">
                  <c:v>54</c:v>
                </c:pt>
                <c:pt idx="2023">
                  <c:v>56</c:v>
                </c:pt>
                <c:pt idx="2024">
                  <c:v>100</c:v>
                </c:pt>
                <c:pt idx="2025">
                  <c:v>140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1</c:v>
                </c:pt>
                <c:pt idx="2030">
                  <c:v>2</c:v>
                </c:pt>
                <c:pt idx="2031">
                  <c:v>0</c:v>
                </c:pt>
                <c:pt idx="2032">
                  <c:v>0</c:v>
                </c:pt>
                <c:pt idx="2033">
                  <c:v>1</c:v>
                </c:pt>
                <c:pt idx="2034">
                  <c:v>2</c:v>
                </c:pt>
                <c:pt idx="2035">
                  <c:v>29</c:v>
                </c:pt>
                <c:pt idx="2036">
                  <c:v>120</c:v>
                </c:pt>
                <c:pt idx="2037">
                  <c:v>0</c:v>
                </c:pt>
                <c:pt idx="2038">
                  <c:v>0</c:v>
                </c:pt>
                <c:pt idx="2039">
                  <c:v>94</c:v>
                </c:pt>
                <c:pt idx="2040">
                  <c:v>0</c:v>
                </c:pt>
                <c:pt idx="2041">
                  <c:v>0</c:v>
                </c:pt>
                <c:pt idx="2042">
                  <c:v>0</c:v>
                </c:pt>
                <c:pt idx="2043">
                  <c:v>52</c:v>
                </c:pt>
                <c:pt idx="2044">
                  <c:v>0</c:v>
                </c:pt>
                <c:pt idx="2045">
                  <c:v>100</c:v>
                </c:pt>
                <c:pt idx="2046">
                  <c:v>60</c:v>
                </c:pt>
                <c:pt idx="2047">
                  <c:v>0</c:v>
                </c:pt>
                <c:pt idx="2048">
                  <c:v>34</c:v>
                </c:pt>
                <c:pt idx="2049">
                  <c:v>3</c:v>
                </c:pt>
                <c:pt idx="2050">
                  <c:v>30</c:v>
                </c:pt>
                <c:pt idx="2051">
                  <c:v>0</c:v>
                </c:pt>
                <c:pt idx="2052">
                  <c:v>60</c:v>
                </c:pt>
                <c:pt idx="2053">
                  <c:v>4</c:v>
                </c:pt>
                <c:pt idx="2054">
                  <c:v>84</c:v>
                </c:pt>
                <c:pt idx="2055">
                  <c:v>0</c:v>
                </c:pt>
                <c:pt idx="2056">
                  <c:v>8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4</c:v>
                </c:pt>
                <c:pt idx="2062">
                  <c:v>140</c:v>
                </c:pt>
                <c:pt idx="2063">
                  <c:v>20</c:v>
                </c:pt>
                <c:pt idx="2064">
                  <c:v>36</c:v>
                </c:pt>
                <c:pt idx="2065">
                  <c:v>0</c:v>
                </c:pt>
                <c:pt idx="2066">
                  <c:v>0</c:v>
                </c:pt>
                <c:pt idx="2067">
                  <c:v>93</c:v>
                </c:pt>
                <c:pt idx="2068">
                  <c:v>0</c:v>
                </c:pt>
                <c:pt idx="2069">
                  <c:v>1</c:v>
                </c:pt>
                <c:pt idx="2070">
                  <c:v>0</c:v>
                </c:pt>
                <c:pt idx="2071">
                  <c:v>0</c:v>
                </c:pt>
                <c:pt idx="2072">
                  <c:v>0</c:v>
                </c:pt>
                <c:pt idx="2073">
                  <c:v>0</c:v>
                </c:pt>
                <c:pt idx="2074">
                  <c:v>25</c:v>
                </c:pt>
                <c:pt idx="2075">
                  <c:v>2</c:v>
                </c:pt>
                <c:pt idx="2076">
                  <c:v>1</c:v>
                </c:pt>
                <c:pt idx="2077">
                  <c:v>0</c:v>
                </c:pt>
                <c:pt idx="2078">
                  <c:v>0</c:v>
                </c:pt>
                <c:pt idx="2079">
                  <c:v>0</c:v>
                </c:pt>
                <c:pt idx="2080">
                  <c:v>70</c:v>
                </c:pt>
                <c:pt idx="2081">
                  <c:v>6</c:v>
                </c:pt>
                <c:pt idx="2082">
                  <c:v>0</c:v>
                </c:pt>
                <c:pt idx="2083">
                  <c:v>21</c:v>
                </c:pt>
                <c:pt idx="2084">
                  <c:v>0</c:v>
                </c:pt>
                <c:pt idx="2085">
                  <c:v>0</c:v>
                </c:pt>
                <c:pt idx="2086">
                  <c:v>0</c:v>
                </c:pt>
                <c:pt idx="2087">
                  <c:v>0</c:v>
                </c:pt>
                <c:pt idx="2088">
                  <c:v>0</c:v>
                </c:pt>
                <c:pt idx="2089">
                  <c:v>0</c:v>
                </c:pt>
                <c:pt idx="2090">
                  <c:v>6</c:v>
                </c:pt>
                <c:pt idx="2091">
                  <c:v>2</c:v>
                </c:pt>
                <c:pt idx="2092">
                  <c:v>0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</c:v>
                </c:pt>
                <c:pt idx="2097">
                  <c:v>60</c:v>
                </c:pt>
                <c:pt idx="2098">
                  <c:v>0</c:v>
                </c:pt>
                <c:pt idx="2099">
                  <c:v>0</c:v>
                </c:pt>
                <c:pt idx="2100">
                  <c:v>0</c:v>
                </c:pt>
                <c:pt idx="2101">
                  <c:v>0</c:v>
                </c:pt>
                <c:pt idx="2102">
                  <c:v>0</c:v>
                </c:pt>
                <c:pt idx="2103">
                  <c:v>0</c:v>
                </c:pt>
                <c:pt idx="2104">
                  <c:v>39</c:v>
                </c:pt>
                <c:pt idx="2105">
                  <c:v>0</c:v>
                </c:pt>
                <c:pt idx="2106">
                  <c:v>0</c:v>
                </c:pt>
                <c:pt idx="2107">
                  <c:v>0</c:v>
                </c:pt>
                <c:pt idx="2108">
                  <c:v>36</c:v>
                </c:pt>
                <c:pt idx="2109">
                  <c:v>0</c:v>
                </c:pt>
                <c:pt idx="2110">
                  <c:v>3</c:v>
                </c:pt>
                <c:pt idx="2111">
                  <c:v>0</c:v>
                </c:pt>
                <c:pt idx="2112">
                  <c:v>2</c:v>
                </c:pt>
                <c:pt idx="2113">
                  <c:v>0</c:v>
                </c:pt>
                <c:pt idx="2114">
                  <c:v>0</c:v>
                </c:pt>
                <c:pt idx="2115">
                  <c:v>0</c:v>
                </c:pt>
                <c:pt idx="2116">
                  <c:v>6</c:v>
                </c:pt>
                <c:pt idx="2117">
                  <c:v>0</c:v>
                </c:pt>
                <c:pt idx="2118">
                  <c:v>28</c:v>
                </c:pt>
                <c:pt idx="2119">
                  <c:v>9</c:v>
                </c:pt>
                <c:pt idx="2120">
                  <c:v>0</c:v>
                </c:pt>
                <c:pt idx="2121">
                  <c:v>0</c:v>
                </c:pt>
                <c:pt idx="2122">
                  <c:v>2</c:v>
                </c:pt>
                <c:pt idx="2123">
                  <c:v>0</c:v>
                </c:pt>
                <c:pt idx="2124">
                  <c:v>0</c:v>
                </c:pt>
                <c:pt idx="2125">
                  <c:v>8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0</c:v>
                </c:pt>
                <c:pt idx="2130">
                  <c:v>3</c:v>
                </c:pt>
                <c:pt idx="2131">
                  <c:v>0</c:v>
                </c:pt>
                <c:pt idx="2132">
                  <c:v>0</c:v>
                </c:pt>
                <c:pt idx="2133">
                  <c:v>0</c:v>
                </c:pt>
                <c:pt idx="2134">
                  <c:v>0</c:v>
                </c:pt>
                <c:pt idx="2135">
                  <c:v>0</c:v>
                </c:pt>
                <c:pt idx="2136">
                  <c:v>0</c:v>
                </c:pt>
                <c:pt idx="2137">
                  <c:v>0</c:v>
                </c:pt>
                <c:pt idx="2138">
                  <c:v>76</c:v>
                </c:pt>
                <c:pt idx="2139">
                  <c:v>0</c:v>
                </c:pt>
                <c:pt idx="2140">
                  <c:v>60</c:v>
                </c:pt>
                <c:pt idx="2141">
                  <c:v>7</c:v>
                </c:pt>
                <c:pt idx="2142">
                  <c:v>0</c:v>
                </c:pt>
                <c:pt idx="2143">
                  <c:v>0</c:v>
                </c:pt>
                <c:pt idx="2144">
                  <c:v>0</c:v>
                </c:pt>
                <c:pt idx="2145">
                  <c:v>0</c:v>
                </c:pt>
                <c:pt idx="2146">
                  <c:v>0</c:v>
                </c:pt>
                <c:pt idx="2147">
                  <c:v>18</c:v>
                </c:pt>
                <c:pt idx="2148">
                  <c:v>84</c:v>
                </c:pt>
                <c:pt idx="2149">
                  <c:v>28</c:v>
                </c:pt>
                <c:pt idx="2150">
                  <c:v>0</c:v>
                </c:pt>
                <c:pt idx="2151">
                  <c:v>150</c:v>
                </c:pt>
                <c:pt idx="2152">
                  <c:v>0</c:v>
                </c:pt>
                <c:pt idx="2153">
                  <c:v>112</c:v>
                </c:pt>
                <c:pt idx="2154">
                  <c:v>0</c:v>
                </c:pt>
                <c:pt idx="2155">
                  <c:v>0</c:v>
                </c:pt>
                <c:pt idx="2156">
                  <c:v>21</c:v>
                </c:pt>
                <c:pt idx="2157">
                  <c:v>0</c:v>
                </c:pt>
                <c:pt idx="2158">
                  <c:v>0</c:v>
                </c:pt>
                <c:pt idx="2159">
                  <c:v>0</c:v>
                </c:pt>
                <c:pt idx="2160">
                  <c:v>0</c:v>
                </c:pt>
                <c:pt idx="2161">
                  <c:v>1</c:v>
                </c:pt>
                <c:pt idx="2162">
                  <c:v>0</c:v>
                </c:pt>
                <c:pt idx="2163">
                  <c:v>0</c:v>
                </c:pt>
                <c:pt idx="2164">
                  <c:v>14</c:v>
                </c:pt>
                <c:pt idx="2165">
                  <c:v>0</c:v>
                </c:pt>
                <c:pt idx="2166">
                  <c:v>0</c:v>
                </c:pt>
                <c:pt idx="2167">
                  <c:v>31</c:v>
                </c:pt>
                <c:pt idx="2168">
                  <c:v>140</c:v>
                </c:pt>
                <c:pt idx="2169">
                  <c:v>0</c:v>
                </c:pt>
                <c:pt idx="2170">
                  <c:v>0</c:v>
                </c:pt>
                <c:pt idx="2171">
                  <c:v>0</c:v>
                </c:pt>
                <c:pt idx="2172">
                  <c:v>49</c:v>
                </c:pt>
                <c:pt idx="2173">
                  <c:v>0</c:v>
                </c:pt>
                <c:pt idx="2174">
                  <c:v>24</c:v>
                </c:pt>
                <c:pt idx="2175">
                  <c:v>90</c:v>
                </c:pt>
                <c:pt idx="2176">
                  <c:v>0</c:v>
                </c:pt>
                <c:pt idx="2177">
                  <c:v>40</c:v>
                </c:pt>
                <c:pt idx="2178">
                  <c:v>2</c:v>
                </c:pt>
                <c:pt idx="2179">
                  <c:v>0</c:v>
                </c:pt>
                <c:pt idx="2180">
                  <c:v>3</c:v>
                </c:pt>
                <c:pt idx="2181">
                  <c:v>0</c:v>
                </c:pt>
                <c:pt idx="2182">
                  <c:v>0</c:v>
                </c:pt>
                <c:pt idx="2183">
                  <c:v>15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120</c:v>
                </c:pt>
                <c:pt idx="2190">
                  <c:v>0</c:v>
                </c:pt>
                <c:pt idx="2191">
                  <c:v>0</c:v>
                </c:pt>
                <c:pt idx="2192">
                  <c:v>28</c:v>
                </c:pt>
                <c:pt idx="2193">
                  <c:v>0</c:v>
                </c:pt>
                <c:pt idx="2194">
                  <c:v>0</c:v>
                </c:pt>
                <c:pt idx="2195">
                  <c:v>0</c:v>
                </c:pt>
                <c:pt idx="2196">
                  <c:v>0</c:v>
                </c:pt>
                <c:pt idx="2197">
                  <c:v>2</c:v>
                </c:pt>
                <c:pt idx="2198">
                  <c:v>2</c:v>
                </c:pt>
                <c:pt idx="2199">
                  <c:v>0</c:v>
                </c:pt>
                <c:pt idx="2200">
                  <c:v>6</c:v>
                </c:pt>
                <c:pt idx="2201">
                  <c:v>0</c:v>
                </c:pt>
                <c:pt idx="2202">
                  <c:v>24</c:v>
                </c:pt>
                <c:pt idx="2203">
                  <c:v>65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24</c:v>
                </c:pt>
                <c:pt idx="2208">
                  <c:v>0</c:v>
                </c:pt>
                <c:pt idx="2209">
                  <c:v>0</c:v>
                </c:pt>
                <c:pt idx="2210">
                  <c:v>30</c:v>
                </c:pt>
                <c:pt idx="2211">
                  <c:v>180</c:v>
                </c:pt>
                <c:pt idx="2212">
                  <c:v>125</c:v>
                </c:pt>
                <c:pt idx="2213">
                  <c:v>0</c:v>
                </c:pt>
                <c:pt idx="2214">
                  <c:v>30</c:v>
                </c:pt>
                <c:pt idx="2215">
                  <c:v>8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126</c:v>
                </c:pt>
                <c:pt idx="2221">
                  <c:v>0</c:v>
                </c:pt>
                <c:pt idx="2222">
                  <c:v>4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21</c:v>
                </c:pt>
                <c:pt idx="2231">
                  <c:v>0</c:v>
                </c:pt>
                <c:pt idx="2232">
                  <c:v>6</c:v>
                </c:pt>
                <c:pt idx="2233">
                  <c:v>0</c:v>
                </c:pt>
                <c:pt idx="2234">
                  <c:v>56</c:v>
                </c:pt>
                <c:pt idx="2235">
                  <c:v>0</c:v>
                </c:pt>
                <c:pt idx="2236">
                  <c:v>0</c:v>
                </c:pt>
                <c:pt idx="2237">
                  <c:v>0</c:v>
                </c:pt>
                <c:pt idx="2238">
                  <c:v>0</c:v>
                </c:pt>
                <c:pt idx="2239">
                  <c:v>0</c:v>
                </c:pt>
                <c:pt idx="2240">
                  <c:v>0</c:v>
                </c:pt>
                <c:pt idx="2241">
                  <c:v>0</c:v>
                </c:pt>
                <c:pt idx="2242">
                  <c:v>0</c:v>
                </c:pt>
                <c:pt idx="2243">
                  <c:v>11</c:v>
                </c:pt>
                <c:pt idx="2244">
                  <c:v>0</c:v>
                </c:pt>
                <c:pt idx="2245">
                  <c:v>4</c:v>
                </c:pt>
                <c:pt idx="2246">
                  <c:v>60</c:v>
                </c:pt>
                <c:pt idx="2247">
                  <c:v>1</c:v>
                </c:pt>
                <c:pt idx="2248">
                  <c:v>0</c:v>
                </c:pt>
                <c:pt idx="2249">
                  <c:v>0</c:v>
                </c:pt>
                <c:pt idx="2250">
                  <c:v>0</c:v>
                </c:pt>
                <c:pt idx="2251">
                  <c:v>45</c:v>
                </c:pt>
                <c:pt idx="2252">
                  <c:v>0</c:v>
                </c:pt>
                <c:pt idx="2253">
                  <c:v>0</c:v>
                </c:pt>
                <c:pt idx="2254">
                  <c:v>48</c:v>
                </c:pt>
                <c:pt idx="2255">
                  <c:v>14</c:v>
                </c:pt>
                <c:pt idx="2256">
                  <c:v>0</c:v>
                </c:pt>
                <c:pt idx="2257">
                  <c:v>27</c:v>
                </c:pt>
                <c:pt idx="2258">
                  <c:v>0</c:v>
                </c:pt>
                <c:pt idx="2259">
                  <c:v>35</c:v>
                </c:pt>
                <c:pt idx="2260">
                  <c:v>0</c:v>
                </c:pt>
                <c:pt idx="2261">
                  <c:v>0</c:v>
                </c:pt>
                <c:pt idx="2262">
                  <c:v>16</c:v>
                </c:pt>
                <c:pt idx="2263">
                  <c:v>0</c:v>
                </c:pt>
                <c:pt idx="2264">
                  <c:v>28</c:v>
                </c:pt>
                <c:pt idx="2265">
                  <c:v>49</c:v>
                </c:pt>
                <c:pt idx="2266">
                  <c:v>17</c:v>
                </c:pt>
                <c:pt idx="2267">
                  <c:v>0</c:v>
                </c:pt>
                <c:pt idx="2268">
                  <c:v>4</c:v>
                </c:pt>
                <c:pt idx="2269">
                  <c:v>1</c:v>
                </c:pt>
                <c:pt idx="2270">
                  <c:v>90</c:v>
                </c:pt>
                <c:pt idx="2271">
                  <c:v>100</c:v>
                </c:pt>
                <c:pt idx="2272">
                  <c:v>0</c:v>
                </c:pt>
                <c:pt idx="2273">
                  <c:v>0</c:v>
                </c:pt>
                <c:pt idx="2274">
                  <c:v>0</c:v>
                </c:pt>
                <c:pt idx="2275">
                  <c:v>0</c:v>
                </c:pt>
                <c:pt idx="2276">
                  <c:v>0</c:v>
                </c:pt>
                <c:pt idx="2277">
                  <c:v>0</c:v>
                </c:pt>
                <c:pt idx="2278">
                  <c:v>60</c:v>
                </c:pt>
                <c:pt idx="2279">
                  <c:v>0</c:v>
                </c:pt>
                <c:pt idx="2280">
                  <c:v>30</c:v>
                </c:pt>
                <c:pt idx="2281">
                  <c:v>140</c:v>
                </c:pt>
                <c:pt idx="2282">
                  <c:v>46</c:v>
                </c:pt>
                <c:pt idx="2283">
                  <c:v>0</c:v>
                </c:pt>
                <c:pt idx="2284">
                  <c:v>16</c:v>
                </c:pt>
                <c:pt idx="2285">
                  <c:v>0</c:v>
                </c:pt>
                <c:pt idx="2286">
                  <c:v>42</c:v>
                </c:pt>
                <c:pt idx="2287">
                  <c:v>0</c:v>
                </c:pt>
                <c:pt idx="2288">
                  <c:v>0</c:v>
                </c:pt>
                <c:pt idx="2289">
                  <c:v>0</c:v>
                </c:pt>
                <c:pt idx="2290">
                  <c:v>40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6</c:v>
                </c:pt>
                <c:pt idx="2295">
                  <c:v>1</c:v>
                </c:pt>
                <c:pt idx="2296">
                  <c:v>0</c:v>
                </c:pt>
                <c:pt idx="2297">
                  <c:v>0</c:v>
                </c:pt>
                <c:pt idx="2298">
                  <c:v>50</c:v>
                </c:pt>
                <c:pt idx="2299">
                  <c:v>0</c:v>
                </c:pt>
                <c:pt idx="2300">
                  <c:v>0</c:v>
                </c:pt>
                <c:pt idx="2301">
                  <c:v>14</c:v>
                </c:pt>
                <c:pt idx="2302">
                  <c:v>7</c:v>
                </c:pt>
                <c:pt idx="2303">
                  <c:v>0</c:v>
                </c:pt>
                <c:pt idx="2304">
                  <c:v>0</c:v>
                </c:pt>
                <c:pt idx="2305">
                  <c:v>5</c:v>
                </c:pt>
                <c:pt idx="2306">
                  <c:v>0</c:v>
                </c:pt>
                <c:pt idx="2307">
                  <c:v>0</c:v>
                </c:pt>
                <c:pt idx="2308">
                  <c:v>7</c:v>
                </c:pt>
                <c:pt idx="2309">
                  <c:v>0</c:v>
                </c:pt>
                <c:pt idx="2310">
                  <c:v>19</c:v>
                </c:pt>
                <c:pt idx="2311">
                  <c:v>18</c:v>
                </c:pt>
                <c:pt idx="2312">
                  <c:v>9</c:v>
                </c:pt>
                <c:pt idx="2313">
                  <c:v>0</c:v>
                </c:pt>
                <c:pt idx="2314">
                  <c:v>0</c:v>
                </c:pt>
                <c:pt idx="2315">
                  <c:v>0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189</c:v>
                </c:pt>
                <c:pt idx="2322">
                  <c:v>0</c:v>
                </c:pt>
                <c:pt idx="2323">
                  <c:v>34</c:v>
                </c:pt>
                <c:pt idx="2324">
                  <c:v>24</c:v>
                </c:pt>
                <c:pt idx="2325">
                  <c:v>0</c:v>
                </c:pt>
                <c:pt idx="2326">
                  <c:v>0</c:v>
                </c:pt>
                <c:pt idx="2327">
                  <c:v>60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8</c:v>
                </c:pt>
                <c:pt idx="2332">
                  <c:v>0</c:v>
                </c:pt>
                <c:pt idx="2333">
                  <c:v>0</c:v>
                </c:pt>
                <c:pt idx="2334">
                  <c:v>1</c:v>
                </c:pt>
                <c:pt idx="2335">
                  <c:v>14</c:v>
                </c:pt>
                <c:pt idx="2336">
                  <c:v>0</c:v>
                </c:pt>
                <c:pt idx="2337">
                  <c:v>0</c:v>
                </c:pt>
                <c:pt idx="2338">
                  <c:v>0</c:v>
                </c:pt>
                <c:pt idx="2339">
                  <c:v>2</c:v>
                </c:pt>
                <c:pt idx="2340">
                  <c:v>6</c:v>
                </c:pt>
                <c:pt idx="2341">
                  <c:v>16</c:v>
                </c:pt>
                <c:pt idx="2342">
                  <c:v>24</c:v>
                </c:pt>
                <c:pt idx="2343">
                  <c:v>5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0</c:v>
                </c:pt>
                <c:pt idx="2349">
                  <c:v>74</c:v>
                </c:pt>
                <c:pt idx="2350">
                  <c:v>6</c:v>
                </c:pt>
                <c:pt idx="2351">
                  <c:v>0</c:v>
                </c:pt>
                <c:pt idx="2352">
                  <c:v>72</c:v>
                </c:pt>
                <c:pt idx="2353">
                  <c:v>0</c:v>
                </c:pt>
                <c:pt idx="2354">
                  <c:v>0</c:v>
                </c:pt>
                <c:pt idx="2355">
                  <c:v>1</c:v>
                </c:pt>
                <c:pt idx="2356">
                  <c:v>0</c:v>
                </c:pt>
                <c:pt idx="2357">
                  <c:v>0</c:v>
                </c:pt>
                <c:pt idx="2358">
                  <c:v>102</c:v>
                </c:pt>
                <c:pt idx="2359">
                  <c:v>120</c:v>
                </c:pt>
                <c:pt idx="2360">
                  <c:v>0</c:v>
                </c:pt>
                <c:pt idx="2361">
                  <c:v>1</c:v>
                </c:pt>
                <c:pt idx="2362">
                  <c:v>0</c:v>
                </c:pt>
                <c:pt idx="2363">
                  <c:v>32</c:v>
                </c:pt>
                <c:pt idx="2364">
                  <c:v>0</c:v>
                </c:pt>
                <c:pt idx="2365">
                  <c:v>21</c:v>
                </c:pt>
                <c:pt idx="2366">
                  <c:v>0</c:v>
                </c:pt>
                <c:pt idx="2367">
                  <c:v>90</c:v>
                </c:pt>
                <c:pt idx="2368">
                  <c:v>0</c:v>
                </c:pt>
                <c:pt idx="2369">
                  <c:v>0</c:v>
                </c:pt>
                <c:pt idx="2370">
                  <c:v>28</c:v>
                </c:pt>
                <c:pt idx="2371">
                  <c:v>7</c:v>
                </c:pt>
                <c:pt idx="2372">
                  <c:v>32</c:v>
                </c:pt>
                <c:pt idx="2373">
                  <c:v>0</c:v>
                </c:pt>
                <c:pt idx="2374">
                  <c:v>39</c:v>
                </c:pt>
                <c:pt idx="2375">
                  <c:v>45</c:v>
                </c:pt>
                <c:pt idx="2376">
                  <c:v>38</c:v>
                </c:pt>
                <c:pt idx="2377">
                  <c:v>45</c:v>
                </c:pt>
                <c:pt idx="2378">
                  <c:v>1</c:v>
                </c:pt>
                <c:pt idx="2379">
                  <c:v>28</c:v>
                </c:pt>
                <c:pt idx="2380">
                  <c:v>0</c:v>
                </c:pt>
                <c:pt idx="2381">
                  <c:v>8</c:v>
                </c:pt>
                <c:pt idx="2382">
                  <c:v>0</c:v>
                </c:pt>
                <c:pt idx="2383">
                  <c:v>112</c:v>
                </c:pt>
                <c:pt idx="2384">
                  <c:v>63</c:v>
                </c:pt>
                <c:pt idx="2385">
                  <c:v>0</c:v>
                </c:pt>
                <c:pt idx="2386">
                  <c:v>112</c:v>
                </c:pt>
                <c:pt idx="2387">
                  <c:v>2</c:v>
                </c:pt>
                <c:pt idx="2388">
                  <c:v>5</c:v>
                </c:pt>
                <c:pt idx="2389">
                  <c:v>0</c:v>
                </c:pt>
                <c:pt idx="2390">
                  <c:v>0</c:v>
                </c:pt>
                <c:pt idx="2391">
                  <c:v>14</c:v>
                </c:pt>
                <c:pt idx="2392">
                  <c:v>0</c:v>
                </c:pt>
                <c:pt idx="2393">
                  <c:v>70</c:v>
                </c:pt>
                <c:pt idx="2394">
                  <c:v>0</c:v>
                </c:pt>
                <c:pt idx="2395">
                  <c:v>0</c:v>
                </c:pt>
                <c:pt idx="2396">
                  <c:v>0</c:v>
                </c:pt>
                <c:pt idx="2397">
                  <c:v>0</c:v>
                </c:pt>
                <c:pt idx="2398">
                  <c:v>11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50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105</c:v>
                </c:pt>
                <c:pt idx="2408">
                  <c:v>21</c:v>
                </c:pt>
                <c:pt idx="2409">
                  <c:v>0</c:v>
                </c:pt>
                <c:pt idx="2410">
                  <c:v>0</c:v>
                </c:pt>
                <c:pt idx="2411">
                  <c:v>1</c:v>
                </c:pt>
                <c:pt idx="2412">
                  <c:v>104</c:v>
                </c:pt>
                <c:pt idx="2413">
                  <c:v>8</c:v>
                </c:pt>
                <c:pt idx="2414">
                  <c:v>11</c:v>
                </c:pt>
                <c:pt idx="2415">
                  <c:v>21</c:v>
                </c:pt>
                <c:pt idx="2416">
                  <c:v>0</c:v>
                </c:pt>
                <c:pt idx="2417">
                  <c:v>0</c:v>
                </c:pt>
                <c:pt idx="2418">
                  <c:v>0</c:v>
                </c:pt>
                <c:pt idx="2419">
                  <c:v>32</c:v>
                </c:pt>
                <c:pt idx="2420">
                  <c:v>100</c:v>
                </c:pt>
                <c:pt idx="2421">
                  <c:v>15</c:v>
                </c:pt>
                <c:pt idx="2422">
                  <c:v>22</c:v>
                </c:pt>
                <c:pt idx="2423">
                  <c:v>31</c:v>
                </c:pt>
                <c:pt idx="2424">
                  <c:v>30</c:v>
                </c:pt>
                <c:pt idx="2425">
                  <c:v>10</c:v>
                </c:pt>
                <c:pt idx="2426">
                  <c:v>0</c:v>
                </c:pt>
                <c:pt idx="2427">
                  <c:v>28</c:v>
                </c:pt>
                <c:pt idx="2428">
                  <c:v>0</c:v>
                </c:pt>
                <c:pt idx="2429">
                  <c:v>18</c:v>
                </c:pt>
                <c:pt idx="2430">
                  <c:v>21</c:v>
                </c:pt>
                <c:pt idx="2431">
                  <c:v>0</c:v>
                </c:pt>
                <c:pt idx="2432">
                  <c:v>0</c:v>
                </c:pt>
                <c:pt idx="2433">
                  <c:v>0</c:v>
                </c:pt>
                <c:pt idx="2434">
                  <c:v>0</c:v>
                </c:pt>
                <c:pt idx="2435">
                  <c:v>0</c:v>
                </c:pt>
                <c:pt idx="2436">
                  <c:v>0</c:v>
                </c:pt>
                <c:pt idx="2437">
                  <c:v>210</c:v>
                </c:pt>
                <c:pt idx="2438">
                  <c:v>180</c:v>
                </c:pt>
                <c:pt idx="2439">
                  <c:v>50</c:v>
                </c:pt>
                <c:pt idx="2440">
                  <c:v>36</c:v>
                </c:pt>
                <c:pt idx="2441">
                  <c:v>45</c:v>
                </c:pt>
                <c:pt idx="2442">
                  <c:v>196</c:v>
                </c:pt>
                <c:pt idx="2443">
                  <c:v>0</c:v>
                </c:pt>
                <c:pt idx="2444">
                  <c:v>18</c:v>
                </c:pt>
                <c:pt idx="2445">
                  <c:v>0</c:v>
                </c:pt>
                <c:pt idx="2446">
                  <c:v>0</c:v>
                </c:pt>
                <c:pt idx="2447">
                  <c:v>112</c:v>
                </c:pt>
                <c:pt idx="2448">
                  <c:v>0</c:v>
                </c:pt>
                <c:pt idx="2449">
                  <c:v>0</c:v>
                </c:pt>
                <c:pt idx="2450">
                  <c:v>60</c:v>
                </c:pt>
                <c:pt idx="2451">
                  <c:v>22</c:v>
                </c:pt>
                <c:pt idx="2452">
                  <c:v>0</c:v>
                </c:pt>
                <c:pt idx="2453">
                  <c:v>0</c:v>
                </c:pt>
                <c:pt idx="2454">
                  <c:v>0</c:v>
                </c:pt>
                <c:pt idx="2455">
                  <c:v>0</c:v>
                </c:pt>
                <c:pt idx="2456">
                  <c:v>1100</c:v>
                </c:pt>
                <c:pt idx="2457">
                  <c:v>0</c:v>
                </c:pt>
                <c:pt idx="2458">
                  <c:v>0</c:v>
                </c:pt>
                <c:pt idx="2459">
                  <c:v>5</c:v>
                </c:pt>
                <c:pt idx="2460">
                  <c:v>16</c:v>
                </c:pt>
                <c:pt idx="2461">
                  <c:v>0</c:v>
                </c:pt>
                <c:pt idx="2462">
                  <c:v>0</c:v>
                </c:pt>
                <c:pt idx="2463">
                  <c:v>24</c:v>
                </c:pt>
                <c:pt idx="2464">
                  <c:v>5</c:v>
                </c:pt>
                <c:pt idx="2465">
                  <c:v>4</c:v>
                </c:pt>
                <c:pt idx="2466">
                  <c:v>0</c:v>
                </c:pt>
                <c:pt idx="2467">
                  <c:v>0</c:v>
                </c:pt>
                <c:pt idx="2468">
                  <c:v>0</c:v>
                </c:pt>
                <c:pt idx="2469">
                  <c:v>21</c:v>
                </c:pt>
                <c:pt idx="2470">
                  <c:v>0</c:v>
                </c:pt>
                <c:pt idx="2471">
                  <c:v>175</c:v>
                </c:pt>
                <c:pt idx="2472">
                  <c:v>0</c:v>
                </c:pt>
                <c:pt idx="2473">
                  <c:v>70</c:v>
                </c:pt>
                <c:pt idx="2474">
                  <c:v>28</c:v>
                </c:pt>
                <c:pt idx="2475">
                  <c:v>98</c:v>
                </c:pt>
                <c:pt idx="2476">
                  <c:v>50</c:v>
                </c:pt>
                <c:pt idx="2477">
                  <c:v>70</c:v>
                </c:pt>
                <c:pt idx="2478">
                  <c:v>0</c:v>
                </c:pt>
                <c:pt idx="2479">
                  <c:v>0</c:v>
                </c:pt>
                <c:pt idx="2480">
                  <c:v>28</c:v>
                </c:pt>
                <c:pt idx="2481">
                  <c:v>0</c:v>
                </c:pt>
                <c:pt idx="2482">
                  <c:v>4</c:v>
                </c:pt>
                <c:pt idx="2483">
                  <c:v>252</c:v>
                </c:pt>
                <c:pt idx="2484">
                  <c:v>0</c:v>
                </c:pt>
                <c:pt idx="2485">
                  <c:v>0</c:v>
                </c:pt>
                <c:pt idx="2486">
                  <c:v>4</c:v>
                </c:pt>
                <c:pt idx="2487">
                  <c:v>0</c:v>
                </c:pt>
                <c:pt idx="2488">
                  <c:v>0</c:v>
                </c:pt>
                <c:pt idx="2489">
                  <c:v>0</c:v>
                </c:pt>
                <c:pt idx="2490">
                  <c:v>0</c:v>
                </c:pt>
                <c:pt idx="2491">
                  <c:v>96</c:v>
                </c:pt>
                <c:pt idx="2492">
                  <c:v>0</c:v>
                </c:pt>
                <c:pt idx="2493">
                  <c:v>0</c:v>
                </c:pt>
                <c:pt idx="2494">
                  <c:v>0</c:v>
                </c:pt>
                <c:pt idx="2495">
                  <c:v>1</c:v>
                </c:pt>
                <c:pt idx="2496">
                  <c:v>36</c:v>
                </c:pt>
                <c:pt idx="2497">
                  <c:v>0</c:v>
                </c:pt>
                <c:pt idx="2498">
                  <c:v>0</c:v>
                </c:pt>
                <c:pt idx="2499">
                  <c:v>84</c:v>
                </c:pt>
                <c:pt idx="2500">
                  <c:v>90</c:v>
                </c:pt>
                <c:pt idx="2501">
                  <c:v>84</c:v>
                </c:pt>
                <c:pt idx="2502">
                  <c:v>0</c:v>
                </c:pt>
                <c:pt idx="2503">
                  <c:v>0</c:v>
                </c:pt>
                <c:pt idx="2504">
                  <c:v>17</c:v>
                </c:pt>
                <c:pt idx="2505">
                  <c:v>0</c:v>
                </c:pt>
                <c:pt idx="2506">
                  <c:v>9</c:v>
                </c:pt>
                <c:pt idx="2507">
                  <c:v>28</c:v>
                </c:pt>
                <c:pt idx="2508">
                  <c:v>0</c:v>
                </c:pt>
                <c:pt idx="2509">
                  <c:v>24</c:v>
                </c:pt>
                <c:pt idx="2510">
                  <c:v>14</c:v>
                </c:pt>
                <c:pt idx="2511">
                  <c:v>0</c:v>
                </c:pt>
                <c:pt idx="2512">
                  <c:v>0</c:v>
                </c:pt>
                <c:pt idx="2513">
                  <c:v>3</c:v>
                </c:pt>
                <c:pt idx="2514">
                  <c:v>30</c:v>
                </c:pt>
                <c:pt idx="2515">
                  <c:v>0</c:v>
                </c:pt>
                <c:pt idx="2516">
                  <c:v>5</c:v>
                </c:pt>
                <c:pt idx="2517">
                  <c:v>6</c:v>
                </c:pt>
                <c:pt idx="2518">
                  <c:v>0</c:v>
                </c:pt>
                <c:pt idx="2519">
                  <c:v>0</c:v>
                </c:pt>
                <c:pt idx="2520">
                  <c:v>0</c:v>
                </c:pt>
                <c:pt idx="2521">
                  <c:v>0</c:v>
                </c:pt>
                <c:pt idx="2522">
                  <c:v>74</c:v>
                </c:pt>
                <c:pt idx="2523">
                  <c:v>0</c:v>
                </c:pt>
                <c:pt idx="2524">
                  <c:v>0</c:v>
                </c:pt>
                <c:pt idx="2525">
                  <c:v>4</c:v>
                </c:pt>
                <c:pt idx="2526">
                  <c:v>40</c:v>
                </c:pt>
                <c:pt idx="2527">
                  <c:v>196</c:v>
                </c:pt>
                <c:pt idx="2528">
                  <c:v>46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0</c:v>
                </c:pt>
                <c:pt idx="2533">
                  <c:v>0</c:v>
                </c:pt>
                <c:pt idx="2534">
                  <c:v>0</c:v>
                </c:pt>
                <c:pt idx="2535">
                  <c:v>0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60</c:v>
                </c:pt>
                <c:pt idx="2540">
                  <c:v>0</c:v>
                </c:pt>
                <c:pt idx="2541">
                  <c:v>0</c:v>
                </c:pt>
                <c:pt idx="2542">
                  <c:v>0</c:v>
                </c:pt>
                <c:pt idx="2543">
                  <c:v>180</c:v>
                </c:pt>
                <c:pt idx="2544">
                  <c:v>0</c:v>
                </c:pt>
                <c:pt idx="2545">
                  <c:v>0</c:v>
                </c:pt>
                <c:pt idx="2546">
                  <c:v>0</c:v>
                </c:pt>
                <c:pt idx="2547">
                  <c:v>0</c:v>
                </c:pt>
                <c:pt idx="2548">
                  <c:v>0</c:v>
                </c:pt>
                <c:pt idx="2549">
                  <c:v>0</c:v>
                </c:pt>
                <c:pt idx="2550">
                  <c:v>50</c:v>
                </c:pt>
                <c:pt idx="2551">
                  <c:v>0</c:v>
                </c:pt>
                <c:pt idx="2552">
                  <c:v>0</c:v>
                </c:pt>
                <c:pt idx="2553">
                  <c:v>50</c:v>
                </c:pt>
                <c:pt idx="2554">
                  <c:v>14</c:v>
                </c:pt>
                <c:pt idx="2555">
                  <c:v>7</c:v>
                </c:pt>
                <c:pt idx="2556">
                  <c:v>6</c:v>
                </c:pt>
                <c:pt idx="2557">
                  <c:v>4</c:v>
                </c:pt>
                <c:pt idx="2558">
                  <c:v>2</c:v>
                </c:pt>
                <c:pt idx="2559">
                  <c:v>0</c:v>
                </c:pt>
                <c:pt idx="2560">
                  <c:v>1</c:v>
                </c:pt>
                <c:pt idx="2561">
                  <c:v>0</c:v>
                </c:pt>
                <c:pt idx="2562">
                  <c:v>0</c:v>
                </c:pt>
                <c:pt idx="2563">
                  <c:v>40</c:v>
                </c:pt>
                <c:pt idx="2564">
                  <c:v>0</c:v>
                </c:pt>
                <c:pt idx="2565">
                  <c:v>36</c:v>
                </c:pt>
                <c:pt idx="2566">
                  <c:v>84</c:v>
                </c:pt>
                <c:pt idx="2567">
                  <c:v>150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270</c:v>
                </c:pt>
                <c:pt idx="2573">
                  <c:v>55</c:v>
                </c:pt>
                <c:pt idx="2574">
                  <c:v>13</c:v>
                </c:pt>
                <c:pt idx="2575">
                  <c:v>13</c:v>
                </c:pt>
                <c:pt idx="2576">
                  <c:v>2</c:v>
                </c:pt>
                <c:pt idx="2577">
                  <c:v>0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20</c:v>
                </c:pt>
                <c:pt idx="2582">
                  <c:v>1</c:v>
                </c:pt>
                <c:pt idx="2583">
                  <c:v>14</c:v>
                </c:pt>
                <c:pt idx="2584">
                  <c:v>12</c:v>
                </c:pt>
                <c:pt idx="2585">
                  <c:v>45</c:v>
                </c:pt>
                <c:pt idx="2586">
                  <c:v>47</c:v>
                </c:pt>
                <c:pt idx="2587">
                  <c:v>60</c:v>
                </c:pt>
                <c:pt idx="2588">
                  <c:v>120</c:v>
                </c:pt>
                <c:pt idx="2589">
                  <c:v>19</c:v>
                </c:pt>
                <c:pt idx="2590">
                  <c:v>50</c:v>
                </c:pt>
                <c:pt idx="2591">
                  <c:v>0</c:v>
                </c:pt>
                <c:pt idx="2592">
                  <c:v>22</c:v>
                </c:pt>
                <c:pt idx="2593">
                  <c:v>308</c:v>
                </c:pt>
                <c:pt idx="2594">
                  <c:v>0</c:v>
                </c:pt>
                <c:pt idx="2595">
                  <c:v>0</c:v>
                </c:pt>
                <c:pt idx="2596">
                  <c:v>36</c:v>
                </c:pt>
                <c:pt idx="2597">
                  <c:v>5</c:v>
                </c:pt>
                <c:pt idx="2598">
                  <c:v>0</c:v>
                </c:pt>
                <c:pt idx="2599">
                  <c:v>0</c:v>
                </c:pt>
                <c:pt idx="2600">
                  <c:v>0</c:v>
                </c:pt>
                <c:pt idx="2601">
                  <c:v>0</c:v>
                </c:pt>
                <c:pt idx="2602">
                  <c:v>0</c:v>
                </c:pt>
                <c:pt idx="2603">
                  <c:v>1</c:v>
                </c:pt>
                <c:pt idx="2604">
                  <c:v>0</c:v>
                </c:pt>
                <c:pt idx="2605">
                  <c:v>12</c:v>
                </c:pt>
                <c:pt idx="2606">
                  <c:v>11</c:v>
                </c:pt>
                <c:pt idx="2607">
                  <c:v>0</c:v>
                </c:pt>
                <c:pt idx="2608">
                  <c:v>0</c:v>
                </c:pt>
                <c:pt idx="2609">
                  <c:v>0</c:v>
                </c:pt>
                <c:pt idx="2610">
                  <c:v>9</c:v>
                </c:pt>
                <c:pt idx="2611">
                  <c:v>0</c:v>
                </c:pt>
                <c:pt idx="2612">
                  <c:v>1</c:v>
                </c:pt>
                <c:pt idx="2613">
                  <c:v>1</c:v>
                </c:pt>
                <c:pt idx="2614">
                  <c:v>0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0</c:v>
                </c:pt>
                <c:pt idx="2621">
                  <c:v>18</c:v>
                </c:pt>
                <c:pt idx="2622">
                  <c:v>1</c:v>
                </c:pt>
                <c:pt idx="2623">
                  <c:v>0</c:v>
                </c:pt>
                <c:pt idx="2624">
                  <c:v>0</c:v>
                </c:pt>
                <c:pt idx="2625">
                  <c:v>0</c:v>
                </c:pt>
                <c:pt idx="2626">
                  <c:v>19</c:v>
                </c:pt>
                <c:pt idx="2627">
                  <c:v>0</c:v>
                </c:pt>
                <c:pt idx="2628">
                  <c:v>0</c:v>
                </c:pt>
                <c:pt idx="2629">
                  <c:v>0</c:v>
                </c:pt>
                <c:pt idx="2630">
                  <c:v>175</c:v>
                </c:pt>
                <c:pt idx="2631">
                  <c:v>14</c:v>
                </c:pt>
                <c:pt idx="2632">
                  <c:v>30</c:v>
                </c:pt>
                <c:pt idx="2633">
                  <c:v>0</c:v>
                </c:pt>
                <c:pt idx="2634">
                  <c:v>0</c:v>
                </c:pt>
                <c:pt idx="2635">
                  <c:v>42</c:v>
                </c:pt>
                <c:pt idx="2636">
                  <c:v>4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0</c:v>
                </c:pt>
                <c:pt idx="2643">
                  <c:v>90</c:v>
                </c:pt>
                <c:pt idx="2644">
                  <c:v>0</c:v>
                </c:pt>
                <c:pt idx="2645">
                  <c:v>0</c:v>
                </c:pt>
                <c:pt idx="2646">
                  <c:v>18</c:v>
                </c:pt>
                <c:pt idx="2647">
                  <c:v>0</c:v>
                </c:pt>
                <c:pt idx="2648">
                  <c:v>150</c:v>
                </c:pt>
                <c:pt idx="2649">
                  <c:v>1</c:v>
                </c:pt>
                <c:pt idx="2650">
                  <c:v>2</c:v>
                </c:pt>
                <c:pt idx="2651">
                  <c:v>0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48</c:v>
                </c:pt>
                <c:pt idx="2657">
                  <c:v>0</c:v>
                </c:pt>
                <c:pt idx="2658">
                  <c:v>76</c:v>
                </c:pt>
                <c:pt idx="2659">
                  <c:v>0</c:v>
                </c:pt>
                <c:pt idx="2660">
                  <c:v>60</c:v>
                </c:pt>
                <c:pt idx="2661">
                  <c:v>0</c:v>
                </c:pt>
                <c:pt idx="2662">
                  <c:v>0</c:v>
                </c:pt>
                <c:pt idx="2663">
                  <c:v>150</c:v>
                </c:pt>
                <c:pt idx="2664">
                  <c:v>0</c:v>
                </c:pt>
                <c:pt idx="2665">
                  <c:v>5</c:v>
                </c:pt>
                <c:pt idx="2666">
                  <c:v>1</c:v>
                </c:pt>
                <c:pt idx="2667">
                  <c:v>10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51</c:v>
                </c:pt>
                <c:pt idx="2672">
                  <c:v>52</c:v>
                </c:pt>
                <c:pt idx="2673">
                  <c:v>0</c:v>
                </c:pt>
                <c:pt idx="2674">
                  <c:v>3</c:v>
                </c:pt>
                <c:pt idx="2675">
                  <c:v>0</c:v>
                </c:pt>
                <c:pt idx="2676">
                  <c:v>9</c:v>
                </c:pt>
                <c:pt idx="2677">
                  <c:v>6</c:v>
                </c:pt>
                <c:pt idx="2678">
                  <c:v>15</c:v>
                </c:pt>
                <c:pt idx="2679">
                  <c:v>11</c:v>
                </c:pt>
                <c:pt idx="2680">
                  <c:v>14</c:v>
                </c:pt>
                <c:pt idx="2681">
                  <c:v>150</c:v>
                </c:pt>
                <c:pt idx="2682">
                  <c:v>180</c:v>
                </c:pt>
                <c:pt idx="2683">
                  <c:v>0</c:v>
                </c:pt>
                <c:pt idx="2684">
                  <c:v>3</c:v>
                </c:pt>
                <c:pt idx="2685">
                  <c:v>0</c:v>
                </c:pt>
                <c:pt idx="2686">
                  <c:v>7</c:v>
                </c:pt>
                <c:pt idx="2687">
                  <c:v>0</c:v>
                </c:pt>
                <c:pt idx="2688">
                  <c:v>28</c:v>
                </c:pt>
                <c:pt idx="2689">
                  <c:v>56</c:v>
                </c:pt>
                <c:pt idx="2690">
                  <c:v>220</c:v>
                </c:pt>
                <c:pt idx="2691">
                  <c:v>2</c:v>
                </c:pt>
                <c:pt idx="2692">
                  <c:v>11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16</c:v>
                </c:pt>
                <c:pt idx="2698">
                  <c:v>30</c:v>
                </c:pt>
                <c:pt idx="2699">
                  <c:v>14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2</c:v>
                </c:pt>
                <c:pt idx="2704">
                  <c:v>330</c:v>
                </c:pt>
                <c:pt idx="2705">
                  <c:v>0</c:v>
                </c:pt>
                <c:pt idx="2706">
                  <c:v>1</c:v>
                </c:pt>
                <c:pt idx="2707">
                  <c:v>0</c:v>
                </c:pt>
                <c:pt idx="2708">
                  <c:v>2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12</c:v>
                </c:pt>
                <c:pt idx="2714">
                  <c:v>126</c:v>
                </c:pt>
                <c:pt idx="2715">
                  <c:v>0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11</c:v>
                </c:pt>
                <c:pt idx="2721">
                  <c:v>0</c:v>
                </c:pt>
                <c:pt idx="2722">
                  <c:v>63</c:v>
                </c:pt>
                <c:pt idx="2723">
                  <c:v>165</c:v>
                </c:pt>
                <c:pt idx="2724">
                  <c:v>0</c:v>
                </c:pt>
                <c:pt idx="2725">
                  <c:v>0</c:v>
                </c:pt>
                <c:pt idx="2726">
                  <c:v>18</c:v>
                </c:pt>
                <c:pt idx="2727">
                  <c:v>25</c:v>
                </c:pt>
                <c:pt idx="2728">
                  <c:v>45</c:v>
                </c:pt>
                <c:pt idx="2729">
                  <c:v>0</c:v>
                </c:pt>
                <c:pt idx="2730">
                  <c:v>0</c:v>
                </c:pt>
                <c:pt idx="2731">
                  <c:v>87</c:v>
                </c:pt>
                <c:pt idx="2732">
                  <c:v>0</c:v>
                </c:pt>
                <c:pt idx="2733">
                  <c:v>40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36</c:v>
                </c:pt>
                <c:pt idx="2741">
                  <c:v>0</c:v>
                </c:pt>
                <c:pt idx="2742">
                  <c:v>28</c:v>
                </c:pt>
                <c:pt idx="2743">
                  <c:v>6</c:v>
                </c:pt>
                <c:pt idx="2744">
                  <c:v>0</c:v>
                </c:pt>
                <c:pt idx="2745">
                  <c:v>20</c:v>
                </c:pt>
                <c:pt idx="2746">
                  <c:v>48</c:v>
                </c:pt>
                <c:pt idx="2747">
                  <c:v>23</c:v>
                </c:pt>
                <c:pt idx="2748">
                  <c:v>42</c:v>
                </c:pt>
                <c:pt idx="2749">
                  <c:v>0</c:v>
                </c:pt>
                <c:pt idx="2750">
                  <c:v>30</c:v>
                </c:pt>
                <c:pt idx="2751">
                  <c:v>0</c:v>
                </c:pt>
                <c:pt idx="2752">
                  <c:v>18</c:v>
                </c:pt>
                <c:pt idx="2753">
                  <c:v>0</c:v>
                </c:pt>
                <c:pt idx="2754">
                  <c:v>0</c:v>
                </c:pt>
                <c:pt idx="2755">
                  <c:v>5</c:v>
                </c:pt>
                <c:pt idx="2756">
                  <c:v>0</c:v>
                </c:pt>
                <c:pt idx="2757">
                  <c:v>0</c:v>
                </c:pt>
                <c:pt idx="2758">
                  <c:v>75</c:v>
                </c:pt>
                <c:pt idx="2759">
                  <c:v>5</c:v>
                </c:pt>
                <c:pt idx="2760">
                  <c:v>0</c:v>
                </c:pt>
                <c:pt idx="2761">
                  <c:v>150</c:v>
                </c:pt>
                <c:pt idx="2762">
                  <c:v>300</c:v>
                </c:pt>
                <c:pt idx="2763">
                  <c:v>36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1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360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80</c:v>
                </c:pt>
                <c:pt idx="2779">
                  <c:v>0</c:v>
                </c:pt>
                <c:pt idx="2780">
                  <c:v>2</c:v>
                </c:pt>
                <c:pt idx="2781">
                  <c:v>8</c:v>
                </c:pt>
                <c:pt idx="2782">
                  <c:v>0</c:v>
                </c:pt>
                <c:pt idx="2783">
                  <c:v>1</c:v>
                </c:pt>
                <c:pt idx="2784">
                  <c:v>35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100</c:v>
                </c:pt>
                <c:pt idx="2794">
                  <c:v>0</c:v>
                </c:pt>
                <c:pt idx="2795">
                  <c:v>140</c:v>
                </c:pt>
                <c:pt idx="2796">
                  <c:v>0</c:v>
                </c:pt>
                <c:pt idx="2797">
                  <c:v>2</c:v>
                </c:pt>
                <c:pt idx="2798">
                  <c:v>0</c:v>
                </c:pt>
                <c:pt idx="2799">
                  <c:v>0</c:v>
                </c:pt>
                <c:pt idx="2800">
                  <c:v>46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336</c:v>
                </c:pt>
                <c:pt idx="2805">
                  <c:v>0</c:v>
                </c:pt>
                <c:pt idx="2806">
                  <c:v>0</c:v>
                </c:pt>
                <c:pt idx="2807">
                  <c:v>0</c:v>
                </c:pt>
                <c:pt idx="2808">
                  <c:v>0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66</c:v>
                </c:pt>
                <c:pt idx="2815">
                  <c:v>5</c:v>
                </c:pt>
                <c:pt idx="2816">
                  <c:v>0</c:v>
                </c:pt>
                <c:pt idx="2817">
                  <c:v>196</c:v>
                </c:pt>
                <c:pt idx="2818">
                  <c:v>112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4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1</c:v>
                </c:pt>
                <c:pt idx="2828">
                  <c:v>12</c:v>
                </c:pt>
                <c:pt idx="2829">
                  <c:v>0</c:v>
                </c:pt>
                <c:pt idx="2830">
                  <c:v>2</c:v>
                </c:pt>
                <c:pt idx="2831">
                  <c:v>154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1</c:v>
                </c:pt>
                <c:pt idx="2836">
                  <c:v>0</c:v>
                </c:pt>
                <c:pt idx="2837">
                  <c:v>0</c:v>
                </c:pt>
                <c:pt idx="2838">
                  <c:v>35</c:v>
                </c:pt>
                <c:pt idx="2839">
                  <c:v>0</c:v>
                </c:pt>
                <c:pt idx="2840">
                  <c:v>0</c:v>
                </c:pt>
                <c:pt idx="2841">
                  <c:v>0</c:v>
                </c:pt>
                <c:pt idx="2842">
                  <c:v>0</c:v>
                </c:pt>
                <c:pt idx="2843">
                  <c:v>0</c:v>
                </c:pt>
                <c:pt idx="2844">
                  <c:v>0</c:v>
                </c:pt>
                <c:pt idx="2845">
                  <c:v>2</c:v>
                </c:pt>
                <c:pt idx="2846">
                  <c:v>105</c:v>
                </c:pt>
                <c:pt idx="2847">
                  <c:v>0</c:v>
                </c:pt>
                <c:pt idx="2848">
                  <c:v>82</c:v>
                </c:pt>
                <c:pt idx="2849">
                  <c:v>13</c:v>
                </c:pt>
                <c:pt idx="2850">
                  <c:v>80</c:v>
                </c:pt>
                <c:pt idx="2851">
                  <c:v>112</c:v>
                </c:pt>
                <c:pt idx="2852">
                  <c:v>0</c:v>
                </c:pt>
                <c:pt idx="2853">
                  <c:v>126</c:v>
                </c:pt>
                <c:pt idx="2854">
                  <c:v>60</c:v>
                </c:pt>
                <c:pt idx="2855">
                  <c:v>0</c:v>
                </c:pt>
                <c:pt idx="2856">
                  <c:v>0</c:v>
                </c:pt>
                <c:pt idx="2857">
                  <c:v>0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252</c:v>
                </c:pt>
                <c:pt idx="2864">
                  <c:v>0</c:v>
                </c:pt>
                <c:pt idx="2865">
                  <c:v>90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30</c:v>
                </c:pt>
                <c:pt idx="2871">
                  <c:v>0</c:v>
                </c:pt>
                <c:pt idx="2872">
                  <c:v>6</c:v>
                </c:pt>
                <c:pt idx="2873">
                  <c:v>0</c:v>
                </c:pt>
                <c:pt idx="2874">
                  <c:v>0</c:v>
                </c:pt>
                <c:pt idx="2875">
                  <c:v>1</c:v>
                </c:pt>
                <c:pt idx="2876">
                  <c:v>0</c:v>
                </c:pt>
                <c:pt idx="2877">
                  <c:v>0</c:v>
                </c:pt>
                <c:pt idx="2878">
                  <c:v>14</c:v>
                </c:pt>
                <c:pt idx="2879">
                  <c:v>100</c:v>
                </c:pt>
                <c:pt idx="2880">
                  <c:v>16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0</c:v>
                </c:pt>
                <c:pt idx="2886">
                  <c:v>0</c:v>
                </c:pt>
                <c:pt idx="2887">
                  <c:v>0</c:v>
                </c:pt>
                <c:pt idx="2888">
                  <c:v>0</c:v>
                </c:pt>
                <c:pt idx="2889">
                  <c:v>0</c:v>
                </c:pt>
                <c:pt idx="2890">
                  <c:v>129</c:v>
                </c:pt>
                <c:pt idx="2891">
                  <c:v>2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1</c:v>
                </c:pt>
                <c:pt idx="2901">
                  <c:v>42</c:v>
                </c:pt>
                <c:pt idx="2902">
                  <c:v>0</c:v>
                </c:pt>
                <c:pt idx="2903">
                  <c:v>0</c:v>
                </c:pt>
                <c:pt idx="2904">
                  <c:v>0</c:v>
                </c:pt>
                <c:pt idx="2905">
                  <c:v>42</c:v>
                </c:pt>
                <c:pt idx="2906">
                  <c:v>0</c:v>
                </c:pt>
                <c:pt idx="2907">
                  <c:v>8</c:v>
                </c:pt>
                <c:pt idx="2908">
                  <c:v>3</c:v>
                </c:pt>
                <c:pt idx="2909">
                  <c:v>0</c:v>
                </c:pt>
                <c:pt idx="2910">
                  <c:v>0</c:v>
                </c:pt>
                <c:pt idx="2911">
                  <c:v>45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0</c:v>
                </c:pt>
                <c:pt idx="2918">
                  <c:v>1</c:v>
                </c:pt>
                <c:pt idx="2919">
                  <c:v>56</c:v>
                </c:pt>
                <c:pt idx="2920">
                  <c:v>0</c:v>
                </c:pt>
                <c:pt idx="2921">
                  <c:v>0</c:v>
                </c:pt>
                <c:pt idx="2922">
                  <c:v>28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85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2</c:v>
                </c:pt>
                <c:pt idx="2931">
                  <c:v>84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0</c:v>
                </c:pt>
                <c:pt idx="2936">
                  <c:v>0</c:v>
                </c:pt>
                <c:pt idx="2937">
                  <c:v>0</c:v>
                </c:pt>
                <c:pt idx="2938">
                  <c:v>0</c:v>
                </c:pt>
                <c:pt idx="2939">
                  <c:v>126</c:v>
                </c:pt>
                <c:pt idx="2940">
                  <c:v>0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0</c:v>
                </c:pt>
                <c:pt idx="2946">
                  <c:v>1</c:v>
                </c:pt>
                <c:pt idx="2947">
                  <c:v>72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0</c:v>
                </c:pt>
                <c:pt idx="2955">
                  <c:v>36</c:v>
                </c:pt>
                <c:pt idx="2956">
                  <c:v>0</c:v>
                </c:pt>
                <c:pt idx="2957">
                  <c:v>51</c:v>
                </c:pt>
                <c:pt idx="2958">
                  <c:v>2</c:v>
                </c:pt>
                <c:pt idx="2959">
                  <c:v>28</c:v>
                </c:pt>
                <c:pt idx="2960">
                  <c:v>0</c:v>
                </c:pt>
                <c:pt idx="2961">
                  <c:v>0</c:v>
                </c:pt>
                <c:pt idx="2962">
                  <c:v>0</c:v>
                </c:pt>
                <c:pt idx="2963">
                  <c:v>84</c:v>
                </c:pt>
                <c:pt idx="2964">
                  <c:v>7</c:v>
                </c:pt>
                <c:pt idx="2965">
                  <c:v>2</c:v>
                </c:pt>
                <c:pt idx="2966">
                  <c:v>0</c:v>
                </c:pt>
                <c:pt idx="2967">
                  <c:v>0</c:v>
                </c:pt>
                <c:pt idx="2968">
                  <c:v>0</c:v>
                </c:pt>
                <c:pt idx="2969">
                  <c:v>0</c:v>
                </c:pt>
                <c:pt idx="2970">
                  <c:v>34</c:v>
                </c:pt>
                <c:pt idx="2971">
                  <c:v>100</c:v>
                </c:pt>
                <c:pt idx="2972">
                  <c:v>18</c:v>
                </c:pt>
                <c:pt idx="2973">
                  <c:v>69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0</c:v>
                </c:pt>
                <c:pt idx="2978">
                  <c:v>55</c:v>
                </c:pt>
                <c:pt idx="2979">
                  <c:v>25</c:v>
                </c:pt>
                <c:pt idx="2980">
                  <c:v>145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2</c:v>
                </c:pt>
                <c:pt idx="2985">
                  <c:v>0</c:v>
                </c:pt>
                <c:pt idx="2986">
                  <c:v>42</c:v>
                </c:pt>
                <c:pt idx="2987">
                  <c:v>0</c:v>
                </c:pt>
                <c:pt idx="2988">
                  <c:v>8</c:v>
                </c:pt>
                <c:pt idx="2989">
                  <c:v>56</c:v>
                </c:pt>
                <c:pt idx="2990">
                  <c:v>20</c:v>
                </c:pt>
                <c:pt idx="2991">
                  <c:v>77</c:v>
                </c:pt>
                <c:pt idx="2992">
                  <c:v>196</c:v>
                </c:pt>
                <c:pt idx="2993">
                  <c:v>30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90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31</c:v>
                </c:pt>
                <c:pt idx="3003">
                  <c:v>55</c:v>
                </c:pt>
                <c:pt idx="3004">
                  <c:v>74</c:v>
                </c:pt>
                <c:pt idx="3005">
                  <c:v>0</c:v>
                </c:pt>
                <c:pt idx="3006">
                  <c:v>0</c:v>
                </c:pt>
                <c:pt idx="3007">
                  <c:v>55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1</c:v>
                </c:pt>
                <c:pt idx="3012">
                  <c:v>78</c:v>
                </c:pt>
                <c:pt idx="3013">
                  <c:v>28</c:v>
                </c:pt>
                <c:pt idx="3014">
                  <c:v>112</c:v>
                </c:pt>
                <c:pt idx="3015">
                  <c:v>95</c:v>
                </c:pt>
                <c:pt idx="3016">
                  <c:v>17</c:v>
                </c:pt>
                <c:pt idx="3017">
                  <c:v>4</c:v>
                </c:pt>
                <c:pt idx="3018">
                  <c:v>11</c:v>
                </c:pt>
                <c:pt idx="3019">
                  <c:v>322</c:v>
                </c:pt>
                <c:pt idx="3020">
                  <c:v>0</c:v>
                </c:pt>
                <c:pt idx="3021">
                  <c:v>0</c:v>
                </c:pt>
                <c:pt idx="3022">
                  <c:v>90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2</c:v>
                </c:pt>
                <c:pt idx="3037">
                  <c:v>0</c:v>
                </c:pt>
                <c:pt idx="3038">
                  <c:v>45</c:v>
                </c:pt>
                <c:pt idx="3039">
                  <c:v>0</c:v>
                </c:pt>
                <c:pt idx="3040">
                  <c:v>1</c:v>
                </c:pt>
                <c:pt idx="3041">
                  <c:v>35</c:v>
                </c:pt>
                <c:pt idx="3042">
                  <c:v>56</c:v>
                </c:pt>
                <c:pt idx="3043">
                  <c:v>0</c:v>
                </c:pt>
                <c:pt idx="3044">
                  <c:v>105</c:v>
                </c:pt>
                <c:pt idx="3045">
                  <c:v>0</c:v>
                </c:pt>
                <c:pt idx="3046">
                  <c:v>0</c:v>
                </c:pt>
                <c:pt idx="3047">
                  <c:v>112</c:v>
                </c:pt>
                <c:pt idx="3048">
                  <c:v>0</c:v>
                </c:pt>
                <c:pt idx="3049">
                  <c:v>120</c:v>
                </c:pt>
                <c:pt idx="3050">
                  <c:v>90</c:v>
                </c:pt>
                <c:pt idx="3051">
                  <c:v>0</c:v>
                </c:pt>
                <c:pt idx="3052">
                  <c:v>12</c:v>
                </c:pt>
                <c:pt idx="3053">
                  <c:v>0</c:v>
                </c:pt>
                <c:pt idx="3054">
                  <c:v>0</c:v>
                </c:pt>
                <c:pt idx="3055">
                  <c:v>5</c:v>
                </c:pt>
                <c:pt idx="3056">
                  <c:v>0</c:v>
                </c:pt>
                <c:pt idx="3057">
                  <c:v>1</c:v>
                </c:pt>
                <c:pt idx="3058">
                  <c:v>56</c:v>
                </c:pt>
                <c:pt idx="3059">
                  <c:v>19</c:v>
                </c:pt>
                <c:pt idx="3060">
                  <c:v>0</c:v>
                </c:pt>
                <c:pt idx="3061">
                  <c:v>11</c:v>
                </c:pt>
                <c:pt idx="3062">
                  <c:v>140</c:v>
                </c:pt>
                <c:pt idx="3063">
                  <c:v>0</c:v>
                </c:pt>
                <c:pt idx="3064">
                  <c:v>0</c:v>
                </c:pt>
                <c:pt idx="3065">
                  <c:v>1</c:v>
                </c:pt>
                <c:pt idx="3066">
                  <c:v>0</c:v>
                </c:pt>
                <c:pt idx="3067">
                  <c:v>9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60</c:v>
                </c:pt>
                <c:pt idx="3072">
                  <c:v>78</c:v>
                </c:pt>
                <c:pt idx="3073">
                  <c:v>0</c:v>
                </c:pt>
                <c:pt idx="3074">
                  <c:v>20</c:v>
                </c:pt>
                <c:pt idx="3075">
                  <c:v>0</c:v>
                </c:pt>
                <c:pt idx="3076">
                  <c:v>25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84</c:v>
                </c:pt>
                <c:pt idx="3081">
                  <c:v>0</c:v>
                </c:pt>
                <c:pt idx="3082">
                  <c:v>0</c:v>
                </c:pt>
                <c:pt idx="3083">
                  <c:v>0</c:v>
                </c:pt>
                <c:pt idx="3084">
                  <c:v>4</c:v>
                </c:pt>
                <c:pt idx="3085">
                  <c:v>5</c:v>
                </c:pt>
                <c:pt idx="3086">
                  <c:v>0</c:v>
                </c:pt>
                <c:pt idx="3087">
                  <c:v>0</c:v>
                </c:pt>
                <c:pt idx="3088">
                  <c:v>3</c:v>
                </c:pt>
                <c:pt idx="3089">
                  <c:v>0</c:v>
                </c:pt>
                <c:pt idx="3090">
                  <c:v>0</c:v>
                </c:pt>
                <c:pt idx="3091">
                  <c:v>0</c:v>
                </c:pt>
                <c:pt idx="3092">
                  <c:v>0</c:v>
                </c:pt>
                <c:pt idx="3093">
                  <c:v>46</c:v>
                </c:pt>
                <c:pt idx="3094">
                  <c:v>0</c:v>
                </c:pt>
                <c:pt idx="3095">
                  <c:v>10</c:v>
                </c:pt>
                <c:pt idx="3096">
                  <c:v>0</c:v>
                </c:pt>
                <c:pt idx="3097">
                  <c:v>0</c:v>
                </c:pt>
                <c:pt idx="3098">
                  <c:v>1</c:v>
                </c:pt>
                <c:pt idx="3099">
                  <c:v>0</c:v>
                </c:pt>
                <c:pt idx="3100">
                  <c:v>0</c:v>
                </c:pt>
                <c:pt idx="3101">
                  <c:v>6</c:v>
                </c:pt>
                <c:pt idx="3102">
                  <c:v>0</c:v>
                </c:pt>
                <c:pt idx="3103">
                  <c:v>39</c:v>
                </c:pt>
                <c:pt idx="3104">
                  <c:v>1</c:v>
                </c:pt>
                <c:pt idx="3105">
                  <c:v>3</c:v>
                </c:pt>
                <c:pt idx="3106">
                  <c:v>0</c:v>
                </c:pt>
                <c:pt idx="3107">
                  <c:v>59</c:v>
                </c:pt>
                <c:pt idx="3108">
                  <c:v>0</c:v>
                </c:pt>
                <c:pt idx="3109">
                  <c:v>0</c:v>
                </c:pt>
                <c:pt idx="3110">
                  <c:v>0</c:v>
                </c:pt>
                <c:pt idx="3111">
                  <c:v>0</c:v>
                </c:pt>
                <c:pt idx="3112">
                  <c:v>0</c:v>
                </c:pt>
                <c:pt idx="3113">
                  <c:v>0</c:v>
                </c:pt>
                <c:pt idx="3114">
                  <c:v>0</c:v>
                </c:pt>
                <c:pt idx="3115">
                  <c:v>6</c:v>
                </c:pt>
                <c:pt idx="3116">
                  <c:v>10</c:v>
                </c:pt>
                <c:pt idx="3117">
                  <c:v>0</c:v>
                </c:pt>
                <c:pt idx="3118">
                  <c:v>0</c:v>
                </c:pt>
                <c:pt idx="3119">
                  <c:v>0</c:v>
                </c:pt>
                <c:pt idx="3120">
                  <c:v>180</c:v>
                </c:pt>
                <c:pt idx="3121">
                  <c:v>29</c:v>
                </c:pt>
                <c:pt idx="3122">
                  <c:v>102</c:v>
                </c:pt>
                <c:pt idx="3123">
                  <c:v>140</c:v>
                </c:pt>
                <c:pt idx="3124">
                  <c:v>0</c:v>
                </c:pt>
                <c:pt idx="3125">
                  <c:v>0</c:v>
                </c:pt>
                <c:pt idx="3126">
                  <c:v>6</c:v>
                </c:pt>
                <c:pt idx="3127">
                  <c:v>30</c:v>
                </c:pt>
                <c:pt idx="3128">
                  <c:v>3</c:v>
                </c:pt>
                <c:pt idx="3129">
                  <c:v>14</c:v>
                </c:pt>
                <c:pt idx="3130">
                  <c:v>322</c:v>
                </c:pt>
                <c:pt idx="3131">
                  <c:v>50</c:v>
                </c:pt>
                <c:pt idx="3132">
                  <c:v>99</c:v>
                </c:pt>
                <c:pt idx="3133">
                  <c:v>36</c:v>
                </c:pt>
                <c:pt idx="3134">
                  <c:v>0</c:v>
                </c:pt>
                <c:pt idx="3135">
                  <c:v>0</c:v>
                </c:pt>
                <c:pt idx="3136">
                  <c:v>0</c:v>
                </c:pt>
                <c:pt idx="3137">
                  <c:v>15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33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24</c:v>
                </c:pt>
                <c:pt idx="3149">
                  <c:v>90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0</c:v>
                </c:pt>
                <c:pt idx="3154">
                  <c:v>0</c:v>
                </c:pt>
                <c:pt idx="3155">
                  <c:v>0</c:v>
                </c:pt>
                <c:pt idx="3156">
                  <c:v>14</c:v>
                </c:pt>
                <c:pt idx="3157">
                  <c:v>0</c:v>
                </c:pt>
                <c:pt idx="3158">
                  <c:v>36</c:v>
                </c:pt>
                <c:pt idx="3159">
                  <c:v>232</c:v>
                </c:pt>
                <c:pt idx="3160">
                  <c:v>360</c:v>
                </c:pt>
                <c:pt idx="3161">
                  <c:v>1</c:v>
                </c:pt>
                <c:pt idx="3162">
                  <c:v>0</c:v>
                </c:pt>
                <c:pt idx="3163">
                  <c:v>0</c:v>
                </c:pt>
                <c:pt idx="3164">
                  <c:v>224</c:v>
                </c:pt>
                <c:pt idx="3165">
                  <c:v>60</c:v>
                </c:pt>
                <c:pt idx="3166">
                  <c:v>0</c:v>
                </c:pt>
                <c:pt idx="3167">
                  <c:v>80</c:v>
                </c:pt>
                <c:pt idx="3168">
                  <c:v>0</c:v>
                </c:pt>
                <c:pt idx="3169">
                  <c:v>36</c:v>
                </c:pt>
                <c:pt idx="3170">
                  <c:v>0</c:v>
                </c:pt>
                <c:pt idx="3171">
                  <c:v>0</c:v>
                </c:pt>
                <c:pt idx="3172">
                  <c:v>30</c:v>
                </c:pt>
                <c:pt idx="3173">
                  <c:v>22</c:v>
                </c:pt>
                <c:pt idx="3174">
                  <c:v>0</c:v>
                </c:pt>
                <c:pt idx="3175">
                  <c:v>0</c:v>
                </c:pt>
                <c:pt idx="3176">
                  <c:v>0</c:v>
                </c:pt>
                <c:pt idx="3177">
                  <c:v>0</c:v>
                </c:pt>
                <c:pt idx="3178">
                  <c:v>28</c:v>
                </c:pt>
                <c:pt idx="3179">
                  <c:v>0</c:v>
                </c:pt>
                <c:pt idx="3180">
                  <c:v>0</c:v>
                </c:pt>
                <c:pt idx="3181">
                  <c:v>0</c:v>
                </c:pt>
                <c:pt idx="3182">
                  <c:v>0</c:v>
                </c:pt>
                <c:pt idx="3183">
                  <c:v>42</c:v>
                </c:pt>
                <c:pt idx="3184">
                  <c:v>8</c:v>
                </c:pt>
                <c:pt idx="3185">
                  <c:v>105</c:v>
                </c:pt>
                <c:pt idx="3186">
                  <c:v>0</c:v>
                </c:pt>
                <c:pt idx="3187">
                  <c:v>0</c:v>
                </c:pt>
                <c:pt idx="3188">
                  <c:v>0</c:v>
                </c:pt>
                <c:pt idx="3189">
                  <c:v>23</c:v>
                </c:pt>
                <c:pt idx="3190">
                  <c:v>0</c:v>
                </c:pt>
                <c:pt idx="3191">
                  <c:v>16</c:v>
                </c:pt>
                <c:pt idx="3192">
                  <c:v>1</c:v>
                </c:pt>
                <c:pt idx="3193">
                  <c:v>1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0</c:v>
                </c:pt>
                <c:pt idx="3198">
                  <c:v>35</c:v>
                </c:pt>
                <c:pt idx="3199">
                  <c:v>56</c:v>
                </c:pt>
                <c:pt idx="3200">
                  <c:v>0</c:v>
                </c:pt>
                <c:pt idx="3201">
                  <c:v>0</c:v>
                </c:pt>
                <c:pt idx="3202">
                  <c:v>0</c:v>
                </c:pt>
                <c:pt idx="3203">
                  <c:v>0</c:v>
                </c:pt>
                <c:pt idx="3204">
                  <c:v>100</c:v>
                </c:pt>
                <c:pt idx="3205">
                  <c:v>180</c:v>
                </c:pt>
                <c:pt idx="3206">
                  <c:v>60</c:v>
                </c:pt>
                <c:pt idx="3207">
                  <c:v>21</c:v>
                </c:pt>
                <c:pt idx="3208">
                  <c:v>10</c:v>
                </c:pt>
                <c:pt idx="3209">
                  <c:v>17</c:v>
                </c:pt>
                <c:pt idx="3210">
                  <c:v>10</c:v>
                </c:pt>
                <c:pt idx="3211">
                  <c:v>7</c:v>
                </c:pt>
                <c:pt idx="3212">
                  <c:v>9</c:v>
                </c:pt>
                <c:pt idx="3213">
                  <c:v>0</c:v>
                </c:pt>
                <c:pt idx="3214">
                  <c:v>0</c:v>
                </c:pt>
                <c:pt idx="3215">
                  <c:v>0</c:v>
                </c:pt>
                <c:pt idx="3216">
                  <c:v>7</c:v>
                </c:pt>
                <c:pt idx="3217">
                  <c:v>0</c:v>
                </c:pt>
                <c:pt idx="3218">
                  <c:v>28</c:v>
                </c:pt>
                <c:pt idx="3219">
                  <c:v>0</c:v>
                </c:pt>
                <c:pt idx="3220">
                  <c:v>0</c:v>
                </c:pt>
                <c:pt idx="3221">
                  <c:v>8</c:v>
                </c:pt>
                <c:pt idx="3222">
                  <c:v>22</c:v>
                </c:pt>
                <c:pt idx="3223">
                  <c:v>0</c:v>
                </c:pt>
                <c:pt idx="3224">
                  <c:v>0</c:v>
                </c:pt>
                <c:pt idx="3225">
                  <c:v>0</c:v>
                </c:pt>
                <c:pt idx="3226">
                  <c:v>2</c:v>
                </c:pt>
                <c:pt idx="3227">
                  <c:v>3</c:v>
                </c:pt>
                <c:pt idx="3228">
                  <c:v>0</c:v>
                </c:pt>
                <c:pt idx="3229">
                  <c:v>0</c:v>
                </c:pt>
                <c:pt idx="3230">
                  <c:v>0</c:v>
                </c:pt>
                <c:pt idx="3231">
                  <c:v>0</c:v>
                </c:pt>
                <c:pt idx="3232">
                  <c:v>0</c:v>
                </c:pt>
                <c:pt idx="3233">
                  <c:v>0</c:v>
                </c:pt>
                <c:pt idx="3234">
                  <c:v>0</c:v>
                </c:pt>
                <c:pt idx="3235">
                  <c:v>0</c:v>
                </c:pt>
                <c:pt idx="3236">
                  <c:v>30</c:v>
                </c:pt>
                <c:pt idx="3237">
                  <c:v>112</c:v>
                </c:pt>
                <c:pt idx="3238">
                  <c:v>0</c:v>
                </c:pt>
                <c:pt idx="3239">
                  <c:v>10</c:v>
                </c:pt>
                <c:pt idx="3240">
                  <c:v>0</c:v>
                </c:pt>
                <c:pt idx="3241">
                  <c:v>0</c:v>
                </c:pt>
                <c:pt idx="3242">
                  <c:v>9</c:v>
                </c:pt>
                <c:pt idx="3243">
                  <c:v>0</c:v>
                </c:pt>
                <c:pt idx="3244">
                  <c:v>0</c:v>
                </c:pt>
                <c:pt idx="3245">
                  <c:v>0</c:v>
                </c:pt>
                <c:pt idx="3246">
                  <c:v>56</c:v>
                </c:pt>
                <c:pt idx="3247">
                  <c:v>0</c:v>
                </c:pt>
                <c:pt idx="3248">
                  <c:v>0</c:v>
                </c:pt>
                <c:pt idx="3249">
                  <c:v>2</c:v>
                </c:pt>
                <c:pt idx="3250">
                  <c:v>0</c:v>
                </c:pt>
                <c:pt idx="3251">
                  <c:v>20</c:v>
                </c:pt>
                <c:pt idx="3252">
                  <c:v>3</c:v>
                </c:pt>
                <c:pt idx="3253">
                  <c:v>105</c:v>
                </c:pt>
                <c:pt idx="3254">
                  <c:v>14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12</c:v>
                </c:pt>
                <c:pt idx="3265">
                  <c:v>0</c:v>
                </c:pt>
                <c:pt idx="3266">
                  <c:v>0</c:v>
                </c:pt>
                <c:pt idx="3267">
                  <c:v>0</c:v>
                </c:pt>
                <c:pt idx="3268">
                  <c:v>17</c:v>
                </c:pt>
                <c:pt idx="3269">
                  <c:v>120</c:v>
                </c:pt>
                <c:pt idx="3270">
                  <c:v>0</c:v>
                </c:pt>
                <c:pt idx="3271">
                  <c:v>0</c:v>
                </c:pt>
                <c:pt idx="3272">
                  <c:v>52</c:v>
                </c:pt>
                <c:pt idx="3273">
                  <c:v>168</c:v>
                </c:pt>
                <c:pt idx="3274">
                  <c:v>0</c:v>
                </c:pt>
                <c:pt idx="3275">
                  <c:v>122</c:v>
                </c:pt>
                <c:pt idx="3276">
                  <c:v>0</c:v>
                </c:pt>
                <c:pt idx="3277">
                  <c:v>1</c:v>
                </c:pt>
                <c:pt idx="3278">
                  <c:v>38</c:v>
                </c:pt>
                <c:pt idx="3279">
                  <c:v>19</c:v>
                </c:pt>
                <c:pt idx="3280">
                  <c:v>90</c:v>
                </c:pt>
                <c:pt idx="3281">
                  <c:v>0</c:v>
                </c:pt>
                <c:pt idx="3282">
                  <c:v>0</c:v>
                </c:pt>
                <c:pt idx="3283">
                  <c:v>20</c:v>
                </c:pt>
                <c:pt idx="3284">
                  <c:v>1</c:v>
                </c:pt>
                <c:pt idx="3285">
                  <c:v>30</c:v>
                </c:pt>
                <c:pt idx="3286">
                  <c:v>6</c:v>
                </c:pt>
                <c:pt idx="3287">
                  <c:v>1</c:v>
                </c:pt>
                <c:pt idx="3288">
                  <c:v>0</c:v>
                </c:pt>
                <c:pt idx="3289">
                  <c:v>0</c:v>
                </c:pt>
                <c:pt idx="3290">
                  <c:v>0</c:v>
                </c:pt>
                <c:pt idx="3291">
                  <c:v>0</c:v>
                </c:pt>
                <c:pt idx="3292">
                  <c:v>160</c:v>
                </c:pt>
                <c:pt idx="3293">
                  <c:v>0</c:v>
                </c:pt>
                <c:pt idx="3294">
                  <c:v>3</c:v>
                </c:pt>
                <c:pt idx="3295">
                  <c:v>0</c:v>
                </c:pt>
                <c:pt idx="3296">
                  <c:v>0</c:v>
                </c:pt>
                <c:pt idx="3297">
                  <c:v>5</c:v>
                </c:pt>
                <c:pt idx="3298">
                  <c:v>0</c:v>
                </c:pt>
                <c:pt idx="3299">
                  <c:v>19</c:v>
                </c:pt>
                <c:pt idx="3300">
                  <c:v>0</c:v>
                </c:pt>
                <c:pt idx="3301">
                  <c:v>12</c:v>
                </c:pt>
                <c:pt idx="3302">
                  <c:v>0</c:v>
                </c:pt>
                <c:pt idx="3303">
                  <c:v>0</c:v>
                </c:pt>
                <c:pt idx="3304">
                  <c:v>180</c:v>
                </c:pt>
                <c:pt idx="3305">
                  <c:v>56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40</c:v>
                </c:pt>
                <c:pt idx="3310">
                  <c:v>86</c:v>
                </c:pt>
                <c:pt idx="3311">
                  <c:v>0</c:v>
                </c:pt>
                <c:pt idx="3312">
                  <c:v>81</c:v>
                </c:pt>
                <c:pt idx="3313">
                  <c:v>52</c:v>
                </c:pt>
                <c:pt idx="3314">
                  <c:v>0</c:v>
                </c:pt>
                <c:pt idx="3315">
                  <c:v>168</c:v>
                </c:pt>
                <c:pt idx="3316">
                  <c:v>112</c:v>
                </c:pt>
                <c:pt idx="3317">
                  <c:v>0</c:v>
                </c:pt>
                <c:pt idx="3318">
                  <c:v>0</c:v>
                </c:pt>
                <c:pt idx="3319">
                  <c:v>30</c:v>
                </c:pt>
                <c:pt idx="3320">
                  <c:v>0</c:v>
                </c:pt>
                <c:pt idx="3321">
                  <c:v>28</c:v>
                </c:pt>
                <c:pt idx="3322">
                  <c:v>0</c:v>
                </c:pt>
                <c:pt idx="3323">
                  <c:v>0</c:v>
                </c:pt>
                <c:pt idx="3324">
                  <c:v>0</c:v>
                </c:pt>
                <c:pt idx="3325">
                  <c:v>0</c:v>
                </c:pt>
                <c:pt idx="3326">
                  <c:v>204</c:v>
                </c:pt>
                <c:pt idx="3327">
                  <c:v>42</c:v>
                </c:pt>
                <c:pt idx="3328">
                  <c:v>14</c:v>
                </c:pt>
                <c:pt idx="3329">
                  <c:v>0</c:v>
                </c:pt>
                <c:pt idx="3330">
                  <c:v>300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6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9</c:v>
                </c:pt>
                <c:pt idx="3343">
                  <c:v>16</c:v>
                </c:pt>
                <c:pt idx="3344">
                  <c:v>196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0</c:v>
                </c:pt>
                <c:pt idx="3349">
                  <c:v>0</c:v>
                </c:pt>
                <c:pt idx="3350">
                  <c:v>0</c:v>
                </c:pt>
                <c:pt idx="3351">
                  <c:v>16</c:v>
                </c:pt>
                <c:pt idx="3352">
                  <c:v>0</c:v>
                </c:pt>
                <c:pt idx="3353">
                  <c:v>0</c:v>
                </c:pt>
                <c:pt idx="3354">
                  <c:v>0</c:v>
                </c:pt>
                <c:pt idx="3355">
                  <c:v>0</c:v>
                </c:pt>
                <c:pt idx="3356">
                  <c:v>1</c:v>
                </c:pt>
                <c:pt idx="3357">
                  <c:v>51</c:v>
                </c:pt>
                <c:pt idx="3358">
                  <c:v>0</c:v>
                </c:pt>
                <c:pt idx="3359">
                  <c:v>84</c:v>
                </c:pt>
                <c:pt idx="3360">
                  <c:v>0</c:v>
                </c:pt>
                <c:pt idx="3361">
                  <c:v>0</c:v>
                </c:pt>
                <c:pt idx="3362">
                  <c:v>0</c:v>
                </c:pt>
                <c:pt idx="3363">
                  <c:v>0</c:v>
                </c:pt>
                <c:pt idx="3364">
                  <c:v>2</c:v>
                </c:pt>
                <c:pt idx="3365">
                  <c:v>22</c:v>
                </c:pt>
                <c:pt idx="3366">
                  <c:v>12</c:v>
                </c:pt>
                <c:pt idx="3367">
                  <c:v>0</c:v>
                </c:pt>
                <c:pt idx="3368">
                  <c:v>25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1</c:v>
                </c:pt>
                <c:pt idx="3380">
                  <c:v>0</c:v>
                </c:pt>
                <c:pt idx="3381">
                  <c:v>0</c:v>
                </c:pt>
                <c:pt idx="3382">
                  <c:v>120</c:v>
                </c:pt>
                <c:pt idx="3383">
                  <c:v>6</c:v>
                </c:pt>
                <c:pt idx="3384">
                  <c:v>150</c:v>
                </c:pt>
                <c:pt idx="3385">
                  <c:v>0</c:v>
                </c:pt>
                <c:pt idx="3386">
                  <c:v>16</c:v>
                </c:pt>
                <c:pt idx="3387">
                  <c:v>0</c:v>
                </c:pt>
                <c:pt idx="3388">
                  <c:v>58</c:v>
                </c:pt>
                <c:pt idx="3389">
                  <c:v>0</c:v>
                </c:pt>
                <c:pt idx="3390">
                  <c:v>2</c:v>
                </c:pt>
                <c:pt idx="3391">
                  <c:v>0</c:v>
                </c:pt>
                <c:pt idx="3392">
                  <c:v>56</c:v>
                </c:pt>
                <c:pt idx="3393">
                  <c:v>0</c:v>
                </c:pt>
                <c:pt idx="3394">
                  <c:v>0</c:v>
                </c:pt>
                <c:pt idx="3395">
                  <c:v>0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1</c:v>
                </c:pt>
                <c:pt idx="3402">
                  <c:v>8</c:v>
                </c:pt>
                <c:pt idx="3403">
                  <c:v>60</c:v>
                </c:pt>
                <c:pt idx="3404">
                  <c:v>0</c:v>
                </c:pt>
                <c:pt idx="3405">
                  <c:v>20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2</c:v>
                </c:pt>
                <c:pt idx="3412">
                  <c:v>0</c:v>
                </c:pt>
                <c:pt idx="3413">
                  <c:v>0</c:v>
                </c:pt>
                <c:pt idx="3414">
                  <c:v>8</c:v>
                </c:pt>
                <c:pt idx="3415">
                  <c:v>2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0</c:v>
                </c:pt>
                <c:pt idx="3421">
                  <c:v>0</c:v>
                </c:pt>
                <c:pt idx="3422">
                  <c:v>5</c:v>
                </c:pt>
                <c:pt idx="3423">
                  <c:v>586</c:v>
                </c:pt>
                <c:pt idx="3424">
                  <c:v>78</c:v>
                </c:pt>
                <c:pt idx="3425">
                  <c:v>186</c:v>
                </c:pt>
                <c:pt idx="3426">
                  <c:v>0</c:v>
                </c:pt>
                <c:pt idx="3427">
                  <c:v>90</c:v>
                </c:pt>
                <c:pt idx="3428">
                  <c:v>0</c:v>
                </c:pt>
                <c:pt idx="3429">
                  <c:v>112</c:v>
                </c:pt>
                <c:pt idx="3430">
                  <c:v>0</c:v>
                </c:pt>
                <c:pt idx="3431">
                  <c:v>102</c:v>
                </c:pt>
                <c:pt idx="3432">
                  <c:v>270</c:v>
                </c:pt>
                <c:pt idx="3433">
                  <c:v>4</c:v>
                </c:pt>
                <c:pt idx="3434">
                  <c:v>0</c:v>
                </c:pt>
                <c:pt idx="3435">
                  <c:v>0</c:v>
                </c:pt>
                <c:pt idx="3436">
                  <c:v>0</c:v>
                </c:pt>
                <c:pt idx="3437">
                  <c:v>32</c:v>
                </c:pt>
                <c:pt idx="3438">
                  <c:v>52</c:v>
                </c:pt>
                <c:pt idx="3439">
                  <c:v>0</c:v>
                </c:pt>
                <c:pt idx="3440">
                  <c:v>36</c:v>
                </c:pt>
                <c:pt idx="3441">
                  <c:v>2</c:v>
                </c:pt>
                <c:pt idx="3442">
                  <c:v>0</c:v>
                </c:pt>
                <c:pt idx="3443">
                  <c:v>4</c:v>
                </c:pt>
                <c:pt idx="3444">
                  <c:v>0</c:v>
                </c:pt>
                <c:pt idx="3445">
                  <c:v>2</c:v>
                </c:pt>
                <c:pt idx="3446">
                  <c:v>14</c:v>
                </c:pt>
                <c:pt idx="3447">
                  <c:v>2</c:v>
                </c:pt>
                <c:pt idx="3448">
                  <c:v>4</c:v>
                </c:pt>
                <c:pt idx="3449">
                  <c:v>0</c:v>
                </c:pt>
                <c:pt idx="3450">
                  <c:v>30</c:v>
                </c:pt>
                <c:pt idx="3451">
                  <c:v>1</c:v>
                </c:pt>
                <c:pt idx="3452">
                  <c:v>0</c:v>
                </c:pt>
                <c:pt idx="3453">
                  <c:v>0</c:v>
                </c:pt>
                <c:pt idx="3454">
                  <c:v>28</c:v>
                </c:pt>
                <c:pt idx="3455">
                  <c:v>133</c:v>
                </c:pt>
                <c:pt idx="3456">
                  <c:v>40</c:v>
                </c:pt>
                <c:pt idx="3457">
                  <c:v>64</c:v>
                </c:pt>
                <c:pt idx="3458">
                  <c:v>0</c:v>
                </c:pt>
                <c:pt idx="3459">
                  <c:v>0</c:v>
                </c:pt>
                <c:pt idx="3460">
                  <c:v>22</c:v>
                </c:pt>
                <c:pt idx="3461">
                  <c:v>146</c:v>
                </c:pt>
                <c:pt idx="3462">
                  <c:v>0</c:v>
                </c:pt>
                <c:pt idx="3463">
                  <c:v>0</c:v>
                </c:pt>
                <c:pt idx="3464">
                  <c:v>7</c:v>
                </c:pt>
                <c:pt idx="3465">
                  <c:v>0</c:v>
                </c:pt>
                <c:pt idx="3466">
                  <c:v>0</c:v>
                </c:pt>
                <c:pt idx="3467">
                  <c:v>0</c:v>
                </c:pt>
                <c:pt idx="3468">
                  <c:v>0</c:v>
                </c:pt>
                <c:pt idx="3469">
                  <c:v>86</c:v>
                </c:pt>
                <c:pt idx="3470">
                  <c:v>120</c:v>
                </c:pt>
                <c:pt idx="3471">
                  <c:v>1</c:v>
                </c:pt>
                <c:pt idx="3472">
                  <c:v>3</c:v>
                </c:pt>
                <c:pt idx="3473">
                  <c:v>0</c:v>
                </c:pt>
                <c:pt idx="3474">
                  <c:v>2</c:v>
                </c:pt>
                <c:pt idx="3475">
                  <c:v>40</c:v>
                </c:pt>
                <c:pt idx="3476">
                  <c:v>40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</c:v>
                </c:pt>
                <c:pt idx="3486">
                  <c:v>0</c:v>
                </c:pt>
                <c:pt idx="3487">
                  <c:v>1</c:v>
                </c:pt>
                <c:pt idx="3488">
                  <c:v>1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4</c:v>
                </c:pt>
                <c:pt idx="3493">
                  <c:v>0</c:v>
                </c:pt>
                <c:pt idx="3494">
                  <c:v>1</c:v>
                </c:pt>
                <c:pt idx="3495">
                  <c:v>0</c:v>
                </c:pt>
                <c:pt idx="3496">
                  <c:v>2</c:v>
                </c:pt>
                <c:pt idx="3497">
                  <c:v>1</c:v>
                </c:pt>
                <c:pt idx="3498">
                  <c:v>0</c:v>
                </c:pt>
                <c:pt idx="3499">
                  <c:v>14</c:v>
                </c:pt>
                <c:pt idx="3500">
                  <c:v>52</c:v>
                </c:pt>
                <c:pt idx="3501">
                  <c:v>60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</c:v>
                </c:pt>
                <c:pt idx="3506">
                  <c:v>520</c:v>
                </c:pt>
                <c:pt idx="3507">
                  <c:v>0</c:v>
                </c:pt>
                <c:pt idx="3508">
                  <c:v>28</c:v>
                </c:pt>
                <c:pt idx="3509">
                  <c:v>0</c:v>
                </c:pt>
                <c:pt idx="3510">
                  <c:v>0</c:v>
                </c:pt>
                <c:pt idx="3511">
                  <c:v>0</c:v>
                </c:pt>
                <c:pt idx="3512">
                  <c:v>52</c:v>
                </c:pt>
                <c:pt idx="3513">
                  <c:v>0</c:v>
                </c:pt>
                <c:pt idx="3514">
                  <c:v>2</c:v>
                </c:pt>
                <c:pt idx="3515">
                  <c:v>60</c:v>
                </c:pt>
                <c:pt idx="3516">
                  <c:v>81</c:v>
                </c:pt>
                <c:pt idx="3517">
                  <c:v>175</c:v>
                </c:pt>
                <c:pt idx="3518">
                  <c:v>0</c:v>
                </c:pt>
                <c:pt idx="3519">
                  <c:v>690</c:v>
                </c:pt>
                <c:pt idx="3520">
                  <c:v>0</c:v>
                </c:pt>
                <c:pt idx="3521">
                  <c:v>42</c:v>
                </c:pt>
                <c:pt idx="3522">
                  <c:v>0</c:v>
                </c:pt>
                <c:pt idx="3523">
                  <c:v>0</c:v>
                </c:pt>
                <c:pt idx="3524">
                  <c:v>0</c:v>
                </c:pt>
                <c:pt idx="3525">
                  <c:v>0</c:v>
                </c:pt>
                <c:pt idx="3526">
                  <c:v>0</c:v>
                </c:pt>
                <c:pt idx="3527">
                  <c:v>240</c:v>
                </c:pt>
                <c:pt idx="3528">
                  <c:v>0</c:v>
                </c:pt>
                <c:pt idx="3529">
                  <c:v>50</c:v>
                </c:pt>
                <c:pt idx="3530">
                  <c:v>336</c:v>
                </c:pt>
                <c:pt idx="3531">
                  <c:v>4</c:v>
                </c:pt>
                <c:pt idx="3532">
                  <c:v>0</c:v>
                </c:pt>
                <c:pt idx="3533">
                  <c:v>32</c:v>
                </c:pt>
                <c:pt idx="3534">
                  <c:v>54</c:v>
                </c:pt>
                <c:pt idx="3535">
                  <c:v>0</c:v>
                </c:pt>
                <c:pt idx="3536">
                  <c:v>156</c:v>
                </c:pt>
                <c:pt idx="3537">
                  <c:v>100</c:v>
                </c:pt>
                <c:pt idx="3538">
                  <c:v>1</c:v>
                </c:pt>
                <c:pt idx="3539">
                  <c:v>42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1</c:v>
                </c:pt>
                <c:pt idx="3547">
                  <c:v>63</c:v>
                </c:pt>
                <c:pt idx="3548">
                  <c:v>0</c:v>
                </c:pt>
                <c:pt idx="3549">
                  <c:v>45</c:v>
                </c:pt>
                <c:pt idx="3550">
                  <c:v>0</c:v>
                </c:pt>
                <c:pt idx="3551">
                  <c:v>10</c:v>
                </c:pt>
                <c:pt idx="3552">
                  <c:v>0</c:v>
                </c:pt>
                <c:pt idx="3553">
                  <c:v>0</c:v>
                </c:pt>
                <c:pt idx="3554">
                  <c:v>14</c:v>
                </c:pt>
                <c:pt idx="3555">
                  <c:v>80</c:v>
                </c:pt>
                <c:pt idx="3556">
                  <c:v>16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168</c:v>
                </c:pt>
                <c:pt idx="3564">
                  <c:v>3</c:v>
                </c:pt>
                <c:pt idx="3565">
                  <c:v>1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1</c:v>
                </c:pt>
                <c:pt idx="3572">
                  <c:v>0</c:v>
                </c:pt>
                <c:pt idx="3573">
                  <c:v>0</c:v>
                </c:pt>
                <c:pt idx="3574">
                  <c:v>82</c:v>
                </c:pt>
                <c:pt idx="3575">
                  <c:v>7</c:v>
                </c:pt>
                <c:pt idx="3576">
                  <c:v>0</c:v>
                </c:pt>
                <c:pt idx="3577">
                  <c:v>0</c:v>
                </c:pt>
                <c:pt idx="3578">
                  <c:v>1</c:v>
                </c:pt>
                <c:pt idx="3579">
                  <c:v>110</c:v>
                </c:pt>
                <c:pt idx="3580">
                  <c:v>8</c:v>
                </c:pt>
                <c:pt idx="3581">
                  <c:v>0</c:v>
                </c:pt>
                <c:pt idx="3582">
                  <c:v>52</c:v>
                </c:pt>
                <c:pt idx="3583">
                  <c:v>0</c:v>
                </c:pt>
                <c:pt idx="3584">
                  <c:v>12</c:v>
                </c:pt>
                <c:pt idx="3585">
                  <c:v>0</c:v>
                </c:pt>
                <c:pt idx="3586">
                  <c:v>0</c:v>
                </c:pt>
                <c:pt idx="3587">
                  <c:v>56</c:v>
                </c:pt>
                <c:pt idx="3588">
                  <c:v>28</c:v>
                </c:pt>
                <c:pt idx="3589">
                  <c:v>0</c:v>
                </c:pt>
                <c:pt idx="3590">
                  <c:v>0</c:v>
                </c:pt>
                <c:pt idx="3591">
                  <c:v>36</c:v>
                </c:pt>
                <c:pt idx="3592">
                  <c:v>0</c:v>
                </c:pt>
                <c:pt idx="3593">
                  <c:v>0</c:v>
                </c:pt>
                <c:pt idx="3594">
                  <c:v>6</c:v>
                </c:pt>
                <c:pt idx="3595">
                  <c:v>32</c:v>
                </c:pt>
                <c:pt idx="3596">
                  <c:v>4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109</c:v>
                </c:pt>
                <c:pt idx="3601">
                  <c:v>8</c:v>
                </c:pt>
                <c:pt idx="3602">
                  <c:v>24</c:v>
                </c:pt>
                <c:pt idx="3603">
                  <c:v>0</c:v>
                </c:pt>
                <c:pt idx="3604">
                  <c:v>42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2</c:v>
                </c:pt>
                <c:pt idx="3609">
                  <c:v>60</c:v>
                </c:pt>
                <c:pt idx="3610">
                  <c:v>22</c:v>
                </c:pt>
                <c:pt idx="3611">
                  <c:v>25</c:v>
                </c:pt>
                <c:pt idx="3612">
                  <c:v>29</c:v>
                </c:pt>
                <c:pt idx="3613">
                  <c:v>35</c:v>
                </c:pt>
                <c:pt idx="3614">
                  <c:v>70</c:v>
                </c:pt>
                <c:pt idx="3615">
                  <c:v>0</c:v>
                </c:pt>
                <c:pt idx="3616">
                  <c:v>0</c:v>
                </c:pt>
                <c:pt idx="3617">
                  <c:v>16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100</c:v>
                </c:pt>
                <c:pt idx="3622">
                  <c:v>0</c:v>
                </c:pt>
                <c:pt idx="3623">
                  <c:v>0</c:v>
                </c:pt>
                <c:pt idx="3624">
                  <c:v>0</c:v>
                </c:pt>
                <c:pt idx="3625">
                  <c:v>0</c:v>
                </c:pt>
                <c:pt idx="3626">
                  <c:v>0</c:v>
                </c:pt>
                <c:pt idx="3627">
                  <c:v>42</c:v>
                </c:pt>
                <c:pt idx="3628">
                  <c:v>0</c:v>
                </c:pt>
                <c:pt idx="3629">
                  <c:v>0</c:v>
                </c:pt>
                <c:pt idx="3630">
                  <c:v>0</c:v>
                </c:pt>
                <c:pt idx="3631">
                  <c:v>32</c:v>
                </c:pt>
                <c:pt idx="3632">
                  <c:v>2</c:v>
                </c:pt>
                <c:pt idx="3633">
                  <c:v>0</c:v>
                </c:pt>
                <c:pt idx="3634">
                  <c:v>18</c:v>
                </c:pt>
                <c:pt idx="3635">
                  <c:v>2</c:v>
                </c:pt>
                <c:pt idx="3636">
                  <c:v>140</c:v>
                </c:pt>
                <c:pt idx="3637">
                  <c:v>40</c:v>
                </c:pt>
                <c:pt idx="3638">
                  <c:v>6</c:v>
                </c:pt>
                <c:pt idx="3639">
                  <c:v>31</c:v>
                </c:pt>
                <c:pt idx="3640">
                  <c:v>0</c:v>
                </c:pt>
                <c:pt idx="3641">
                  <c:v>0</c:v>
                </c:pt>
                <c:pt idx="3642">
                  <c:v>32</c:v>
                </c:pt>
                <c:pt idx="3643">
                  <c:v>0</c:v>
                </c:pt>
                <c:pt idx="3644">
                  <c:v>0</c:v>
                </c:pt>
                <c:pt idx="3645">
                  <c:v>150</c:v>
                </c:pt>
                <c:pt idx="3646">
                  <c:v>0</c:v>
                </c:pt>
                <c:pt idx="3647">
                  <c:v>0</c:v>
                </c:pt>
                <c:pt idx="3648">
                  <c:v>8</c:v>
                </c:pt>
                <c:pt idx="3649">
                  <c:v>0</c:v>
                </c:pt>
                <c:pt idx="3650">
                  <c:v>0</c:v>
                </c:pt>
                <c:pt idx="3651">
                  <c:v>0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0</c:v>
                </c:pt>
                <c:pt idx="3657">
                  <c:v>0</c:v>
                </c:pt>
                <c:pt idx="3658">
                  <c:v>30</c:v>
                </c:pt>
                <c:pt idx="3659">
                  <c:v>0</c:v>
                </c:pt>
                <c:pt idx="3660">
                  <c:v>90</c:v>
                </c:pt>
                <c:pt idx="3661">
                  <c:v>0</c:v>
                </c:pt>
                <c:pt idx="3662">
                  <c:v>24</c:v>
                </c:pt>
                <c:pt idx="3663">
                  <c:v>0</c:v>
                </c:pt>
                <c:pt idx="3664">
                  <c:v>0</c:v>
                </c:pt>
                <c:pt idx="3665">
                  <c:v>168</c:v>
                </c:pt>
                <c:pt idx="3666">
                  <c:v>26</c:v>
                </c:pt>
                <c:pt idx="3667">
                  <c:v>0</c:v>
                </c:pt>
                <c:pt idx="3668">
                  <c:v>0</c:v>
                </c:pt>
                <c:pt idx="3669">
                  <c:v>1</c:v>
                </c:pt>
                <c:pt idx="3670">
                  <c:v>3</c:v>
                </c:pt>
                <c:pt idx="3671">
                  <c:v>0</c:v>
                </c:pt>
                <c:pt idx="3672">
                  <c:v>0</c:v>
                </c:pt>
                <c:pt idx="3673">
                  <c:v>45</c:v>
                </c:pt>
                <c:pt idx="3674">
                  <c:v>0</c:v>
                </c:pt>
                <c:pt idx="3675">
                  <c:v>0</c:v>
                </c:pt>
                <c:pt idx="3676">
                  <c:v>150</c:v>
                </c:pt>
                <c:pt idx="3677">
                  <c:v>7</c:v>
                </c:pt>
                <c:pt idx="3678">
                  <c:v>20</c:v>
                </c:pt>
                <c:pt idx="3679">
                  <c:v>6</c:v>
                </c:pt>
                <c:pt idx="3680">
                  <c:v>14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5</c:v>
                </c:pt>
                <c:pt idx="3685">
                  <c:v>0</c:v>
                </c:pt>
                <c:pt idx="3686">
                  <c:v>6</c:v>
                </c:pt>
                <c:pt idx="3687">
                  <c:v>180</c:v>
                </c:pt>
                <c:pt idx="3688">
                  <c:v>0</c:v>
                </c:pt>
                <c:pt idx="3689">
                  <c:v>0</c:v>
                </c:pt>
                <c:pt idx="3690">
                  <c:v>38</c:v>
                </c:pt>
                <c:pt idx="3691">
                  <c:v>20</c:v>
                </c:pt>
                <c:pt idx="3692">
                  <c:v>196</c:v>
                </c:pt>
                <c:pt idx="3693">
                  <c:v>21</c:v>
                </c:pt>
                <c:pt idx="3694">
                  <c:v>2</c:v>
                </c:pt>
                <c:pt idx="3695">
                  <c:v>31</c:v>
                </c:pt>
                <c:pt idx="3696">
                  <c:v>0</c:v>
                </c:pt>
                <c:pt idx="3697">
                  <c:v>0</c:v>
                </c:pt>
                <c:pt idx="3698">
                  <c:v>6</c:v>
                </c:pt>
                <c:pt idx="3699">
                  <c:v>0</c:v>
                </c:pt>
                <c:pt idx="3700">
                  <c:v>0</c:v>
                </c:pt>
                <c:pt idx="3701">
                  <c:v>54</c:v>
                </c:pt>
                <c:pt idx="3702">
                  <c:v>0</c:v>
                </c:pt>
                <c:pt idx="3703">
                  <c:v>23</c:v>
                </c:pt>
                <c:pt idx="3704">
                  <c:v>162</c:v>
                </c:pt>
                <c:pt idx="3705">
                  <c:v>49</c:v>
                </c:pt>
                <c:pt idx="3706">
                  <c:v>24</c:v>
                </c:pt>
                <c:pt idx="3707">
                  <c:v>0</c:v>
                </c:pt>
                <c:pt idx="3708">
                  <c:v>3</c:v>
                </c:pt>
                <c:pt idx="3709">
                  <c:v>0</c:v>
                </c:pt>
                <c:pt idx="3710">
                  <c:v>0</c:v>
                </c:pt>
                <c:pt idx="3711">
                  <c:v>10</c:v>
                </c:pt>
                <c:pt idx="3712">
                  <c:v>0</c:v>
                </c:pt>
                <c:pt idx="3713">
                  <c:v>29</c:v>
                </c:pt>
                <c:pt idx="3714">
                  <c:v>11</c:v>
                </c:pt>
                <c:pt idx="3715">
                  <c:v>9</c:v>
                </c:pt>
                <c:pt idx="3716">
                  <c:v>33</c:v>
                </c:pt>
                <c:pt idx="3717">
                  <c:v>22</c:v>
                </c:pt>
                <c:pt idx="3718">
                  <c:v>2</c:v>
                </c:pt>
                <c:pt idx="3719">
                  <c:v>13</c:v>
                </c:pt>
                <c:pt idx="3720">
                  <c:v>12</c:v>
                </c:pt>
                <c:pt idx="3721">
                  <c:v>3</c:v>
                </c:pt>
                <c:pt idx="3722">
                  <c:v>0</c:v>
                </c:pt>
                <c:pt idx="3723">
                  <c:v>1</c:v>
                </c:pt>
                <c:pt idx="3724">
                  <c:v>11</c:v>
                </c:pt>
                <c:pt idx="3725">
                  <c:v>28</c:v>
                </c:pt>
                <c:pt idx="3726">
                  <c:v>11</c:v>
                </c:pt>
                <c:pt idx="3727">
                  <c:v>0</c:v>
                </c:pt>
                <c:pt idx="3728">
                  <c:v>22</c:v>
                </c:pt>
                <c:pt idx="3729">
                  <c:v>0</c:v>
                </c:pt>
                <c:pt idx="3730">
                  <c:v>40</c:v>
                </c:pt>
                <c:pt idx="3731">
                  <c:v>0</c:v>
                </c:pt>
                <c:pt idx="3732">
                  <c:v>36</c:v>
                </c:pt>
                <c:pt idx="3733">
                  <c:v>26</c:v>
                </c:pt>
                <c:pt idx="3734">
                  <c:v>0</c:v>
                </c:pt>
                <c:pt idx="3735">
                  <c:v>8</c:v>
                </c:pt>
                <c:pt idx="3736">
                  <c:v>4</c:v>
                </c:pt>
                <c:pt idx="3737">
                  <c:v>15</c:v>
                </c:pt>
                <c:pt idx="3738">
                  <c:v>0</c:v>
                </c:pt>
                <c:pt idx="3739">
                  <c:v>20</c:v>
                </c:pt>
                <c:pt idx="3740">
                  <c:v>0</c:v>
                </c:pt>
                <c:pt idx="3741">
                  <c:v>3</c:v>
                </c:pt>
                <c:pt idx="3742">
                  <c:v>37</c:v>
                </c:pt>
                <c:pt idx="3743">
                  <c:v>4</c:v>
                </c:pt>
                <c:pt idx="3744">
                  <c:v>0</c:v>
                </c:pt>
                <c:pt idx="3745">
                  <c:v>0</c:v>
                </c:pt>
                <c:pt idx="3746">
                  <c:v>16</c:v>
                </c:pt>
                <c:pt idx="3747">
                  <c:v>30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</c:v>
                </c:pt>
                <c:pt idx="3753">
                  <c:v>0</c:v>
                </c:pt>
                <c:pt idx="3754">
                  <c:v>1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4</c:v>
                </c:pt>
                <c:pt idx="3759">
                  <c:v>8</c:v>
                </c:pt>
                <c:pt idx="3760">
                  <c:v>0</c:v>
                </c:pt>
                <c:pt idx="3761">
                  <c:v>28</c:v>
                </c:pt>
                <c:pt idx="3762">
                  <c:v>48</c:v>
                </c:pt>
                <c:pt idx="3763">
                  <c:v>0</c:v>
                </c:pt>
                <c:pt idx="3764">
                  <c:v>330</c:v>
                </c:pt>
                <c:pt idx="3765">
                  <c:v>0</c:v>
                </c:pt>
                <c:pt idx="3766">
                  <c:v>75</c:v>
                </c:pt>
                <c:pt idx="3767">
                  <c:v>0</c:v>
                </c:pt>
                <c:pt idx="3768">
                  <c:v>0</c:v>
                </c:pt>
                <c:pt idx="3769">
                  <c:v>21</c:v>
                </c:pt>
                <c:pt idx="3770">
                  <c:v>84</c:v>
                </c:pt>
                <c:pt idx="3771">
                  <c:v>70</c:v>
                </c:pt>
                <c:pt idx="3772">
                  <c:v>2</c:v>
                </c:pt>
                <c:pt idx="3773">
                  <c:v>1</c:v>
                </c:pt>
                <c:pt idx="3774">
                  <c:v>0</c:v>
                </c:pt>
                <c:pt idx="3775">
                  <c:v>0</c:v>
                </c:pt>
                <c:pt idx="3776">
                  <c:v>5</c:v>
                </c:pt>
                <c:pt idx="3777">
                  <c:v>0</c:v>
                </c:pt>
                <c:pt idx="3778">
                  <c:v>0</c:v>
                </c:pt>
                <c:pt idx="3779">
                  <c:v>3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40</c:v>
                </c:pt>
                <c:pt idx="3784">
                  <c:v>0</c:v>
                </c:pt>
                <c:pt idx="3785">
                  <c:v>16</c:v>
                </c:pt>
                <c:pt idx="3786">
                  <c:v>0</c:v>
                </c:pt>
                <c:pt idx="3787">
                  <c:v>0</c:v>
                </c:pt>
                <c:pt idx="3788">
                  <c:v>0</c:v>
                </c:pt>
                <c:pt idx="3789">
                  <c:v>150</c:v>
                </c:pt>
                <c:pt idx="3790">
                  <c:v>14</c:v>
                </c:pt>
                <c:pt idx="3791">
                  <c:v>0</c:v>
                </c:pt>
                <c:pt idx="3792">
                  <c:v>0</c:v>
                </c:pt>
                <c:pt idx="3793">
                  <c:v>1</c:v>
                </c:pt>
                <c:pt idx="3794">
                  <c:v>0</c:v>
                </c:pt>
                <c:pt idx="3795">
                  <c:v>57</c:v>
                </c:pt>
                <c:pt idx="3796">
                  <c:v>55</c:v>
                </c:pt>
                <c:pt idx="3797">
                  <c:v>90</c:v>
                </c:pt>
                <c:pt idx="3798">
                  <c:v>16</c:v>
                </c:pt>
                <c:pt idx="3799">
                  <c:v>0</c:v>
                </c:pt>
                <c:pt idx="3800">
                  <c:v>0</c:v>
                </c:pt>
                <c:pt idx="3801">
                  <c:v>0</c:v>
                </c:pt>
                <c:pt idx="3802">
                  <c:v>0</c:v>
                </c:pt>
                <c:pt idx="3803">
                  <c:v>6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120</c:v>
                </c:pt>
                <c:pt idx="3810">
                  <c:v>19</c:v>
                </c:pt>
                <c:pt idx="3811">
                  <c:v>7</c:v>
                </c:pt>
                <c:pt idx="3812">
                  <c:v>10</c:v>
                </c:pt>
                <c:pt idx="3813">
                  <c:v>0</c:v>
                </c:pt>
                <c:pt idx="3814">
                  <c:v>0</c:v>
                </c:pt>
                <c:pt idx="3815">
                  <c:v>0</c:v>
                </c:pt>
                <c:pt idx="3816">
                  <c:v>0</c:v>
                </c:pt>
                <c:pt idx="3817">
                  <c:v>12</c:v>
                </c:pt>
                <c:pt idx="3818">
                  <c:v>168</c:v>
                </c:pt>
                <c:pt idx="3819">
                  <c:v>112</c:v>
                </c:pt>
                <c:pt idx="3820">
                  <c:v>0</c:v>
                </c:pt>
                <c:pt idx="3821">
                  <c:v>0</c:v>
                </c:pt>
                <c:pt idx="3822">
                  <c:v>50</c:v>
                </c:pt>
                <c:pt idx="3823">
                  <c:v>2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24</c:v>
                </c:pt>
                <c:pt idx="3830">
                  <c:v>0</c:v>
                </c:pt>
                <c:pt idx="3831">
                  <c:v>0</c:v>
                </c:pt>
                <c:pt idx="3832">
                  <c:v>20</c:v>
                </c:pt>
                <c:pt idx="3833">
                  <c:v>15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3</c:v>
                </c:pt>
                <c:pt idx="3841">
                  <c:v>3</c:v>
                </c:pt>
                <c:pt idx="3842">
                  <c:v>42</c:v>
                </c:pt>
                <c:pt idx="3843">
                  <c:v>0</c:v>
                </c:pt>
                <c:pt idx="3844">
                  <c:v>40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0</c:v>
                </c:pt>
                <c:pt idx="3849">
                  <c:v>16</c:v>
                </c:pt>
                <c:pt idx="3850">
                  <c:v>0</c:v>
                </c:pt>
                <c:pt idx="3851">
                  <c:v>14</c:v>
                </c:pt>
                <c:pt idx="3852">
                  <c:v>0</c:v>
                </c:pt>
                <c:pt idx="3853">
                  <c:v>0</c:v>
                </c:pt>
                <c:pt idx="3854">
                  <c:v>150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60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2</c:v>
                </c:pt>
                <c:pt idx="3866">
                  <c:v>1</c:v>
                </c:pt>
                <c:pt idx="3867">
                  <c:v>0</c:v>
                </c:pt>
                <c:pt idx="3868">
                  <c:v>14</c:v>
                </c:pt>
                <c:pt idx="3869">
                  <c:v>3</c:v>
                </c:pt>
                <c:pt idx="3870">
                  <c:v>0</c:v>
                </c:pt>
                <c:pt idx="3871">
                  <c:v>4</c:v>
                </c:pt>
                <c:pt idx="3872">
                  <c:v>0</c:v>
                </c:pt>
                <c:pt idx="3873">
                  <c:v>4</c:v>
                </c:pt>
                <c:pt idx="3874">
                  <c:v>27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28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2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6</c:v>
                </c:pt>
                <c:pt idx="3889">
                  <c:v>37</c:v>
                </c:pt>
                <c:pt idx="3890">
                  <c:v>33</c:v>
                </c:pt>
                <c:pt idx="3891">
                  <c:v>42</c:v>
                </c:pt>
                <c:pt idx="3892">
                  <c:v>42</c:v>
                </c:pt>
                <c:pt idx="3893">
                  <c:v>60</c:v>
                </c:pt>
                <c:pt idx="3894">
                  <c:v>84</c:v>
                </c:pt>
                <c:pt idx="3895">
                  <c:v>15</c:v>
                </c:pt>
                <c:pt idx="3896">
                  <c:v>42</c:v>
                </c:pt>
                <c:pt idx="3897">
                  <c:v>14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0</c:v>
                </c:pt>
                <c:pt idx="3902">
                  <c:v>0</c:v>
                </c:pt>
                <c:pt idx="3903">
                  <c:v>0</c:v>
                </c:pt>
                <c:pt idx="3904">
                  <c:v>1</c:v>
                </c:pt>
                <c:pt idx="3905">
                  <c:v>0</c:v>
                </c:pt>
                <c:pt idx="3906">
                  <c:v>8</c:v>
                </c:pt>
                <c:pt idx="3907">
                  <c:v>12</c:v>
                </c:pt>
                <c:pt idx="3908">
                  <c:v>0</c:v>
                </c:pt>
                <c:pt idx="3909">
                  <c:v>172</c:v>
                </c:pt>
                <c:pt idx="3910">
                  <c:v>0</c:v>
                </c:pt>
                <c:pt idx="3911">
                  <c:v>5</c:v>
                </c:pt>
                <c:pt idx="3912">
                  <c:v>38</c:v>
                </c:pt>
                <c:pt idx="3913">
                  <c:v>30</c:v>
                </c:pt>
                <c:pt idx="3914">
                  <c:v>0</c:v>
                </c:pt>
                <c:pt idx="3915">
                  <c:v>35</c:v>
                </c:pt>
                <c:pt idx="3916">
                  <c:v>10</c:v>
                </c:pt>
                <c:pt idx="3917">
                  <c:v>5</c:v>
                </c:pt>
                <c:pt idx="3918">
                  <c:v>0</c:v>
                </c:pt>
                <c:pt idx="3919">
                  <c:v>0</c:v>
                </c:pt>
                <c:pt idx="3920">
                  <c:v>54</c:v>
                </c:pt>
                <c:pt idx="3921">
                  <c:v>2</c:v>
                </c:pt>
                <c:pt idx="3922">
                  <c:v>0</c:v>
                </c:pt>
                <c:pt idx="3923">
                  <c:v>2</c:v>
                </c:pt>
                <c:pt idx="3924">
                  <c:v>45</c:v>
                </c:pt>
                <c:pt idx="3925">
                  <c:v>2</c:v>
                </c:pt>
                <c:pt idx="3926">
                  <c:v>9</c:v>
                </c:pt>
                <c:pt idx="3927">
                  <c:v>54</c:v>
                </c:pt>
                <c:pt idx="3928">
                  <c:v>210</c:v>
                </c:pt>
                <c:pt idx="3929">
                  <c:v>17</c:v>
                </c:pt>
                <c:pt idx="3930">
                  <c:v>8</c:v>
                </c:pt>
                <c:pt idx="3931">
                  <c:v>8</c:v>
                </c:pt>
                <c:pt idx="3932">
                  <c:v>120</c:v>
                </c:pt>
                <c:pt idx="3933">
                  <c:v>0</c:v>
                </c:pt>
                <c:pt idx="3934">
                  <c:v>48</c:v>
                </c:pt>
                <c:pt idx="3935">
                  <c:v>0</c:v>
                </c:pt>
                <c:pt idx="3936">
                  <c:v>0</c:v>
                </c:pt>
                <c:pt idx="3937">
                  <c:v>48</c:v>
                </c:pt>
                <c:pt idx="3938">
                  <c:v>0</c:v>
                </c:pt>
                <c:pt idx="3939">
                  <c:v>0</c:v>
                </c:pt>
                <c:pt idx="3940">
                  <c:v>126</c:v>
                </c:pt>
                <c:pt idx="3941">
                  <c:v>42</c:v>
                </c:pt>
                <c:pt idx="3942">
                  <c:v>0</c:v>
                </c:pt>
                <c:pt idx="3943">
                  <c:v>330</c:v>
                </c:pt>
                <c:pt idx="3944">
                  <c:v>0</c:v>
                </c:pt>
                <c:pt idx="3945">
                  <c:v>42</c:v>
                </c:pt>
                <c:pt idx="3946">
                  <c:v>8</c:v>
                </c:pt>
                <c:pt idx="3947">
                  <c:v>0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0</c:v>
                </c:pt>
                <c:pt idx="3952">
                  <c:v>0</c:v>
                </c:pt>
                <c:pt idx="3953">
                  <c:v>12</c:v>
                </c:pt>
                <c:pt idx="3954">
                  <c:v>0</c:v>
                </c:pt>
                <c:pt idx="3955">
                  <c:v>0</c:v>
                </c:pt>
                <c:pt idx="3956">
                  <c:v>9</c:v>
                </c:pt>
                <c:pt idx="3957">
                  <c:v>0</c:v>
                </c:pt>
                <c:pt idx="3958">
                  <c:v>15</c:v>
                </c:pt>
                <c:pt idx="3959">
                  <c:v>0</c:v>
                </c:pt>
                <c:pt idx="3960">
                  <c:v>0</c:v>
                </c:pt>
                <c:pt idx="3961">
                  <c:v>2</c:v>
                </c:pt>
                <c:pt idx="3962">
                  <c:v>0</c:v>
                </c:pt>
                <c:pt idx="3963">
                  <c:v>26</c:v>
                </c:pt>
                <c:pt idx="3964">
                  <c:v>0</c:v>
                </c:pt>
                <c:pt idx="3965">
                  <c:v>15</c:v>
                </c:pt>
                <c:pt idx="3966">
                  <c:v>0</c:v>
                </c:pt>
                <c:pt idx="3967">
                  <c:v>2</c:v>
                </c:pt>
                <c:pt idx="3968">
                  <c:v>2</c:v>
                </c:pt>
                <c:pt idx="3969">
                  <c:v>2</c:v>
                </c:pt>
                <c:pt idx="3970">
                  <c:v>2</c:v>
                </c:pt>
                <c:pt idx="3971">
                  <c:v>15</c:v>
                </c:pt>
                <c:pt idx="3972">
                  <c:v>44</c:v>
                </c:pt>
                <c:pt idx="3973">
                  <c:v>16</c:v>
                </c:pt>
                <c:pt idx="3974">
                  <c:v>0</c:v>
                </c:pt>
                <c:pt idx="3975">
                  <c:v>0</c:v>
                </c:pt>
                <c:pt idx="3976">
                  <c:v>48</c:v>
                </c:pt>
                <c:pt idx="3977">
                  <c:v>14</c:v>
                </c:pt>
                <c:pt idx="3978">
                  <c:v>14</c:v>
                </c:pt>
                <c:pt idx="3979">
                  <c:v>5</c:v>
                </c:pt>
                <c:pt idx="3980">
                  <c:v>31</c:v>
                </c:pt>
                <c:pt idx="3981">
                  <c:v>3</c:v>
                </c:pt>
                <c:pt idx="3982">
                  <c:v>9</c:v>
                </c:pt>
                <c:pt idx="3983">
                  <c:v>0</c:v>
                </c:pt>
                <c:pt idx="3984">
                  <c:v>0</c:v>
                </c:pt>
                <c:pt idx="3985">
                  <c:v>10</c:v>
                </c:pt>
                <c:pt idx="3986">
                  <c:v>26</c:v>
                </c:pt>
                <c:pt idx="3987">
                  <c:v>0</c:v>
                </c:pt>
                <c:pt idx="3988">
                  <c:v>2</c:v>
                </c:pt>
                <c:pt idx="3989">
                  <c:v>15</c:v>
                </c:pt>
                <c:pt idx="3990">
                  <c:v>0</c:v>
                </c:pt>
                <c:pt idx="3991">
                  <c:v>8</c:v>
                </c:pt>
                <c:pt idx="3992">
                  <c:v>10</c:v>
                </c:pt>
                <c:pt idx="3993">
                  <c:v>60</c:v>
                </c:pt>
                <c:pt idx="3994">
                  <c:v>105</c:v>
                </c:pt>
                <c:pt idx="3995">
                  <c:v>0</c:v>
                </c:pt>
                <c:pt idx="3996">
                  <c:v>72</c:v>
                </c:pt>
                <c:pt idx="3997">
                  <c:v>5</c:v>
                </c:pt>
                <c:pt idx="3998">
                  <c:v>3</c:v>
                </c:pt>
                <c:pt idx="3999">
                  <c:v>0</c:v>
                </c:pt>
                <c:pt idx="4000">
                  <c:v>7</c:v>
                </c:pt>
                <c:pt idx="4001">
                  <c:v>18</c:v>
                </c:pt>
                <c:pt idx="4002">
                  <c:v>23</c:v>
                </c:pt>
                <c:pt idx="4003">
                  <c:v>0</c:v>
                </c:pt>
                <c:pt idx="4004">
                  <c:v>14</c:v>
                </c:pt>
                <c:pt idx="4005">
                  <c:v>17</c:v>
                </c:pt>
                <c:pt idx="4006">
                  <c:v>16</c:v>
                </c:pt>
                <c:pt idx="4007">
                  <c:v>11</c:v>
                </c:pt>
                <c:pt idx="4008">
                  <c:v>20</c:v>
                </c:pt>
                <c:pt idx="4009">
                  <c:v>7</c:v>
                </c:pt>
                <c:pt idx="4010">
                  <c:v>60</c:v>
                </c:pt>
                <c:pt idx="4011">
                  <c:v>0</c:v>
                </c:pt>
                <c:pt idx="4012">
                  <c:v>0</c:v>
                </c:pt>
                <c:pt idx="4013">
                  <c:v>19</c:v>
                </c:pt>
                <c:pt idx="4014">
                  <c:v>29</c:v>
                </c:pt>
                <c:pt idx="4015">
                  <c:v>0</c:v>
                </c:pt>
                <c:pt idx="4016">
                  <c:v>10</c:v>
                </c:pt>
                <c:pt idx="4017">
                  <c:v>16</c:v>
                </c:pt>
                <c:pt idx="4018">
                  <c:v>0</c:v>
                </c:pt>
                <c:pt idx="4019">
                  <c:v>10</c:v>
                </c:pt>
                <c:pt idx="4020">
                  <c:v>12</c:v>
                </c:pt>
                <c:pt idx="4021">
                  <c:v>19</c:v>
                </c:pt>
                <c:pt idx="4022">
                  <c:v>0</c:v>
                </c:pt>
                <c:pt idx="4023">
                  <c:v>28</c:v>
                </c:pt>
                <c:pt idx="4024">
                  <c:v>0</c:v>
                </c:pt>
                <c:pt idx="4025">
                  <c:v>0</c:v>
                </c:pt>
                <c:pt idx="4026">
                  <c:v>1</c:v>
                </c:pt>
                <c:pt idx="4027">
                  <c:v>4</c:v>
                </c:pt>
                <c:pt idx="4028">
                  <c:v>0</c:v>
                </c:pt>
                <c:pt idx="4029">
                  <c:v>0</c:v>
                </c:pt>
                <c:pt idx="4030">
                  <c:v>0</c:v>
                </c:pt>
                <c:pt idx="4031">
                  <c:v>0</c:v>
                </c:pt>
                <c:pt idx="4032">
                  <c:v>168</c:v>
                </c:pt>
                <c:pt idx="4033">
                  <c:v>15</c:v>
                </c:pt>
                <c:pt idx="4034">
                  <c:v>150</c:v>
                </c:pt>
                <c:pt idx="4035">
                  <c:v>0</c:v>
                </c:pt>
                <c:pt idx="4036">
                  <c:v>0</c:v>
                </c:pt>
                <c:pt idx="4037">
                  <c:v>0</c:v>
                </c:pt>
                <c:pt idx="4038">
                  <c:v>22</c:v>
                </c:pt>
                <c:pt idx="4039">
                  <c:v>120</c:v>
                </c:pt>
                <c:pt idx="4040">
                  <c:v>0</c:v>
                </c:pt>
                <c:pt idx="4041">
                  <c:v>330</c:v>
                </c:pt>
                <c:pt idx="4042">
                  <c:v>77</c:v>
                </c:pt>
                <c:pt idx="4043">
                  <c:v>0</c:v>
                </c:pt>
                <c:pt idx="4044">
                  <c:v>22</c:v>
                </c:pt>
                <c:pt idx="4045">
                  <c:v>0</c:v>
                </c:pt>
                <c:pt idx="4046">
                  <c:v>13</c:v>
                </c:pt>
                <c:pt idx="4047">
                  <c:v>15</c:v>
                </c:pt>
                <c:pt idx="4048">
                  <c:v>25</c:v>
                </c:pt>
                <c:pt idx="4049">
                  <c:v>0</c:v>
                </c:pt>
                <c:pt idx="4050">
                  <c:v>4</c:v>
                </c:pt>
                <c:pt idx="4051">
                  <c:v>0</c:v>
                </c:pt>
                <c:pt idx="4052">
                  <c:v>0</c:v>
                </c:pt>
                <c:pt idx="4053">
                  <c:v>0</c:v>
                </c:pt>
                <c:pt idx="4054">
                  <c:v>0</c:v>
                </c:pt>
                <c:pt idx="4055">
                  <c:v>0</c:v>
                </c:pt>
                <c:pt idx="4056">
                  <c:v>4</c:v>
                </c:pt>
                <c:pt idx="4057">
                  <c:v>0</c:v>
                </c:pt>
                <c:pt idx="4058">
                  <c:v>120</c:v>
                </c:pt>
                <c:pt idx="4059">
                  <c:v>0</c:v>
                </c:pt>
                <c:pt idx="4060">
                  <c:v>6</c:v>
                </c:pt>
                <c:pt idx="4061">
                  <c:v>28</c:v>
                </c:pt>
                <c:pt idx="4062">
                  <c:v>0</c:v>
                </c:pt>
                <c:pt idx="4063">
                  <c:v>39</c:v>
                </c:pt>
                <c:pt idx="4064">
                  <c:v>2</c:v>
                </c:pt>
                <c:pt idx="4065">
                  <c:v>10</c:v>
                </c:pt>
                <c:pt idx="4066">
                  <c:v>0</c:v>
                </c:pt>
                <c:pt idx="4067">
                  <c:v>0</c:v>
                </c:pt>
                <c:pt idx="4068">
                  <c:v>0</c:v>
                </c:pt>
                <c:pt idx="4069">
                  <c:v>10</c:v>
                </c:pt>
                <c:pt idx="4070">
                  <c:v>11</c:v>
                </c:pt>
                <c:pt idx="4071">
                  <c:v>10</c:v>
                </c:pt>
                <c:pt idx="4072">
                  <c:v>1</c:v>
                </c:pt>
                <c:pt idx="4073">
                  <c:v>189</c:v>
                </c:pt>
                <c:pt idx="4074">
                  <c:v>200</c:v>
                </c:pt>
                <c:pt idx="4075">
                  <c:v>0</c:v>
                </c:pt>
                <c:pt idx="4076">
                  <c:v>14</c:v>
                </c:pt>
                <c:pt idx="4077">
                  <c:v>7</c:v>
                </c:pt>
                <c:pt idx="4078">
                  <c:v>0</c:v>
                </c:pt>
                <c:pt idx="4079">
                  <c:v>1</c:v>
                </c:pt>
                <c:pt idx="4080">
                  <c:v>0</c:v>
                </c:pt>
                <c:pt idx="4081">
                  <c:v>50</c:v>
                </c:pt>
                <c:pt idx="4082">
                  <c:v>12</c:v>
                </c:pt>
                <c:pt idx="4083">
                  <c:v>0</c:v>
                </c:pt>
                <c:pt idx="4084">
                  <c:v>0</c:v>
                </c:pt>
                <c:pt idx="4085">
                  <c:v>72</c:v>
                </c:pt>
                <c:pt idx="4086">
                  <c:v>0</c:v>
                </c:pt>
                <c:pt idx="4087">
                  <c:v>0</c:v>
                </c:pt>
                <c:pt idx="4088">
                  <c:v>35</c:v>
                </c:pt>
                <c:pt idx="4089">
                  <c:v>18</c:v>
                </c:pt>
                <c:pt idx="4090">
                  <c:v>0</c:v>
                </c:pt>
                <c:pt idx="4091">
                  <c:v>0</c:v>
                </c:pt>
                <c:pt idx="4092">
                  <c:v>0</c:v>
                </c:pt>
                <c:pt idx="4093">
                  <c:v>84</c:v>
                </c:pt>
                <c:pt idx="4094">
                  <c:v>700</c:v>
                </c:pt>
                <c:pt idx="4095">
                  <c:v>0</c:v>
                </c:pt>
                <c:pt idx="4096">
                  <c:v>0</c:v>
                </c:pt>
                <c:pt idx="4097">
                  <c:v>5</c:v>
                </c:pt>
                <c:pt idx="4098">
                  <c:v>27</c:v>
                </c:pt>
                <c:pt idx="4099">
                  <c:v>0</c:v>
                </c:pt>
                <c:pt idx="4100">
                  <c:v>0</c:v>
                </c:pt>
                <c:pt idx="4101">
                  <c:v>1</c:v>
                </c:pt>
                <c:pt idx="4102">
                  <c:v>6</c:v>
                </c:pt>
                <c:pt idx="4103">
                  <c:v>84</c:v>
                </c:pt>
                <c:pt idx="4104">
                  <c:v>52</c:v>
                </c:pt>
                <c:pt idx="4105">
                  <c:v>0</c:v>
                </c:pt>
                <c:pt idx="4106">
                  <c:v>20</c:v>
                </c:pt>
                <c:pt idx="4107">
                  <c:v>2</c:v>
                </c:pt>
                <c:pt idx="4108">
                  <c:v>0</c:v>
                </c:pt>
                <c:pt idx="4109">
                  <c:v>0</c:v>
                </c:pt>
                <c:pt idx="4110">
                  <c:v>20</c:v>
                </c:pt>
                <c:pt idx="4111">
                  <c:v>0</c:v>
                </c:pt>
                <c:pt idx="4112">
                  <c:v>8</c:v>
                </c:pt>
                <c:pt idx="4113">
                  <c:v>39</c:v>
                </c:pt>
                <c:pt idx="4114">
                  <c:v>15</c:v>
                </c:pt>
                <c:pt idx="4115">
                  <c:v>30</c:v>
                </c:pt>
                <c:pt idx="4116">
                  <c:v>20</c:v>
                </c:pt>
                <c:pt idx="4117">
                  <c:v>0</c:v>
                </c:pt>
                <c:pt idx="4118">
                  <c:v>141</c:v>
                </c:pt>
                <c:pt idx="4119">
                  <c:v>0</c:v>
                </c:pt>
                <c:pt idx="4120">
                  <c:v>79</c:v>
                </c:pt>
                <c:pt idx="4121">
                  <c:v>6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0</c:v>
                </c:pt>
                <c:pt idx="4126">
                  <c:v>0</c:v>
                </c:pt>
                <c:pt idx="4127">
                  <c:v>19</c:v>
                </c:pt>
                <c:pt idx="4128">
                  <c:v>0</c:v>
                </c:pt>
                <c:pt idx="4129">
                  <c:v>30</c:v>
                </c:pt>
                <c:pt idx="4130">
                  <c:v>20</c:v>
                </c:pt>
                <c:pt idx="4131">
                  <c:v>75</c:v>
                </c:pt>
                <c:pt idx="4132">
                  <c:v>116</c:v>
                </c:pt>
                <c:pt idx="4133">
                  <c:v>0</c:v>
                </c:pt>
                <c:pt idx="4134">
                  <c:v>0</c:v>
                </c:pt>
                <c:pt idx="4135">
                  <c:v>150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72</c:v>
                </c:pt>
                <c:pt idx="4140">
                  <c:v>0</c:v>
                </c:pt>
                <c:pt idx="4141">
                  <c:v>0</c:v>
                </c:pt>
                <c:pt idx="4142">
                  <c:v>120</c:v>
                </c:pt>
                <c:pt idx="4143">
                  <c:v>38</c:v>
                </c:pt>
                <c:pt idx="4144">
                  <c:v>2</c:v>
                </c:pt>
                <c:pt idx="4145">
                  <c:v>112</c:v>
                </c:pt>
                <c:pt idx="4146">
                  <c:v>0</c:v>
                </c:pt>
                <c:pt idx="4147">
                  <c:v>18</c:v>
                </c:pt>
                <c:pt idx="4148">
                  <c:v>2</c:v>
                </c:pt>
                <c:pt idx="4149">
                  <c:v>7</c:v>
                </c:pt>
                <c:pt idx="4150">
                  <c:v>60</c:v>
                </c:pt>
                <c:pt idx="4151">
                  <c:v>0</c:v>
                </c:pt>
                <c:pt idx="4152">
                  <c:v>0</c:v>
                </c:pt>
                <c:pt idx="4153">
                  <c:v>7</c:v>
                </c:pt>
                <c:pt idx="4154">
                  <c:v>0</c:v>
                </c:pt>
                <c:pt idx="4155">
                  <c:v>72</c:v>
                </c:pt>
                <c:pt idx="4156">
                  <c:v>49</c:v>
                </c:pt>
                <c:pt idx="4157">
                  <c:v>4</c:v>
                </c:pt>
                <c:pt idx="4158">
                  <c:v>0</c:v>
                </c:pt>
                <c:pt idx="4159">
                  <c:v>0</c:v>
                </c:pt>
                <c:pt idx="4160">
                  <c:v>0</c:v>
                </c:pt>
                <c:pt idx="4161">
                  <c:v>34</c:v>
                </c:pt>
                <c:pt idx="4162">
                  <c:v>0</c:v>
                </c:pt>
                <c:pt idx="4163">
                  <c:v>12</c:v>
                </c:pt>
                <c:pt idx="4164">
                  <c:v>0</c:v>
                </c:pt>
                <c:pt idx="4165">
                  <c:v>84</c:v>
                </c:pt>
                <c:pt idx="4166">
                  <c:v>0</c:v>
                </c:pt>
                <c:pt idx="4167">
                  <c:v>0</c:v>
                </c:pt>
                <c:pt idx="4168">
                  <c:v>0</c:v>
                </c:pt>
                <c:pt idx="4169">
                  <c:v>19</c:v>
                </c:pt>
                <c:pt idx="4170">
                  <c:v>0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</c:v>
                </c:pt>
                <c:pt idx="4175">
                  <c:v>108</c:v>
                </c:pt>
                <c:pt idx="4176">
                  <c:v>0</c:v>
                </c:pt>
                <c:pt idx="4177">
                  <c:v>2</c:v>
                </c:pt>
                <c:pt idx="4178">
                  <c:v>0</c:v>
                </c:pt>
                <c:pt idx="4179">
                  <c:v>75</c:v>
                </c:pt>
                <c:pt idx="4180">
                  <c:v>210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2</c:v>
                </c:pt>
                <c:pt idx="4185">
                  <c:v>0</c:v>
                </c:pt>
                <c:pt idx="4186">
                  <c:v>140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</c:v>
                </c:pt>
                <c:pt idx="4198">
                  <c:v>140</c:v>
                </c:pt>
                <c:pt idx="4199">
                  <c:v>39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23</c:v>
                </c:pt>
                <c:pt idx="4205">
                  <c:v>50</c:v>
                </c:pt>
                <c:pt idx="4206">
                  <c:v>0</c:v>
                </c:pt>
                <c:pt idx="4207">
                  <c:v>1</c:v>
                </c:pt>
                <c:pt idx="4208">
                  <c:v>0</c:v>
                </c:pt>
                <c:pt idx="4209">
                  <c:v>0</c:v>
                </c:pt>
                <c:pt idx="4210">
                  <c:v>0</c:v>
                </c:pt>
                <c:pt idx="4211">
                  <c:v>50</c:v>
                </c:pt>
                <c:pt idx="4212">
                  <c:v>41</c:v>
                </c:pt>
                <c:pt idx="4213">
                  <c:v>12</c:v>
                </c:pt>
                <c:pt idx="4214">
                  <c:v>66</c:v>
                </c:pt>
                <c:pt idx="4215">
                  <c:v>28</c:v>
                </c:pt>
                <c:pt idx="4216">
                  <c:v>0</c:v>
                </c:pt>
                <c:pt idx="4217">
                  <c:v>0</c:v>
                </c:pt>
                <c:pt idx="4218">
                  <c:v>0</c:v>
                </c:pt>
                <c:pt idx="4219">
                  <c:v>0</c:v>
                </c:pt>
                <c:pt idx="4220">
                  <c:v>0</c:v>
                </c:pt>
                <c:pt idx="4221">
                  <c:v>0</c:v>
                </c:pt>
                <c:pt idx="4222">
                  <c:v>0</c:v>
                </c:pt>
                <c:pt idx="4223">
                  <c:v>0</c:v>
                </c:pt>
                <c:pt idx="4224">
                  <c:v>4</c:v>
                </c:pt>
                <c:pt idx="4225">
                  <c:v>2</c:v>
                </c:pt>
                <c:pt idx="4226">
                  <c:v>0</c:v>
                </c:pt>
                <c:pt idx="4227">
                  <c:v>120</c:v>
                </c:pt>
                <c:pt idx="4228">
                  <c:v>0</c:v>
                </c:pt>
                <c:pt idx="4229">
                  <c:v>0</c:v>
                </c:pt>
                <c:pt idx="4230">
                  <c:v>10</c:v>
                </c:pt>
                <c:pt idx="4231">
                  <c:v>0</c:v>
                </c:pt>
                <c:pt idx="4232">
                  <c:v>34</c:v>
                </c:pt>
                <c:pt idx="4233">
                  <c:v>0</c:v>
                </c:pt>
                <c:pt idx="4234">
                  <c:v>0</c:v>
                </c:pt>
                <c:pt idx="4235">
                  <c:v>0</c:v>
                </c:pt>
                <c:pt idx="4236">
                  <c:v>180</c:v>
                </c:pt>
                <c:pt idx="4237">
                  <c:v>0</c:v>
                </c:pt>
                <c:pt idx="4238">
                  <c:v>51</c:v>
                </c:pt>
                <c:pt idx="4239">
                  <c:v>0</c:v>
                </c:pt>
                <c:pt idx="4240">
                  <c:v>0</c:v>
                </c:pt>
                <c:pt idx="4241">
                  <c:v>21</c:v>
                </c:pt>
                <c:pt idx="4242">
                  <c:v>52</c:v>
                </c:pt>
                <c:pt idx="4243">
                  <c:v>0</c:v>
                </c:pt>
                <c:pt idx="4244">
                  <c:v>16</c:v>
                </c:pt>
                <c:pt idx="4245">
                  <c:v>0</c:v>
                </c:pt>
                <c:pt idx="4246">
                  <c:v>0</c:v>
                </c:pt>
                <c:pt idx="4247">
                  <c:v>124</c:v>
                </c:pt>
                <c:pt idx="4248">
                  <c:v>0</c:v>
                </c:pt>
                <c:pt idx="4249">
                  <c:v>180</c:v>
                </c:pt>
                <c:pt idx="4250">
                  <c:v>0</c:v>
                </c:pt>
                <c:pt idx="4251">
                  <c:v>0</c:v>
                </c:pt>
                <c:pt idx="4252">
                  <c:v>60</c:v>
                </c:pt>
                <c:pt idx="4253">
                  <c:v>0</c:v>
                </c:pt>
                <c:pt idx="4254">
                  <c:v>0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210</c:v>
                </c:pt>
                <c:pt idx="4259">
                  <c:v>0</c:v>
                </c:pt>
                <c:pt idx="4260">
                  <c:v>70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0</c:v>
                </c:pt>
                <c:pt idx="4265">
                  <c:v>0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14</c:v>
                </c:pt>
                <c:pt idx="4270">
                  <c:v>8</c:v>
                </c:pt>
                <c:pt idx="4271">
                  <c:v>0</c:v>
                </c:pt>
                <c:pt idx="4272">
                  <c:v>48</c:v>
                </c:pt>
                <c:pt idx="4273">
                  <c:v>0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84</c:v>
                </c:pt>
                <c:pt idx="4281">
                  <c:v>0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9</c:v>
                </c:pt>
                <c:pt idx="4286">
                  <c:v>0</c:v>
                </c:pt>
                <c:pt idx="4287">
                  <c:v>0</c:v>
                </c:pt>
                <c:pt idx="4288">
                  <c:v>0</c:v>
                </c:pt>
                <c:pt idx="4289">
                  <c:v>0</c:v>
                </c:pt>
                <c:pt idx="4290">
                  <c:v>8</c:v>
                </c:pt>
                <c:pt idx="4291">
                  <c:v>18</c:v>
                </c:pt>
                <c:pt idx="4292">
                  <c:v>0</c:v>
                </c:pt>
                <c:pt idx="4293">
                  <c:v>6</c:v>
                </c:pt>
                <c:pt idx="4294">
                  <c:v>0</c:v>
                </c:pt>
                <c:pt idx="4295">
                  <c:v>0</c:v>
                </c:pt>
                <c:pt idx="4296">
                  <c:v>120</c:v>
                </c:pt>
                <c:pt idx="4297">
                  <c:v>77</c:v>
                </c:pt>
                <c:pt idx="4298">
                  <c:v>252</c:v>
                </c:pt>
                <c:pt idx="4299">
                  <c:v>30</c:v>
                </c:pt>
                <c:pt idx="4300">
                  <c:v>0</c:v>
                </c:pt>
                <c:pt idx="4301">
                  <c:v>0</c:v>
                </c:pt>
                <c:pt idx="4302">
                  <c:v>18</c:v>
                </c:pt>
                <c:pt idx="4303">
                  <c:v>90</c:v>
                </c:pt>
                <c:pt idx="4304">
                  <c:v>30</c:v>
                </c:pt>
                <c:pt idx="4305">
                  <c:v>15</c:v>
                </c:pt>
                <c:pt idx="4306">
                  <c:v>0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110</c:v>
                </c:pt>
                <c:pt idx="4311">
                  <c:v>0</c:v>
                </c:pt>
                <c:pt idx="4312">
                  <c:v>0</c:v>
                </c:pt>
                <c:pt idx="4313">
                  <c:v>0</c:v>
                </c:pt>
                <c:pt idx="4314">
                  <c:v>0</c:v>
                </c:pt>
                <c:pt idx="4315">
                  <c:v>1</c:v>
                </c:pt>
                <c:pt idx="4316">
                  <c:v>9</c:v>
                </c:pt>
                <c:pt idx="4317">
                  <c:v>38</c:v>
                </c:pt>
                <c:pt idx="4318">
                  <c:v>0</c:v>
                </c:pt>
                <c:pt idx="4319">
                  <c:v>0</c:v>
                </c:pt>
                <c:pt idx="4320">
                  <c:v>7</c:v>
                </c:pt>
                <c:pt idx="4321">
                  <c:v>18</c:v>
                </c:pt>
                <c:pt idx="4322">
                  <c:v>0</c:v>
                </c:pt>
                <c:pt idx="4323">
                  <c:v>0</c:v>
                </c:pt>
                <c:pt idx="4324">
                  <c:v>1</c:v>
                </c:pt>
                <c:pt idx="4325">
                  <c:v>0</c:v>
                </c:pt>
                <c:pt idx="4326">
                  <c:v>44</c:v>
                </c:pt>
                <c:pt idx="4327">
                  <c:v>5</c:v>
                </c:pt>
                <c:pt idx="4328">
                  <c:v>20</c:v>
                </c:pt>
                <c:pt idx="4329">
                  <c:v>0</c:v>
                </c:pt>
                <c:pt idx="4330">
                  <c:v>0</c:v>
                </c:pt>
                <c:pt idx="4331">
                  <c:v>20</c:v>
                </c:pt>
                <c:pt idx="4332">
                  <c:v>0</c:v>
                </c:pt>
                <c:pt idx="4333">
                  <c:v>1</c:v>
                </c:pt>
                <c:pt idx="4334">
                  <c:v>0</c:v>
                </c:pt>
                <c:pt idx="4335">
                  <c:v>0</c:v>
                </c:pt>
                <c:pt idx="4336">
                  <c:v>0</c:v>
                </c:pt>
                <c:pt idx="4337">
                  <c:v>0</c:v>
                </c:pt>
                <c:pt idx="4338">
                  <c:v>1</c:v>
                </c:pt>
                <c:pt idx="4339">
                  <c:v>0</c:v>
                </c:pt>
                <c:pt idx="4340">
                  <c:v>0</c:v>
                </c:pt>
                <c:pt idx="4341">
                  <c:v>0</c:v>
                </c:pt>
                <c:pt idx="4342">
                  <c:v>1</c:v>
                </c:pt>
                <c:pt idx="4343">
                  <c:v>21</c:v>
                </c:pt>
                <c:pt idx="4344">
                  <c:v>0</c:v>
                </c:pt>
                <c:pt idx="4345">
                  <c:v>0</c:v>
                </c:pt>
                <c:pt idx="4346">
                  <c:v>0</c:v>
                </c:pt>
                <c:pt idx="4347">
                  <c:v>90</c:v>
                </c:pt>
                <c:pt idx="4348">
                  <c:v>0</c:v>
                </c:pt>
                <c:pt idx="4349">
                  <c:v>0</c:v>
                </c:pt>
                <c:pt idx="4350">
                  <c:v>0</c:v>
                </c:pt>
                <c:pt idx="4351">
                  <c:v>2</c:v>
                </c:pt>
                <c:pt idx="4352">
                  <c:v>0</c:v>
                </c:pt>
                <c:pt idx="4353">
                  <c:v>0</c:v>
                </c:pt>
                <c:pt idx="4354">
                  <c:v>0</c:v>
                </c:pt>
                <c:pt idx="4355">
                  <c:v>5</c:v>
                </c:pt>
                <c:pt idx="4356">
                  <c:v>3</c:v>
                </c:pt>
                <c:pt idx="4357">
                  <c:v>0</c:v>
                </c:pt>
                <c:pt idx="4358">
                  <c:v>0</c:v>
                </c:pt>
                <c:pt idx="4359">
                  <c:v>1</c:v>
                </c:pt>
                <c:pt idx="4360">
                  <c:v>0</c:v>
                </c:pt>
                <c:pt idx="4361">
                  <c:v>1</c:v>
                </c:pt>
                <c:pt idx="4362">
                  <c:v>1</c:v>
                </c:pt>
                <c:pt idx="4363">
                  <c:v>0</c:v>
                </c:pt>
                <c:pt idx="4364">
                  <c:v>3</c:v>
                </c:pt>
                <c:pt idx="4365">
                  <c:v>4</c:v>
                </c:pt>
                <c:pt idx="4366">
                  <c:v>71</c:v>
                </c:pt>
                <c:pt idx="4367">
                  <c:v>0</c:v>
                </c:pt>
                <c:pt idx="4368">
                  <c:v>0</c:v>
                </c:pt>
                <c:pt idx="4369">
                  <c:v>4</c:v>
                </c:pt>
                <c:pt idx="4370">
                  <c:v>0</c:v>
                </c:pt>
                <c:pt idx="4371">
                  <c:v>0</c:v>
                </c:pt>
                <c:pt idx="4372">
                  <c:v>7</c:v>
                </c:pt>
                <c:pt idx="4373">
                  <c:v>0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308</c:v>
                </c:pt>
                <c:pt idx="4378">
                  <c:v>20</c:v>
                </c:pt>
                <c:pt idx="4379">
                  <c:v>0</c:v>
                </c:pt>
                <c:pt idx="4380">
                  <c:v>13</c:v>
                </c:pt>
                <c:pt idx="4381">
                  <c:v>0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20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62</c:v>
                </c:pt>
                <c:pt idx="4394">
                  <c:v>112</c:v>
                </c:pt>
                <c:pt idx="4395">
                  <c:v>0</c:v>
                </c:pt>
                <c:pt idx="4396">
                  <c:v>0</c:v>
                </c:pt>
                <c:pt idx="4397">
                  <c:v>0</c:v>
                </c:pt>
                <c:pt idx="4398">
                  <c:v>0</c:v>
                </c:pt>
                <c:pt idx="4399">
                  <c:v>0</c:v>
                </c:pt>
                <c:pt idx="4400">
                  <c:v>0</c:v>
                </c:pt>
                <c:pt idx="4401">
                  <c:v>2</c:v>
                </c:pt>
                <c:pt idx="4402">
                  <c:v>0</c:v>
                </c:pt>
                <c:pt idx="4403">
                  <c:v>34</c:v>
                </c:pt>
                <c:pt idx="4404">
                  <c:v>0</c:v>
                </c:pt>
                <c:pt idx="4405">
                  <c:v>102</c:v>
                </c:pt>
                <c:pt idx="4406">
                  <c:v>2</c:v>
                </c:pt>
                <c:pt idx="4407">
                  <c:v>0</c:v>
                </c:pt>
                <c:pt idx="4408">
                  <c:v>6</c:v>
                </c:pt>
                <c:pt idx="4409">
                  <c:v>0</c:v>
                </c:pt>
                <c:pt idx="4410">
                  <c:v>0</c:v>
                </c:pt>
                <c:pt idx="4411">
                  <c:v>3</c:v>
                </c:pt>
                <c:pt idx="4412">
                  <c:v>0</c:v>
                </c:pt>
                <c:pt idx="4413">
                  <c:v>112</c:v>
                </c:pt>
                <c:pt idx="4414">
                  <c:v>2</c:v>
                </c:pt>
                <c:pt idx="4415">
                  <c:v>0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0</c:v>
                </c:pt>
                <c:pt idx="4420">
                  <c:v>0</c:v>
                </c:pt>
                <c:pt idx="4421">
                  <c:v>0</c:v>
                </c:pt>
                <c:pt idx="4422">
                  <c:v>9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100</c:v>
                </c:pt>
                <c:pt idx="4428">
                  <c:v>0</c:v>
                </c:pt>
                <c:pt idx="4429">
                  <c:v>2</c:v>
                </c:pt>
                <c:pt idx="4430">
                  <c:v>112</c:v>
                </c:pt>
                <c:pt idx="4431">
                  <c:v>0</c:v>
                </c:pt>
                <c:pt idx="4432">
                  <c:v>0</c:v>
                </c:pt>
                <c:pt idx="4433">
                  <c:v>28</c:v>
                </c:pt>
                <c:pt idx="4434">
                  <c:v>6</c:v>
                </c:pt>
                <c:pt idx="4435">
                  <c:v>0</c:v>
                </c:pt>
                <c:pt idx="4436">
                  <c:v>0</c:v>
                </c:pt>
                <c:pt idx="4437">
                  <c:v>0</c:v>
                </c:pt>
                <c:pt idx="4438">
                  <c:v>0</c:v>
                </c:pt>
                <c:pt idx="4439">
                  <c:v>0</c:v>
                </c:pt>
                <c:pt idx="4440">
                  <c:v>0</c:v>
                </c:pt>
                <c:pt idx="4441">
                  <c:v>119</c:v>
                </c:pt>
                <c:pt idx="4442">
                  <c:v>0</c:v>
                </c:pt>
                <c:pt idx="4443">
                  <c:v>0</c:v>
                </c:pt>
                <c:pt idx="4444">
                  <c:v>126</c:v>
                </c:pt>
                <c:pt idx="4445">
                  <c:v>5</c:v>
                </c:pt>
                <c:pt idx="4446">
                  <c:v>0</c:v>
                </c:pt>
                <c:pt idx="4447">
                  <c:v>100</c:v>
                </c:pt>
                <c:pt idx="4448">
                  <c:v>0</c:v>
                </c:pt>
                <c:pt idx="4449">
                  <c:v>0</c:v>
                </c:pt>
                <c:pt idx="4450">
                  <c:v>0</c:v>
                </c:pt>
                <c:pt idx="4451">
                  <c:v>0</c:v>
                </c:pt>
                <c:pt idx="4452">
                  <c:v>0</c:v>
                </c:pt>
                <c:pt idx="4453">
                  <c:v>42</c:v>
                </c:pt>
                <c:pt idx="4454">
                  <c:v>0</c:v>
                </c:pt>
                <c:pt idx="4455">
                  <c:v>12</c:v>
                </c:pt>
                <c:pt idx="4456">
                  <c:v>7</c:v>
                </c:pt>
                <c:pt idx="4457">
                  <c:v>8</c:v>
                </c:pt>
                <c:pt idx="4458">
                  <c:v>0</c:v>
                </c:pt>
                <c:pt idx="4459">
                  <c:v>18</c:v>
                </c:pt>
                <c:pt idx="4460">
                  <c:v>42</c:v>
                </c:pt>
                <c:pt idx="4461">
                  <c:v>0</c:v>
                </c:pt>
                <c:pt idx="4462">
                  <c:v>0</c:v>
                </c:pt>
                <c:pt idx="4463">
                  <c:v>180</c:v>
                </c:pt>
                <c:pt idx="4464">
                  <c:v>0</c:v>
                </c:pt>
                <c:pt idx="4465">
                  <c:v>0</c:v>
                </c:pt>
                <c:pt idx="4466">
                  <c:v>210</c:v>
                </c:pt>
                <c:pt idx="4467">
                  <c:v>0</c:v>
                </c:pt>
                <c:pt idx="4468">
                  <c:v>0</c:v>
                </c:pt>
                <c:pt idx="4469">
                  <c:v>4</c:v>
                </c:pt>
                <c:pt idx="4470">
                  <c:v>60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140</c:v>
                </c:pt>
                <c:pt idx="4475">
                  <c:v>2</c:v>
                </c:pt>
                <c:pt idx="4476">
                  <c:v>0</c:v>
                </c:pt>
                <c:pt idx="4477">
                  <c:v>0</c:v>
                </c:pt>
                <c:pt idx="4478">
                  <c:v>55</c:v>
                </c:pt>
                <c:pt idx="4479">
                  <c:v>0</c:v>
                </c:pt>
                <c:pt idx="4480">
                  <c:v>0</c:v>
                </c:pt>
                <c:pt idx="4481">
                  <c:v>0</c:v>
                </c:pt>
                <c:pt idx="4482">
                  <c:v>0</c:v>
                </c:pt>
                <c:pt idx="4483">
                  <c:v>0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5</c:v>
                </c:pt>
                <c:pt idx="4488">
                  <c:v>0</c:v>
                </c:pt>
                <c:pt idx="4489">
                  <c:v>11</c:v>
                </c:pt>
                <c:pt idx="4490">
                  <c:v>48</c:v>
                </c:pt>
                <c:pt idx="4491">
                  <c:v>29</c:v>
                </c:pt>
                <c:pt idx="4492">
                  <c:v>30</c:v>
                </c:pt>
                <c:pt idx="4493">
                  <c:v>0</c:v>
                </c:pt>
                <c:pt idx="4494">
                  <c:v>0</c:v>
                </c:pt>
                <c:pt idx="4495">
                  <c:v>4</c:v>
                </c:pt>
                <c:pt idx="4496">
                  <c:v>0</c:v>
                </c:pt>
                <c:pt idx="4497">
                  <c:v>0</c:v>
                </c:pt>
                <c:pt idx="4498">
                  <c:v>0</c:v>
                </c:pt>
                <c:pt idx="4499">
                  <c:v>0</c:v>
                </c:pt>
                <c:pt idx="4500">
                  <c:v>21</c:v>
                </c:pt>
                <c:pt idx="4501">
                  <c:v>8</c:v>
                </c:pt>
                <c:pt idx="4502">
                  <c:v>37</c:v>
                </c:pt>
                <c:pt idx="4503">
                  <c:v>16</c:v>
                </c:pt>
                <c:pt idx="4504">
                  <c:v>0</c:v>
                </c:pt>
                <c:pt idx="4505">
                  <c:v>0</c:v>
                </c:pt>
                <c:pt idx="4506">
                  <c:v>63</c:v>
                </c:pt>
                <c:pt idx="4507">
                  <c:v>0</c:v>
                </c:pt>
                <c:pt idx="4508">
                  <c:v>47</c:v>
                </c:pt>
                <c:pt idx="4509">
                  <c:v>0</c:v>
                </c:pt>
                <c:pt idx="4510">
                  <c:v>26</c:v>
                </c:pt>
                <c:pt idx="4511">
                  <c:v>4</c:v>
                </c:pt>
                <c:pt idx="4512">
                  <c:v>0</c:v>
                </c:pt>
                <c:pt idx="4513">
                  <c:v>0</c:v>
                </c:pt>
                <c:pt idx="4514">
                  <c:v>90</c:v>
                </c:pt>
                <c:pt idx="4515">
                  <c:v>0</c:v>
                </c:pt>
                <c:pt idx="4516">
                  <c:v>1</c:v>
                </c:pt>
                <c:pt idx="4517">
                  <c:v>0</c:v>
                </c:pt>
                <c:pt idx="4518">
                  <c:v>0</c:v>
                </c:pt>
                <c:pt idx="4519">
                  <c:v>0</c:v>
                </c:pt>
                <c:pt idx="4520">
                  <c:v>0</c:v>
                </c:pt>
                <c:pt idx="4521">
                  <c:v>10</c:v>
                </c:pt>
                <c:pt idx="4522">
                  <c:v>0</c:v>
                </c:pt>
                <c:pt idx="4523">
                  <c:v>38</c:v>
                </c:pt>
                <c:pt idx="4524">
                  <c:v>0</c:v>
                </c:pt>
                <c:pt idx="4525">
                  <c:v>0</c:v>
                </c:pt>
                <c:pt idx="4526">
                  <c:v>0</c:v>
                </c:pt>
                <c:pt idx="4527">
                  <c:v>50</c:v>
                </c:pt>
                <c:pt idx="4528">
                  <c:v>2</c:v>
                </c:pt>
                <c:pt idx="4529">
                  <c:v>0</c:v>
                </c:pt>
                <c:pt idx="4530">
                  <c:v>0</c:v>
                </c:pt>
                <c:pt idx="4531">
                  <c:v>0</c:v>
                </c:pt>
                <c:pt idx="4532">
                  <c:v>0</c:v>
                </c:pt>
                <c:pt idx="4533">
                  <c:v>0</c:v>
                </c:pt>
                <c:pt idx="4534">
                  <c:v>0</c:v>
                </c:pt>
                <c:pt idx="4535">
                  <c:v>47</c:v>
                </c:pt>
                <c:pt idx="4536">
                  <c:v>0</c:v>
                </c:pt>
                <c:pt idx="4537">
                  <c:v>84</c:v>
                </c:pt>
                <c:pt idx="4538">
                  <c:v>18</c:v>
                </c:pt>
                <c:pt idx="4539">
                  <c:v>31</c:v>
                </c:pt>
                <c:pt idx="4540">
                  <c:v>0</c:v>
                </c:pt>
                <c:pt idx="4541">
                  <c:v>6</c:v>
                </c:pt>
                <c:pt idx="4542">
                  <c:v>42</c:v>
                </c:pt>
                <c:pt idx="4543">
                  <c:v>49</c:v>
                </c:pt>
                <c:pt idx="4544">
                  <c:v>0</c:v>
                </c:pt>
                <c:pt idx="4545">
                  <c:v>0</c:v>
                </c:pt>
                <c:pt idx="4546">
                  <c:v>46</c:v>
                </c:pt>
                <c:pt idx="4547">
                  <c:v>40</c:v>
                </c:pt>
                <c:pt idx="4548">
                  <c:v>120</c:v>
                </c:pt>
                <c:pt idx="4549">
                  <c:v>15</c:v>
                </c:pt>
                <c:pt idx="4550">
                  <c:v>54</c:v>
                </c:pt>
                <c:pt idx="4551">
                  <c:v>165</c:v>
                </c:pt>
                <c:pt idx="4552">
                  <c:v>0</c:v>
                </c:pt>
                <c:pt idx="4553">
                  <c:v>3</c:v>
                </c:pt>
                <c:pt idx="4554">
                  <c:v>140</c:v>
                </c:pt>
                <c:pt idx="4555">
                  <c:v>0</c:v>
                </c:pt>
                <c:pt idx="4556">
                  <c:v>27</c:v>
                </c:pt>
                <c:pt idx="4557">
                  <c:v>25</c:v>
                </c:pt>
                <c:pt idx="4558">
                  <c:v>11</c:v>
                </c:pt>
                <c:pt idx="4559">
                  <c:v>0</c:v>
                </c:pt>
                <c:pt idx="4560">
                  <c:v>150</c:v>
                </c:pt>
                <c:pt idx="4561">
                  <c:v>0</c:v>
                </c:pt>
                <c:pt idx="4562">
                  <c:v>2</c:v>
                </c:pt>
                <c:pt idx="4563">
                  <c:v>0</c:v>
                </c:pt>
                <c:pt idx="4564">
                  <c:v>18</c:v>
                </c:pt>
                <c:pt idx="4565">
                  <c:v>1</c:v>
                </c:pt>
                <c:pt idx="4566">
                  <c:v>30</c:v>
                </c:pt>
                <c:pt idx="4567">
                  <c:v>0</c:v>
                </c:pt>
                <c:pt idx="4568">
                  <c:v>0</c:v>
                </c:pt>
                <c:pt idx="4569">
                  <c:v>25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90</c:v>
                </c:pt>
                <c:pt idx="4578">
                  <c:v>0</c:v>
                </c:pt>
                <c:pt idx="4579">
                  <c:v>16</c:v>
                </c:pt>
                <c:pt idx="4580">
                  <c:v>0</c:v>
                </c:pt>
                <c:pt idx="4581">
                  <c:v>0</c:v>
                </c:pt>
                <c:pt idx="4582">
                  <c:v>0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0</c:v>
                </c:pt>
                <c:pt idx="4587">
                  <c:v>110</c:v>
                </c:pt>
                <c:pt idx="4588">
                  <c:v>0</c:v>
                </c:pt>
                <c:pt idx="4589">
                  <c:v>0</c:v>
                </c:pt>
                <c:pt idx="4590">
                  <c:v>90</c:v>
                </c:pt>
                <c:pt idx="4591">
                  <c:v>13</c:v>
                </c:pt>
                <c:pt idx="4592">
                  <c:v>8</c:v>
                </c:pt>
                <c:pt idx="4593">
                  <c:v>0</c:v>
                </c:pt>
                <c:pt idx="4594">
                  <c:v>9</c:v>
                </c:pt>
                <c:pt idx="4595">
                  <c:v>25</c:v>
                </c:pt>
                <c:pt idx="4596">
                  <c:v>11</c:v>
                </c:pt>
                <c:pt idx="4597">
                  <c:v>0</c:v>
                </c:pt>
                <c:pt idx="4598">
                  <c:v>0</c:v>
                </c:pt>
                <c:pt idx="4599">
                  <c:v>0</c:v>
                </c:pt>
                <c:pt idx="4600">
                  <c:v>30</c:v>
                </c:pt>
                <c:pt idx="4601">
                  <c:v>0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90</c:v>
                </c:pt>
                <c:pt idx="4606">
                  <c:v>84</c:v>
                </c:pt>
                <c:pt idx="4607">
                  <c:v>150</c:v>
                </c:pt>
                <c:pt idx="4608">
                  <c:v>150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35</c:v>
                </c:pt>
                <c:pt idx="4614">
                  <c:v>0</c:v>
                </c:pt>
                <c:pt idx="4615">
                  <c:v>0</c:v>
                </c:pt>
                <c:pt idx="4616">
                  <c:v>59</c:v>
                </c:pt>
                <c:pt idx="4617">
                  <c:v>0</c:v>
                </c:pt>
                <c:pt idx="4618">
                  <c:v>70</c:v>
                </c:pt>
                <c:pt idx="4619">
                  <c:v>7</c:v>
                </c:pt>
                <c:pt idx="4620">
                  <c:v>134</c:v>
                </c:pt>
                <c:pt idx="4621">
                  <c:v>138</c:v>
                </c:pt>
                <c:pt idx="4622">
                  <c:v>13</c:v>
                </c:pt>
                <c:pt idx="4623">
                  <c:v>8</c:v>
                </c:pt>
                <c:pt idx="4624">
                  <c:v>28</c:v>
                </c:pt>
                <c:pt idx="4625">
                  <c:v>0</c:v>
                </c:pt>
                <c:pt idx="4626">
                  <c:v>56</c:v>
                </c:pt>
                <c:pt idx="4627">
                  <c:v>6</c:v>
                </c:pt>
                <c:pt idx="4628">
                  <c:v>10</c:v>
                </c:pt>
                <c:pt idx="4629">
                  <c:v>7</c:v>
                </c:pt>
                <c:pt idx="4630">
                  <c:v>5</c:v>
                </c:pt>
                <c:pt idx="4631">
                  <c:v>24</c:v>
                </c:pt>
                <c:pt idx="4632">
                  <c:v>22</c:v>
                </c:pt>
                <c:pt idx="4633">
                  <c:v>0</c:v>
                </c:pt>
                <c:pt idx="4634">
                  <c:v>63</c:v>
                </c:pt>
                <c:pt idx="4635">
                  <c:v>0</c:v>
                </c:pt>
                <c:pt idx="4636">
                  <c:v>64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6</c:v>
                </c:pt>
                <c:pt idx="4641">
                  <c:v>0</c:v>
                </c:pt>
                <c:pt idx="4642">
                  <c:v>0</c:v>
                </c:pt>
                <c:pt idx="4643">
                  <c:v>3</c:v>
                </c:pt>
                <c:pt idx="4644">
                  <c:v>14</c:v>
                </c:pt>
                <c:pt idx="4645">
                  <c:v>0</c:v>
                </c:pt>
                <c:pt idx="4646">
                  <c:v>28</c:v>
                </c:pt>
                <c:pt idx="4647">
                  <c:v>1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0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39</c:v>
                </c:pt>
                <c:pt idx="4656">
                  <c:v>35</c:v>
                </c:pt>
                <c:pt idx="4657">
                  <c:v>0</c:v>
                </c:pt>
                <c:pt idx="4658">
                  <c:v>2</c:v>
                </c:pt>
                <c:pt idx="4659">
                  <c:v>0</c:v>
                </c:pt>
                <c:pt idx="4660">
                  <c:v>0</c:v>
                </c:pt>
                <c:pt idx="4661">
                  <c:v>1</c:v>
                </c:pt>
                <c:pt idx="4662">
                  <c:v>4</c:v>
                </c:pt>
                <c:pt idx="4663">
                  <c:v>3</c:v>
                </c:pt>
                <c:pt idx="4664">
                  <c:v>21</c:v>
                </c:pt>
                <c:pt idx="4665">
                  <c:v>5</c:v>
                </c:pt>
                <c:pt idx="4666">
                  <c:v>4</c:v>
                </c:pt>
                <c:pt idx="4667">
                  <c:v>4</c:v>
                </c:pt>
                <c:pt idx="4668">
                  <c:v>35</c:v>
                </c:pt>
                <c:pt idx="4669">
                  <c:v>28</c:v>
                </c:pt>
                <c:pt idx="4670">
                  <c:v>92</c:v>
                </c:pt>
                <c:pt idx="4671">
                  <c:v>0</c:v>
                </c:pt>
                <c:pt idx="4672">
                  <c:v>57</c:v>
                </c:pt>
                <c:pt idx="4673">
                  <c:v>150</c:v>
                </c:pt>
                <c:pt idx="4674">
                  <c:v>84</c:v>
                </c:pt>
                <c:pt idx="4675">
                  <c:v>72</c:v>
                </c:pt>
                <c:pt idx="4676">
                  <c:v>120</c:v>
                </c:pt>
                <c:pt idx="4677">
                  <c:v>68</c:v>
                </c:pt>
                <c:pt idx="4678">
                  <c:v>0</c:v>
                </c:pt>
                <c:pt idx="4679">
                  <c:v>0</c:v>
                </c:pt>
                <c:pt idx="4680">
                  <c:v>0</c:v>
                </c:pt>
                <c:pt idx="4681">
                  <c:v>0</c:v>
                </c:pt>
                <c:pt idx="4682">
                  <c:v>0</c:v>
                </c:pt>
                <c:pt idx="4683">
                  <c:v>0</c:v>
                </c:pt>
                <c:pt idx="4684">
                  <c:v>90</c:v>
                </c:pt>
                <c:pt idx="4685">
                  <c:v>112</c:v>
                </c:pt>
                <c:pt idx="4686">
                  <c:v>0</c:v>
                </c:pt>
                <c:pt idx="4687">
                  <c:v>0</c:v>
                </c:pt>
                <c:pt idx="4688">
                  <c:v>0</c:v>
                </c:pt>
                <c:pt idx="4689">
                  <c:v>12</c:v>
                </c:pt>
                <c:pt idx="4690">
                  <c:v>12</c:v>
                </c:pt>
                <c:pt idx="4691">
                  <c:v>10</c:v>
                </c:pt>
                <c:pt idx="4692">
                  <c:v>0</c:v>
                </c:pt>
                <c:pt idx="4693">
                  <c:v>28</c:v>
                </c:pt>
                <c:pt idx="4694">
                  <c:v>0</c:v>
                </c:pt>
                <c:pt idx="4695">
                  <c:v>0</c:v>
                </c:pt>
                <c:pt idx="4696">
                  <c:v>60</c:v>
                </c:pt>
                <c:pt idx="4697">
                  <c:v>108</c:v>
                </c:pt>
                <c:pt idx="4698">
                  <c:v>18</c:v>
                </c:pt>
                <c:pt idx="4699">
                  <c:v>0</c:v>
                </c:pt>
                <c:pt idx="4700">
                  <c:v>0</c:v>
                </c:pt>
                <c:pt idx="4701">
                  <c:v>0</c:v>
                </c:pt>
                <c:pt idx="4702">
                  <c:v>2</c:v>
                </c:pt>
                <c:pt idx="4703">
                  <c:v>4</c:v>
                </c:pt>
                <c:pt idx="4704">
                  <c:v>0</c:v>
                </c:pt>
                <c:pt idx="4705">
                  <c:v>7</c:v>
                </c:pt>
                <c:pt idx="4706">
                  <c:v>0</c:v>
                </c:pt>
                <c:pt idx="4707">
                  <c:v>0</c:v>
                </c:pt>
                <c:pt idx="4708">
                  <c:v>12</c:v>
                </c:pt>
                <c:pt idx="4709">
                  <c:v>1</c:v>
                </c:pt>
                <c:pt idx="4710">
                  <c:v>390</c:v>
                </c:pt>
                <c:pt idx="4711">
                  <c:v>210</c:v>
                </c:pt>
                <c:pt idx="4712">
                  <c:v>15</c:v>
                </c:pt>
                <c:pt idx="4713">
                  <c:v>0</c:v>
                </c:pt>
                <c:pt idx="4714">
                  <c:v>4</c:v>
                </c:pt>
                <c:pt idx="4715">
                  <c:v>240</c:v>
                </c:pt>
                <c:pt idx="4716">
                  <c:v>0</c:v>
                </c:pt>
                <c:pt idx="4717">
                  <c:v>0</c:v>
                </c:pt>
                <c:pt idx="4718">
                  <c:v>32</c:v>
                </c:pt>
                <c:pt idx="4719">
                  <c:v>0</c:v>
                </c:pt>
                <c:pt idx="4720">
                  <c:v>0</c:v>
                </c:pt>
                <c:pt idx="4721">
                  <c:v>54</c:v>
                </c:pt>
                <c:pt idx="4722">
                  <c:v>32</c:v>
                </c:pt>
                <c:pt idx="4723">
                  <c:v>0</c:v>
                </c:pt>
                <c:pt idx="4724">
                  <c:v>4</c:v>
                </c:pt>
                <c:pt idx="4725">
                  <c:v>0</c:v>
                </c:pt>
                <c:pt idx="4726">
                  <c:v>0</c:v>
                </c:pt>
                <c:pt idx="4727">
                  <c:v>26</c:v>
                </c:pt>
                <c:pt idx="4728">
                  <c:v>0</c:v>
                </c:pt>
                <c:pt idx="4729">
                  <c:v>34</c:v>
                </c:pt>
                <c:pt idx="4730">
                  <c:v>34</c:v>
                </c:pt>
                <c:pt idx="4731">
                  <c:v>40</c:v>
                </c:pt>
                <c:pt idx="4732">
                  <c:v>45</c:v>
                </c:pt>
                <c:pt idx="4733">
                  <c:v>28</c:v>
                </c:pt>
                <c:pt idx="4734">
                  <c:v>1</c:v>
                </c:pt>
                <c:pt idx="4735">
                  <c:v>0</c:v>
                </c:pt>
                <c:pt idx="4736">
                  <c:v>8</c:v>
                </c:pt>
                <c:pt idx="4737">
                  <c:v>16</c:v>
                </c:pt>
                <c:pt idx="4738">
                  <c:v>60</c:v>
                </c:pt>
                <c:pt idx="4739">
                  <c:v>2</c:v>
                </c:pt>
                <c:pt idx="4740">
                  <c:v>4</c:v>
                </c:pt>
                <c:pt idx="4741">
                  <c:v>0</c:v>
                </c:pt>
                <c:pt idx="4742">
                  <c:v>0</c:v>
                </c:pt>
                <c:pt idx="4743">
                  <c:v>33</c:v>
                </c:pt>
                <c:pt idx="4744">
                  <c:v>0</c:v>
                </c:pt>
                <c:pt idx="4745">
                  <c:v>0</c:v>
                </c:pt>
                <c:pt idx="4746">
                  <c:v>0</c:v>
                </c:pt>
                <c:pt idx="4747">
                  <c:v>38</c:v>
                </c:pt>
                <c:pt idx="4748">
                  <c:v>180</c:v>
                </c:pt>
                <c:pt idx="4749">
                  <c:v>60</c:v>
                </c:pt>
                <c:pt idx="4750">
                  <c:v>6</c:v>
                </c:pt>
                <c:pt idx="4751">
                  <c:v>0</c:v>
                </c:pt>
                <c:pt idx="4752">
                  <c:v>0</c:v>
                </c:pt>
                <c:pt idx="4753">
                  <c:v>65</c:v>
                </c:pt>
                <c:pt idx="4754">
                  <c:v>0</c:v>
                </c:pt>
                <c:pt idx="4755">
                  <c:v>0</c:v>
                </c:pt>
                <c:pt idx="4756">
                  <c:v>0</c:v>
                </c:pt>
                <c:pt idx="4757">
                  <c:v>0</c:v>
                </c:pt>
                <c:pt idx="4758">
                  <c:v>0</c:v>
                </c:pt>
                <c:pt idx="4759">
                  <c:v>0</c:v>
                </c:pt>
                <c:pt idx="4760">
                  <c:v>0</c:v>
                </c:pt>
                <c:pt idx="4761">
                  <c:v>55</c:v>
                </c:pt>
                <c:pt idx="4762">
                  <c:v>3</c:v>
                </c:pt>
                <c:pt idx="4763">
                  <c:v>0</c:v>
                </c:pt>
                <c:pt idx="4764">
                  <c:v>0</c:v>
                </c:pt>
                <c:pt idx="4765">
                  <c:v>6</c:v>
                </c:pt>
                <c:pt idx="4766">
                  <c:v>0</c:v>
                </c:pt>
                <c:pt idx="4767">
                  <c:v>0</c:v>
                </c:pt>
                <c:pt idx="4768">
                  <c:v>0</c:v>
                </c:pt>
                <c:pt idx="4769">
                  <c:v>8</c:v>
                </c:pt>
                <c:pt idx="4770">
                  <c:v>0</c:v>
                </c:pt>
                <c:pt idx="4771">
                  <c:v>8</c:v>
                </c:pt>
                <c:pt idx="4772">
                  <c:v>0</c:v>
                </c:pt>
                <c:pt idx="4773">
                  <c:v>0</c:v>
                </c:pt>
                <c:pt idx="4774">
                  <c:v>0</c:v>
                </c:pt>
                <c:pt idx="4775">
                  <c:v>0</c:v>
                </c:pt>
                <c:pt idx="4776">
                  <c:v>0</c:v>
                </c:pt>
                <c:pt idx="4777">
                  <c:v>82</c:v>
                </c:pt>
                <c:pt idx="4778">
                  <c:v>25</c:v>
                </c:pt>
                <c:pt idx="4779">
                  <c:v>1</c:v>
                </c:pt>
                <c:pt idx="4780">
                  <c:v>2</c:v>
                </c:pt>
                <c:pt idx="4781">
                  <c:v>90</c:v>
                </c:pt>
                <c:pt idx="4782">
                  <c:v>2</c:v>
                </c:pt>
                <c:pt idx="4783">
                  <c:v>0</c:v>
                </c:pt>
                <c:pt idx="4784">
                  <c:v>0</c:v>
                </c:pt>
                <c:pt idx="4785">
                  <c:v>0</c:v>
                </c:pt>
                <c:pt idx="4786">
                  <c:v>0</c:v>
                </c:pt>
                <c:pt idx="4787">
                  <c:v>0</c:v>
                </c:pt>
                <c:pt idx="4788">
                  <c:v>77</c:v>
                </c:pt>
                <c:pt idx="4789">
                  <c:v>8</c:v>
                </c:pt>
                <c:pt idx="4790">
                  <c:v>52</c:v>
                </c:pt>
                <c:pt idx="4791">
                  <c:v>0</c:v>
                </c:pt>
                <c:pt idx="4792">
                  <c:v>114</c:v>
                </c:pt>
                <c:pt idx="4793">
                  <c:v>0</c:v>
                </c:pt>
                <c:pt idx="4794">
                  <c:v>0</c:v>
                </c:pt>
                <c:pt idx="4795">
                  <c:v>120</c:v>
                </c:pt>
                <c:pt idx="4796">
                  <c:v>330</c:v>
                </c:pt>
                <c:pt idx="4797">
                  <c:v>0</c:v>
                </c:pt>
                <c:pt idx="4798">
                  <c:v>57</c:v>
                </c:pt>
                <c:pt idx="4799">
                  <c:v>0</c:v>
                </c:pt>
                <c:pt idx="4800">
                  <c:v>0</c:v>
                </c:pt>
                <c:pt idx="4801">
                  <c:v>0</c:v>
                </c:pt>
                <c:pt idx="4802">
                  <c:v>0</c:v>
                </c:pt>
                <c:pt idx="4803">
                  <c:v>0</c:v>
                </c:pt>
                <c:pt idx="4804">
                  <c:v>1</c:v>
                </c:pt>
                <c:pt idx="4805">
                  <c:v>0</c:v>
                </c:pt>
                <c:pt idx="4806">
                  <c:v>0</c:v>
                </c:pt>
                <c:pt idx="4807">
                  <c:v>135</c:v>
                </c:pt>
                <c:pt idx="4808">
                  <c:v>0</c:v>
                </c:pt>
                <c:pt idx="4809">
                  <c:v>0</c:v>
                </c:pt>
                <c:pt idx="4810">
                  <c:v>22</c:v>
                </c:pt>
                <c:pt idx="4811">
                  <c:v>36</c:v>
                </c:pt>
                <c:pt idx="4812">
                  <c:v>0</c:v>
                </c:pt>
                <c:pt idx="4813">
                  <c:v>0</c:v>
                </c:pt>
                <c:pt idx="4814">
                  <c:v>0</c:v>
                </c:pt>
                <c:pt idx="4815">
                  <c:v>0</c:v>
                </c:pt>
                <c:pt idx="4816">
                  <c:v>0</c:v>
                </c:pt>
                <c:pt idx="4817">
                  <c:v>0</c:v>
                </c:pt>
                <c:pt idx="4818">
                  <c:v>0</c:v>
                </c:pt>
                <c:pt idx="4819">
                  <c:v>74</c:v>
                </c:pt>
                <c:pt idx="4820">
                  <c:v>0</c:v>
                </c:pt>
                <c:pt idx="4821">
                  <c:v>0</c:v>
                </c:pt>
                <c:pt idx="4822">
                  <c:v>0</c:v>
                </c:pt>
                <c:pt idx="4823">
                  <c:v>4</c:v>
                </c:pt>
                <c:pt idx="4824">
                  <c:v>18</c:v>
                </c:pt>
                <c:pt idx="4825">
                  <c:v>20</c:v>
                </c:pt>
                <c:pt idx="4826">
                  <c:v>0</c:v>
                </c:pt>
                <c:pt idx="4827">
                  <c:v>0</c:v>
                </c:pt>
                <c:pt idx="4828">
                  <c:v>0</c:v>
                </c:pt>
                <c:pt idx="4829">
                  <c:v>0</c:v>
                </c:pt>
                <c:pt idx="4830">
                  <c:v>0</c:v>
                </c:pt>
                <c:pt idx="4831">
                  <c:v>0</c:v>
                </c:pt>
                <c:pt idx="4832">
                  <c:v>0</c:v>
                </c:pt>
                <c:pt idx="4833">
                  <c:v>0</c:v>
                </c:pt>
                <c:pt idx="4834">
                  <c:v>0</c:v>
                </c:pt>
                <c:pt idx="4835">
                  <c:v>0</c:v>
                </c:pt>
                <c:pt idx="4836">
                  <c:v>0</c:v>
                </c:pt>
                <c:pt idx="4837">
                  <c:v>0</c:v>
                </c:pt>
                <c:pt idx="4838">
                  <c:v>0</c:v>
                </c:pt>
                <c:pt idx="4839">
                  <c:v>30</c:v>
                </c:pt>
                <c:pt idx="4840">
                  <c:v>0</c:v>
                </c:pt>
                <c:pt idx="4841">
                  <c:v>0</c:v>
                </c:pt>
                <c:pt idx="4842">
                  <c:v>0</c:v>
                </c:pt>
                <c:pt idx="4843">
                  <c:v>9</c:v>
                </c:pt>
                <c:pt idx="4844">
                  <c:v>0</c:v>
                </c:pt>
                <c:pt idx="4845">
                  <c:v>0</c:v>
                </c:pt>
                <c:pt idx="4846">
                  <c:v>6</c:v>
                </c:pt>
                <c:pt idx="4847">
                  <c:v>0</c:v>
                </c:pt>
                <c:pt idx="4848">
                  <c:v>0</c:v>
                </c:pt>
                <c:pt idx="4849">
                  <c:v>0</c:v>
                </c:pt>
                <c:pt idx="4850">
                  <c:v>0</c:v>
                </c:pt>
                <c:pt idx="4851">
                  <c:v>0</c:v>
                </c:pt>
                <c:pt idx="4852">
                  <c:v>0</c:v>
                </c:pt>
                <c:pt idx="4853">
                  <c:v>0</c:v>
                </c:pt>
                <c:pt idx="4854">
                  <c:v>3</c:v>
                </c:pt>
                <c:pt idx="4855">
                  <c:v>18</c:v>
                </c:pt>
                <c:pt idx="4856">
                  <c:v>1</c:v>
                </c:pt>
                <c:pt idx="4857">
                  <c:v>0</c:v>
                </c:pt>
                <c:pt idx="4858">
                  <c:v>8</c:v>
                </c:pt>
                <c:pt idx="4859">
                  <c:v>5</c:v>
                </c:pt>
                <c:pt idx="4860">
                  <c:v>0</c:v>
                </c:pt>
                <c:pt idx="4861">
                  <c:v>29</c:v>
                </c:pt>
                <c:pt idx="4862">
                  <c:v>96</c:v>
                </c:pt>
                <c:pt idx="4863">
                  <c:v>45</c:v>
                </c:pt>
                <c:pt idx="4864">
                  <c:v>12</c:v>
                </c:pt>
                <c:pt idx="4865">
                  <c:v>0</c:v>
                </c:pt>
                <c:pt idx="4866">
                  <c:v>0</c:v>
                </c:pt>
                <c:pt idx="4867">
                  <c:v>0</c:v>
                </c:pt>
                <c:pt idx="4868">
                  <c:v>57</c:v>
                </c:pt>
                <c:pt idx="4869">
                  <c:v>0</c:v>
                </c:pt>
                <c:pt idx="4870">
                  <c:v>0</c:v>
                </c:pt>
                <c:pt idx="4871">
                  <c:v>0</c:v>
                </c:pt>
                <c:pt idx="4872">
                  <c:v>12</c:v>
                </c:pt>
                <c:pt idx="4873">
                  <c:v>0</c:v>
                </c:pt>
                <c:pt idx="4874">
                  <c:v>1</c:v>
                </c:pt>
                <c:pt idx="4875">
                  <c:v>3</c:v>
                </c:pt>
                <c:pt idx="4876">
                  <c:v>0</c:v>
                </c:pt>
                <c:pt idx="4877">
                  <c:v>0</c:v>
                </c:pt>
                <c:pt idx="4878">
                  <c:v>0</c:v>
                </c:pt>
                <c:pt idx="4879">
                  <c:v>0</c:v>
                </c:pt>
                <c:pt idx="4880">
                  <c:v>5</c:v>
                </c:pt>
                <c:pt idx="4881">
                  <c:v>35</c:v>
                </c:pt>
                <c:pt idx="4882">
                  <c:v>25</c:v>
                </c:pt>
                <c:pt idx="4883">
                  <c:v>0</c:v>
                </c:pt>
                <c:pt idx="4884">
                  <c:v>0</c:v>
                </c:pt>
                <c:pt idx="4885">
                  <c:v>6</c:v>
                </c:pt>
                <c:pt idx="4886">
                  <c:v>4</c:v>
                </c:pt>
                <c:pt idx="4887">
                  <c:v>2</c:v>
                </c:pt>
                <c:pt idx="4888">
                  <c:v>0</c:v>
                </c:pt>
                <c:pt idx="4889">
                  <c:v>480</c:v>
                </c:pt>
                <c:pt idx="4890">
                  <c:v>0</c:v>
                </c:pt>
                <c:pt idx="4891">
                  <c:v>0</c:v>
                </c:pt>
                <c:pt idx="4892">
                  <c:v>0</c:v>
                </c:pt>
                <c:pt idx="4893">
                  <c:v>0</c:v>
                </c:pt>
                <c:pt idx="4894">
                  <c:v>0</c:v>
                </c:pt>
                <c:pt idx="4895">
                  <c:v>0</c:v>
                </c:pt>
                <c:pt idx="4896">
                  <c:v>0</c:v>
                </c:pt>
                <c:pt idx="4897">
                  <c:v>8</c:v>
                </c:pt>
                <c:pt idx="4898">
                  <c:v>60</c:v>
                </c:pt>
                <c:pt idx="4899">
                  <c:v>0</c:v>
                </c:pt>
                <c:pt idx="4900">
                  <c:v>0</c:v>
                </c:pt>
                <c:pt idx="4901">
                  <c:v>210</c:v>
                </c:pt>
                <c:pt idx="4902">
                  <c:v>48</c:v>
                </c:pt>
                <c:pt idx="4903">
                  <c:v>25</c:v>
                </c:pt>
                <c:pt idx="4904">
                  <c:v>81</c:v>
                </c:pt>
                <c:pt idx="4905">
                  <c:v>0</c:v>
                </c:pt>
                <c:pt idx="4906">
                  <c:v>0</c:v>
                </c:pt>
                <c:pt idx="4907">
                  <c:v>33</c:v>
                </c:pt>
                <c:pt idx="4908">
                  <c:v>30</c:v>
                </c:pt>
                <c:pt idx="4909">
                  <c:v>105</c:v>
                </c:pt>
                <c:pt idx="4910">
                  <c:v>0</c:v>
                </c:pt>
                <c:pt idx="4911">
                  <c:v>4</c:v>
                </c:pt>
                <c:pt idx="4912">
                  <c:v>26</c:v>
                </c:pt>
                <c:pt idx="4913">
                  <c:v>10</c:v>
                </c:pt>
                <c:pt idx="4914">
                  <c:v>0</c:v>
                </c:pt>
                <c:pt idx="4915">
                  <c:v>0</c:v>
                </c:pt>
                <c:pt idx="4916">
                  <c:v>168</c:v>
                </c:pt>
                <c:pt idx="4917">
                  <c:v>24</c:v>
                </c:pt>
                <c:pt idx="4918">
                  <c:v>38</c:v>
                </c:pt>
                <c:pt idx="4919">
                  <c:v>4</c:v>
                </c:pt>
                <c:pt idx="4920">
                  <c:v>0</c:v>
                </c:pt>
                <c:pt idx="4921">
                  <c:v>0</c:v>
                </c:pt>
                <c:pt idx="4922">
                  <c:v>90</c:v>
                </c:pt>
                <c:pt idx="4923">
                  <c:v>140</c:v>
                </c:pt>
                <c:pt idx="4924">
                  <c:v>0</c:v>
                </c:pt>
                <c:pt idx="4925">
                  <c:v>13</c:v>
                </c:pt>
                <c:pt idx="4926">
                  <c:v>0</c:v>
                </c:pt>
                <c:pt idx="4927">
                  <c:v>0</c:v>
                </c:pt>
                <c:pt idx="4928">
                  <c:v>0</c:v>
                </c:pt>
                <c:pt idx="4929">
                  <c:v>0</c:v>
                </c:pt>
                <c:pt idx="4930">
                  <c:v>20</c:v>
                </c:pt>
                <c:pt idx="4931">
                  <c:v>60</c:v>
                </c:pt>
                <c:pt idx="4932">
                  <c:v>0</c:v>
                </c:pt>
                <c:pt idx="4933">
                  <c:v>0</c:v>
                </c:pt>
                <c:pt idx="4934">
                  <c:v>0</c:v>
                </c:pt>
                <c:pt idx="4935">
                  <c:v>196</c:v>
                </c:pt>
                <c:pt idx="4936">
                  <c:v>9</c:v>
                </c:pt>
                <c:pt idx="4937">
                  <c:v>0</c:v>
                </c:pt>
                <c:pt idx="4938">
                  <c:v>0</c:v>
                </c:pt>
                <c:pt idx="4939">
                  <c:v>0</c:v>
                </c:pt>
                <c:pt idx="4940">
                  <c:v>0</c:v>
                </c:pt>
                <c:pt idx="4941">
                  <c:v>70</c:v>
                </c:pt>
                <c:pt idx="4942">
                  <c:v>90</c:v>
                </c:pt>
                <c:pt idx="4943">
                  <c:v>32</c:v>
                </c:pt>
                <c:pt idx="4944">
                  <c:v>0</c:v>
                </c:pt>
                <c:pt idx="4945">
                  <c:v>0</c:v>
                </c:pt>
                <c:pt idx="4946">
                  <c:v>0</c:v>
                </c:pt>
                <c:pt idx="4947">
                  <c:v>0</c:v>
                </c:pt>
                <c:pt idx="4948">
                  <c:v>0</c:v>
                </c:pt>
                <c:pt idx="4949">
                  <c:v>0</c:v>
                </c:pt>
                <c:pt idx="4950">
                  <c:v>2</c:v>
                </c:pt>
                <c:pt idx="4951">
                  <c:v>0</c:v>
                </c:pt>
                <c:pt idx="4952">
                  <c:v>0</c:v>
                </c:pt>
                <c:pt idx="4953">
                  <c:v>0</c:v>
                </c:pt>
                <c:pt idx="4954">
                  <c:v>4</c:v>
                </c:pt>
                <c:pt idx="4955">
                  <c:v>0</c:v>
                </c:pt>
                <c:pt idx="4956">
                  <c:v>0</c:v>
                </c:pt>
                <c:pt idx="4957">
                  <c:v>60</c:v>
                </c:pt>
                <c:pt idx="4958">
                  <c:v>7</c:v>
                </c:pt>
                <c:pt idx="4959">
                  <c:v>0</c:v>
                </c:pt>
                <c:pt idx="4960">
                  <c:v>15</c:v>
                </c:pt>
                <c:pt idx="4961">
                  <c:v>0</c:v>
                </c:pt>
                <c:pt idx="4962">
                  <c:v>6</c:v>
                </c:pt>
                <c:pt idx="4963">
                  <c:v>6</c:v>
                </c:pt>
                <c:pt idx="4964">
                  <c:v>0</c:v>
                </c:pt>
                <c:pt idx="4965">
                  <c:v>15</c:v>
                </c:pt>
                <c:pt idx="4966">
                  <c:v>18</c:v>
                </c:pt>
                <c:pt idx="4967">
                  <c:v>0</c:v>
                </c:pt>
                <c:pt idx="4968">
                  <c:v>120</c:v>
                </c:pt>
                <c:pt idx="4969">
                  <c:v>0</c:v>
                </c:pt>
                <c:pt idx="4970">
                  <c:v>0</c:v>
                </c:pt>
                <c:pt idx="4971">
                  <c:v>0</c:v>
                </c:pt>
                <c:pt idx="4972">
                  <c:v>150</c:v>
                </c:pt>
                <c:pt idx="4973">
                  <c:v>72</c:v>
                </c:pt>
                <c:pt idx="4974">
                  <c:v>0</c:v>
                </c:pt>
                <c:pt idx="4975">
                  <c:v>19</c:v>
                </c:pt>
                <c:pt idx="4976">
                  <c:v>63</c:v>
                </c:pt>
                <c:pt idx="4977">
                  <c:v>14</c:v>
                </c:pt>
                <c:pt idx="4978">
                  <c:v>0</c:v>
                </c:pt>
                <c:pt idx="4979">
                  <c:v>4</c:v>
                </c:pt>
                <c:pt idx="4980">
                  <c:v>0</c:v>
                </c:pt>
                <c:pt idx="4981">
                  <c:v>0</c:v>
                </c:pt>
                <c:pt idx="4982">
                  <c:v>60</c:v>
                </c:pt>
                <c:pt idx="4983">
                  <c:v>35</c:v>
                </c:pt>
                <c:pt idx="4984">
                  <c:v>3</c:v>
                </c:pt>
                <c:pt idx="4985">
                  <c:v>0</c:v>
                </c:pt>
                <c:pt idx="4986">
                  <c:v>0</c:v>
                </c:pt>
                <c:pt idx="4987">
                  <c:v>0</c:v>
                </c:pt>
                <c:pt idx="4988">
                  <c:v>2</c:v>
                </c:pt>
                <c:pt idx="4989">
                  <c:v>0</c:v>
                </c:pt>
                <c:pt idx="4990">
                  <c:v>0</c:v>
                </c:pt>
                <c:pt idx="4991">
                  <c:v>0</c:v>
                </c:pt>
                <c:pt idx="4992">
                  <c:v>0</c:v>
                </c:pt>
                <c:pt idx="4993">
                  <c:v>0</c:v>
                </c:pt>
                <c:pt idx="4994">
                  <c:v>111</c:v>
                </c:pt>
                <c:pt idx="4995">
                  <c:v>0</c:v>
                </c:pt>
                <c:pt idx="4996">
                  <c:v>0</c:v>
                </c:pt>
                <c:pt idx="4997">
                  <c:v>2</c:v>
                </c:pt>
                <c:pt idx="4998">
                  <c:v>0</c:v>
                </c:pt>
                <c:pt idx="4999">
                  <c:v>0</c:v>
                </c:pt>
                <c:pt idx="5000">
                  <c:v>0</c:v>
                </c:pt>
                <c:pt idx="5001">
                  <c:v>0</c:v>
                </c:pt>
                <c:pt idx="5002">
                  <c:v>0</c:v>
                </c:pt>
                <c:pt idx="5003">
                  <c:v>0</c:v>
                </c:pt>
                <c:pt idx="5004">
                  <c:v>2</c:v>
                </c:pt>
                <c:pt idx="5005">
                  <c:v>1</c:v>
                </c:pt>
                <c:pt idx="5006">
                  <c:v>0</c:v>
                </c:pt>
                <c:pt idx="5007">
                  <c:v>0</c:v>
                </c:pt>
                <c:pt idx="5008">
                  <c:v>2</c:v>
                </c:pt>
                <c:pt idx="5009">
                  <c:v>0</c:v>
                </c:pt>
                <c:pt idx="5010">
                  <c:v>0</c:v>
                </c:pt>
                <c:pt idx="5011">
                  <c:v>0</c:v>
                </c:pt>
                <c:pt idx="5012">
                  <c:v>0</c:v>
                </c:pt>
                <c:pt idx="5013">
                  <c:v>0</c:v>
                </c:pt>
                <c:pt idx="5014">
                  <c:v>0</c:v>
                </c:pt>
                <c:pt idx="5015">
                  <c:v>0</c:v>
                </c:pt>
                <c:pt idx="5016">
                  <c:v>0</c:v>
                </c:pt>
                <c:pt idx="5017">
                  <c:v>0</c:v>
                </c:pt>
                <c:pt idx="5018">
                  <c:v>0</c:v>
                </c:pt>
                <c:pt idx="5019">
                  <c:v>0</c:v>
                </c:pt>
                <c:pt idx="5020">
                  <c:v>0</c:v>
                </c:pt>
                <c:pt idx="5021">
                  <c:v>1</c:v>
                </c:pt>
                <c:pt idx="5022">
                  <c:v>6</c:v>
                </c:pt>
                <c:pt idx="5023">
                  <c:v>0</c:v>
                </c:pt>
                <c:pt idx="5024">
                  <c:v>0</c:v>
                </c:pt>
                <c:pt idx="5025">
                  <c:v>0</c:v>
                </c:pt>
                <c:pt idx="5026">
                  <c:v>0</c:v>
                </c:pt>
                <c:pt idx="5027">
                  <c:v>4</c:v>
                </c:pt>
                <c:pt idx="5028">
                  <c:v>56</c:v>
                </c:pt>
                <c:pt idx="5029">
                  <c:v>0</c:v>
                </c:pt>
                <c:pt idx="5030">
                  <c:v>0</c:v>
                </c:pt>
                <c:pt idx="5031">
                  <c:v>0</c:v>
                </c:pt>
                <c:pt idx="5032">
                  <c:v>0</c:v>
                </c:pt>
                <c:pt idx="5033">
                  <c:v>0</c:v>
                </c:pt>
                <c:pt idx="5034">
                  <c:v>1</c:v>
                </c:pt>
                <c:pt idx="5035">
                  <c:v>0</c:v>
                </c:pt>
                <c:pt idx="5036">
                  <c:v>0</c:v>
                </c:pt>
                <c:pt idx="5037">
                  <c:v>0</c:v>
                </c:pt>
                <c:pt idx="5038">
                  <c:v>2</c:v>
                </c:pt>
                <c:pt idx="5039">
                  <c:v>50</c:v>
                </c:pt>
                <c:pt idx="5040">
                  <c:v>8</c:v>
                </c:pt>
                <c:pt idx="5041">
                  <c:v>0</c:v>
                </c:pt>
                <c:pt idx="5042">
                  <c:v>0</c:v>
                </c:pt>
                <c:pt idx="5043">
                  <c:v>0</c:v>
                </c:pt>
                <c:pt idx="5044">
                  <c:v>0</c:v>
                </c:pt>
                <c:pt idx="5045">
                  <c:v>0</c:v>
                </c:pt>
                <c:pt idx="5046">
                  <c:v>68</c:v>
                </c:pt>
                <c:pt idx="5047">
                  <c:v>0</c:v>
                </c:pt>
                <c:pt idx="5048">
                  <c:v>0</c:v>
                </c:pt>
                <c:pt idx="5049">
                  <c:v>3</c:v>
                </c:pt>
                <c:pt idx="5050">
                  <c:v>0</c:v>
                </c:pt>
                <c:pt idx="5051">
                  <c:v>0</c:v>
                </c:pt>
                <c:pt idx="5052">
                  <c:v>0</c:v>
                </c:pt>
                <c:pt idx="5053">
                  <c:v>0</c:v>
                </c:pt>
                <c:pt idx="5054">
                  <c:v>0</c:v>
                </c:pt>
                <c:pt idx="5055">
                  <c:v>0</c:v>
                </c:pt>
                <c:pt idx="5056">
                  <c:v>0</c:v>
                </c:pt>
                <c:pt idx="5057">
                  <c:v>0</c:v>
                </c:pt>
                <c:pt idx="5058">
                  <c:v>0</c:v>
                </c:pt>
                <c:pt idx="5059">
                  <c:v>0</c:v>
                </c:pt>
                <c:pt idx="5060">
                  <c:v>0</c:v>
                </c:pt>
                <c:pt idx="5061">
                  <c:v>0</c:v>
                </c:pt>
                <c:pt idx="5062">
                  <c:v>0</c:v>
                </c:pt>
                <c:pt idx="5063">
                  <c:v>0</c:v>
                </c:pt>
                <c:pt idx="5064">
                  <c:v>16</c:v>
                </c:pt>
                <c:pt idx="5065">
                  <c:v>0</c:v>
                </c:pt>
                <c:pt idx="5066">
                  <c:v>0</c:v>
                </c:pt>
                <c:pt idx="5067">
                  <c:v>0</c:v>
                </c:pt>
                <c:pt idx="5068">
                  <c:v>0</c:v>
                </c:pt>
                <c:pt idx="5069">
                  <c:v>0</c:v>
                </c:pt>
                <c:pt idx="5070">
                  <c:v>0</c:v>
                </c:pt>
                <c:pt idx="5071">
                  <c:v>0</c:v>
                </c:pt>
                <c:pt idx="5072">
                  <c:v>0</c:v>
                </c:pt>
                <c:pt idx="5073">
                  <c:v>0</c:v>
                </c:pt>
                <c:pt idx="5074">
                  <c:v>0</c:v>
                </c:pt>
                <c:pt idx="5075">
                  <c:v>0</c:v>
                </c:pt>
                <c:pt idx="5076">
                  <c:v>0</c:v>
                </c:pt>
                <c:pt idx="5077">
                  <c:v>0</c:v>
                </c:pt>
                <c:pt idx="5078">
                  <c:v>0</c:v>
                </c:pt>
                <c:pt idx="5079">
                  <c:v>0</c:v>
                </c:pt>
                <c:pt idx="5080">
                  <c:v>70</c:v>
                </c:pt>
                <c:pt idx="5081">
                  <c:v>1</c:v>
                </c:pt>
                <c:pt idx="5082">
                  <c:v>0</c:v>
                </c:pt>
                <c:pt idx="5083">
                  <c:v>86</c:v>
                </c:pt>
                <c:pt idx="5084">
                  <c:v>58</c:v>
                </c:pt>
                <c:pt idx="5085">
                  <c:v>0</c:v>
                </c:pt>
                <c:pt idx="5086">
                  <c:v>0</c:v>
                </c:pt>
                <c:pt idx="5087">
                  <c:v>0</c:v>
                </c:pt>
                <c:pt idx="5088">
                  <c:v>0</c:v>
                </c:pt>
                <c:pt idx="5089">
                  <c:v>0</c:v>
                </c:pt>
                <c:pt idx="5090">
                  <c:v>2</c:v>
                </c:pt>
                <c:pt idx="5091">
                  <c:v>28</c:v>
                </c:pt>
                <c:pt idx="5092">
                  <c:v>10</c:v>
                </c:pt>
                <c:pt idx="5093">
                  <c:v>0</c:v>
                </c:pt>
                <c:pt idx="5094">
                  <c:v>1</c:v>
                </c:pt>
                <c:pt idx="5095">
                  <c:v>0</c:v>
                </c:pt>
                <c:pt idx="5096">
                  <c:v>0</c:v>
                </c:pt>
                <c:pt idx="5097">
                  <c:v>31</c:v>
                </c:pt>
                <c:pt idx="5098">
                  <c:v>2</c:v>
                </c:pt>
                <c:pt idx="5099">
                  <c:v>6</c:v>
                </c:pt>
                <c:pt idx="5100">
                  <c:v>48</c:v>
                </c:pt>
                <c:pt idx="5101">
                  <c:v>0</c:v>
                </c:pt>
                <c:pt idx="5102">
                  <c:v>0</c:v>
                </c:pt>
                <c:pt idx="5103">
                  <c:v>0</c:v>
                </c:pt>
                <c:pt idx="5104">
                  <c:v>4</c:v>
                </c:pt>
                <c:pt idx="5105">
                  <c:v>0</c:v>
                </c:pt>
                <c:pt idx="5106">
                  <c:v>0</c:v>
                </c:pt>
                <c:pt idx="5107">
                  <c:v>0</c:v>
                </c:pt>
                <c:pt idx="5108">
                  <c:v>52</c:v>
                </c:pt>
                <c:pt idx="5109">
                  <c:v>1</c:v>
                </c:pt>
                <c:pt idx="5110">
                  <c:v>0</c:v>
                </c:pt>
                <c:pt idx="5111">
                  <c:v>0</c:v>
                </c:pt>
                <c:pt idx="5112">
                  <c:v>0</c:v>
                </c:pt>
                <c:pt idx="5113">
                  <c:v>0</c:v>
                </c:pt>
                <c:pt idx="5114">
                  <c:v>22</c:v>
                </c:pt>
                <c:pt idx="5115">
                  <c:v>0</c:v>
                </c:pt>
                <c:pt idx="5116">
                  <c:v>0</c:v>
                </c:pt>
                <c:pt idx="5117">
                  <c:v>0</c:v>
                </c:pt>
                <c:pt idx="5118">
                  <c:v>0</c:v>
                </c:pt>
                <c:pt idx="5119">
                  <c:v>0</c:v>
                </c:pt>
                <c:pt idx="5120">
                  <c:v>23</c:v>
                </c:pt>
                <c:pt idx="5121">
                  <c:v>0</c:v>
                </c:pt>
                <c:pt idx="5122">
                  <c:v>0</c:v>
                </c:pt>
                <c:pt idx="5123">
                  <c:v>0</c:v>
                </c:pt>
                <c:pt idx="5124">
                  <c:v>0</c:v>
                </c:pt>
                <c:pt idx="5125">
                  <c:v>0</c:v>
                </c:pt>
                <c:pt idx="5126">
                  <c:v>0</c:v>
                </c:pt>
                <c:pt idx="5127">
                  <c:v>0</c:v>
                </c:pt>
                <c:pt idx="5128">
                  <c:v>0</c:v>
                </c:pt>
                <c:pt idx="5129">
                  <c:v>0</c:v>
                </c:pt>
                <c:pt idx="5130">
                  <c:v>0</c:v>
                </c:pt>
                <c:pt idx="5131">
                  <c:v>0</c:v>
                </c:pt>
                <c:pt idx="5132">
                  <c:v>28</c:v>
                </c:pt>
                <c:pt idx="5133">
                  <c:v>0</c:v>
                </c:pt>
                <c:pt idx="5134">
                  <c:v>196</c:v>
                </c:pt>
                <c:pt idx="5135">
                  <c:v>0</c:v>
                </c:pt>
                <c:pt idx="5136">
                  <c:v>0</c:v>
                </c:pt>
                <c:pt idx="5137">
                  <c:v>0</c:v>
                </c:pt>
                <c:pt idx="5138">
                  <c:v>0</c:v>
                </c:pt>
                <c:pt idx="5139">
                  <c:v>0</c:v>
                </c:pt>
                <c:pt idx="5140">
                  <c:v>0</c:v>
                </c:pt>
                <c:pt idx="5141">
                  <c:v>114</c:v>
                </c:pt>
                <c:pt idx="5142">
                  <c:v>84</c:v>
                </c:pt>
                <c:pt idx="5143">
                  <c:v>0</c:v>
                </c:pt>
                <c:pt idx="5144">
                  <c:v>0</c:v>
                </c:pt>
                <c:pt idx="5145">
                  <c:v>0</c:v>
                </c:pt>
                <c:pt idx="5146">
                  <c:v>0</c:v>
                </c:pt>
                <c:pt idx="5147">
                  <c:v>48</c:v>
                </c:pt>
                <c:pt idx="5148">
                  <c:v>0</c:v>
                </c:pt>
                <c:pt idx="5149">
                  <c:v>0</c:v>
                </c:pt>
                <c:pt idx="5150">
                  <c:v>0</c:v>
                </c:pt>
                <c:pt idx="5151">
                  <c:v>10</c:v>
                </c:pt>
                <c:pt idx="5152">
                  <c:v>0</c:v>
                </c:pt>
                <c:pt idx="5153">
                  <c:v>5</c:v>
                </c:pt>
                <c:pt idx="5154">
                  <c:v>0</c:v>
                </c:pt>
                <c:pt idx="5155">
                  <c:v>0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3</c:v>
                </c:pt>
                <c:pt idx="5160">
                  <c:v>0</c:v>
                </c:pt>
                <c:pt idx="5161">
                  <c:v>0</c:v>
                </c:pt>
                <c:pt idx="5162">
                  <c:v>7</c:v>
                </c:pt>
                <c:pt idx="5163">
                  <c:v>42</c:v>
                </c:pt>
                <c:pt idx="5164">
                  <c:v>7</c:v>
                </c:pt>
                <c:pt idx="5165">
                  <c:v>0</c:v>
                </c:pt>
                <c:pt idx="5166">
                  <c:v>3</c:v>
                </c:pt>
                <c:pt idx="5167">
                  <c:v>52</c:v>
                </c:pt>
                <c:pt idx="5168">
                  <c:v>90</c:v>
                </c:pt>
                <c:pt idx="5169">
                  <c:v>0</c:v>
                </c:pt>
                <c:pt idx="5170">
                  <c:v>12</c:v>
                </c:pt>
                <c:pt idx="5171">
                  <c:v>0</c:v>
                </c:pt>
                <c:pt idx="5172">
                  <c:v>36</c:v>
                </c:pt>
                <c:pt idx="5173">
                  <c:v>0</c:v>
                </c:pt>
                <c:pt idx="5174">
                  <c:v>0</c:v>
                </c:pt>
                <c:pt idx="5175">
                  <c:v>0</c:v>
                </c:pt>
                <c:pt idx="5176">
                  <c:v>116</c:v>
                </c:pt>
                <c:pt idx="5177">
                  <c:v>0</c:v>
                </c:pt>
                <c:pt idx="5178">
                  <c:v>0</c:v>
                </c:pt>
                <c:pt idx="5179">
                  <c:v>0</c:v>
                </c:pt>
                <c:pt idx="5180">
                  <c:v>25</c:v>
                </c:pt>
                <c:pt idx="5181">
                  <c:v>0</c:v>
                </c:pt>
                <c:pt idx="5182">
                  <c:v>26</c:v>
                </c:pt>
                <c:pt idx="5183">
                  <c:v>34</c:v>
                </c:pt>
                <c:pt idx="5184">
                  <c:v>105</c:v>
                </c:pt>
                <c:pt idx="5185">
                  <c:v>0</c:v>
                </c:pt>
                <c:pt idx="5186">
                  <c:v>0</c:v>
                </c:pt>
                <c:pt idx="5187">
                  <c:v>0</c:v>
                </c:pt>
                <c:pt idx="5188">
                  <c:v>0</c:v>
                </c:pt>
                <c:pt idx="5189">
                  <c:v>0</c:v>
                </c:pt>
                <c:pt idx="5190">
                  <c:v>14</c:v>
                </c:pt>
                <c:pt idx="5191">
                  <c:v>19</c:v>
                </c:pt>
                <c:pt idx="5192">
                  <c:v>24</c:v>
                </c:pt>
                <c:pt idx="5193">
                  <c:v>129</c:v>
                </c:pt>
                <c:pt idx="5194">
                  <c:v>37</c:v>
                </c:pt>
                <c:pt idx="5195">
                  <c:v>33</c:v>
                </c:pt>
                <c:pt idx="5196">
                  <c:v>0</c:v>
                </c:pt>
                <c:pt idx="5197">
                  <c:v>84</c:v>
                </c:pt>
                <c:pt idx="5198">
                  <c:v>3</c:v>
                </c:pt>
                <c:pt idx="5199">
                  <c:v>20</c:v>
                </c:pt>
                <c:pt idx="5200">
                  <c:v>25</c:v>
                </c:pt>
                <c:pt idx="5201">
                  <c:v>58</c:v>
                </c:pt>
                <c:pt idx="5202">
                  <c:v>0</c:v>
                </c:pt>
                <c:pt idx="5203">
                  <c:v>0</c:v>
                </c:pt>
                <c:pt idx="5204">
                  <c:v>55</c:v>
                </c:pt>
                <c:pt idx="5205">
                  <c:v>0</c:v>
                </c:pt>
                <c:pt idx="5206">
                  <c:v>0</c:v>
                </c:pt>
                <c:pt idx="5207">
                  <c:v>5</c:v>
                </c:pt>
                <c:pt idx="5208">
                  <c:v>3</c:v>
                </c:pt>
                <c:pt idx="5209">
                  <c:v>24</c:v>
                </c:pt>
                <c:pt idx="5210">
                  <c:v>90</c:v>
                </c:pt>
                <c:pt idx="5211">
                  <c:v>150</c:v>
                </c:pt>
                <c:pt idx="5212">
                  <c:v>0</c:v>
                </c:pt>
                <c:pt idx="5213">
                  <c:v>0</c:v>
                </c:pt>
                <c:pt idx="5214">
                  <c:v>0</c:v>
                </c:pt>
                <c:pt idx="5215">
                  <c:v>14</c:v>
                </c:pt>
                <c:pt idx="5216">
                  <c:v>66</c:v>
                </c:pt>
                <c:pt idx="5217">
                  <c:v>0</c:v>
                </c:pt>
                <c:pt idx="5218">
                  <c:v>0</c:v>
                </c:pt>
                <c:pt idx="5219">
                  <c:v>5</c:v>
                </c:pt>
                <c:pt idx="5220">
                  <c:v>0</c:v>
                </c:pt>
                <c:pt idx="5221">
                  <c:v>0</c:v>
                </c:pt>
                <c:pt idx="5222">
                  <c:v>3</c:v>
                </c:pt>
                <c:pt idx="5223">
                  <c:v>42</c:v>
                </c:pt>
                <c:pt idx="5224">
                  <c:v>0</c:v>
                </c:pt>
                <c:pt idx="5225">
                  <c:v>140</c:v>
                </c:pt>
                <c:pt idx="5226">
                  <c:v>96</c:v>
                </c:pt>
                <c:pt idx="5227">
                  <c:v>112</c:v>
                </c:pt>
                <c:pt idx="5228">
                  <c:v>2</c:v>
                </c:pt>
                <c:pt idx="5229">
                  <c:v>0</c:v>
                </c:pt>
                <c:pt idx="5230">
                  <c:v>0</c:v>
                </c:pt>
                <c:pt idx="5231">
                  <c:v>52</c:v>
                </c:pt>
                <c:pt idx="5232">
                  <c:v>0</c:v>
                </c:pt>
                <c:pt idx="5233">
                  <c:v>0</c:v>
                </c:pt>
                <c:pt idx="5234">
                  <c:v>41</c:v>
                </c:pt>
                <c:pt idx="5235">
                  <c:v>0</c:v>
                </c:pt>
                <c:pt idx="5236">
                  <c:v>124</c:v>
                </c:pt>
                <c:pt idx="5237">
                  <c:v>14</c:v>
                </c:pt>
                <c:pt idx="5238">
                  <c:v>140</c:v>
                </c:pt>
                <c:pt idx="5239">
                  <c:v>0</c:v>
                </c:pt>
                <c:pt idx="5240">
                  <c:v>7</c:v>
                </c:pt>
                <c:pt idx="5241">
                  <c:v>0</c:v>
                </c:pt>
                <c:pt idx="5242">
                  <c:v>0</c:v>
                </c:pt>
                <c:pt idx="5243">
                  <c:v>15</c:v>
                </c:pt>
                <c:pt idx="5244">
                  <c:v>0</c:v>
                </c:pt>
                <c:pt idx="5245">
                  <c:v>0</c:v>
                </c:pt>
                <c:pt idx="5246">
                  <c:v>0</c:v>
                </c:pt>
                <c:pt idx="5247">
                  <c:v>0</c:v>
                </c:pt>
                <c:pt idx="5248">
                  <c:v>180</c:v>
                </c:pt>
                <c:pt idx="5249">
                  <c:v>0</c:v>
                </c:pt>
                <c:pt idx="5250">
                  <c:v>3</c:v>
                </c:pt>
                <c:pt idx="5251">
                  <c:v>2</c:v>
                </c:pt>
                <c:pt idx="5252">
                  <c:v>17</c:v>
                </c:pt>
                <c:pt idx="5253">
                  <c:v>21</c:v>
                </c:pt>
                <c:pt idx="5254">
                  <c:v>17</c:v>
                </c:pt>
                <c:pt idx="5255">
                  <c:v>6</c:v>
                </c:pt>
                <c:pt idx="5256">
                  <c:v>0</c:v>
                </c:pt>
                <c:pt idx="5257">
                  <c:v>0</c:v>
                </c:pt>
                <c:pt idx="5258">
                  <c:v>0</c:v>
                </c:pt>
                <c:pt idx="5259">
                  <c:v>72</c:v>
                </c:pt>
                <c:pt idx="5260">
                  <c:v>0</c:v>
                </c:pt>
                <c:pt idx="5261">
                  <c:v>0</c:v>
                </c:pt>
                <c:pt idx="5262">
                  <c:v>9</c:v>
                </c:pt>
                <c:pt idx="5263">
                  <c:v>30</c:v>
                </c:pt>
                <c:pt idx="5264">
                  <c:v>168</c:v>
                </c:pt>
                <c:pt idx="5265">
                  <c:v>15</c:v>
                </c:pt>
                <c:pt idx="5266">
                  <c:v>6</c:v>
                </c:pt>
                <c:pt idx="5267">
                  <c:v>60</c:v>
                </c:pt>
                <c:pt idx="5268">
                  <c:v>5</c:v>
                </c:pt>
                <c:pt idx="5269">
                  <c:v>28</c:v>
                </c:pt>
                <c:pt idx="5270">
                  <c:v>0</c:v>
                </c:pt>
                <c:pt idx="5271">
                  <c:v>0</c:v>
                </c:pt>
                <c:pt idx="5272">
                  <c:v>4</c:v>
                </c:pt>
                <c:pt idx="5273">
                  <c:v>0</c:v>
                </c:pt>
                <c:pt idx="5274">
                  <c:v>84</c:v>
                </c:pt>
                <c:pt idx="5275">
                  <c:v>0</c:v>
                </c:pt>
                <c:pt idx="5276">
                  <c:v>36</c:v>
                </c:pt>
                <c:pt idx="5277">
                  <c:v>22</c:v>
                </c:pt>
                <c:pt idx="5278">
                  <c:v>168</c:v>
                </c:pt>
                <c:pt idx="5279">
                  <c:v>0</c:v>
                </c:pt>
                <c:pt idx="5280">
                  <c:v>0</c:v>
                </c:pt>
                <c:pt idx="5281">
                  <c:v>0</c:v>
                </c:pt>
                <c:pt idx="5282">
                  <c:v>0</c:v>
                </c:pt>
                <c:pt idx="5283">
                  <c:v>20</c:v>
                </c:pt>
                <c:pt idx="5284">
                  <c:v>180</c:v>
                </c:pt>
                <c:pt idx="5285">
                  <c:v>60</c:v>
                </c:pt>
                <c:pt idx="5286">
                  <c:v>50</c:v>
                </c:pt>
                <c:pt idx="5287">
                  <c:v>25</c:v>
                </c:pt>
                <c:pt idx="5288">
                  <c:v>4</c:v>
                </c:pt>
                <c:pt idx="5289">
                  <c:v>10</c:v>
                </c:pt>
                <c:pt idx="5290">
                  <c:v>72</c:v>
                </c:pt>
                <c:pt idx="5291">
                  <c:v>0</c:v>
                </c:pt>
                <c:pt idx="5292">
                  <c:v>14</c:v>
                </c:pt>
                <c:pt idx="5293">
                  <c:v>8</c:v>
                </c:pt>
                <c:pt idx="5294">
                  <c:v>0</c:v>
                </c:pt>
                <c:pt idx="5295">
                  <c:v>14</c:v>
                </c:pt>
                <c:pt idx="5296">
                  <c:v>0</c:v>
                </c:pt>
                <c:pt idx="5297">
                  <c:v>10</c:v>
                </c:pt>
                <c:pt idx="5298">
                  <c:v>0</c:v>
                </c:pt>
                <c:pt idx="5299">
                  <c:v>0</c:v>
                </c:pt>
                <c:pt idx="5300">
                  <c:v>96</c:v>
                </c:pt>
                <c:pt idx="5301">
                  <c:v>0</c:v>
                </c:pt>
                <c:pt idx="5302">
                  <c:v>0</c:v>
                </c:pt>
                <c:pt idx="5303">
                  <c:v>135</c:v>
                </c:pt>
                <c:pt idx="5304">
                  <c:v>0</c:v>
                </c:pt>
                <c:pt idx="5305">
                  <c:v>0</c:v>
                </c:pt>
                <c:pt idx="5306">
                  <c:v>0</c:v>
                </c:pt>
                <c:pt idx="5307">
                  <c:v>0</c:v>
                </c:pt>
                <c:pt idx="5308">
                  <c:v>0</c:v>
                </c:pt>
                <c:pt idx="5309">
                  <c:v>0</c:v>
                </c:pt>
                <c:pt idx="5310">
                  <c:v>0</c:v>
                </c:pt>
                <c:pt idx="5311">
                  <c:v>59</c:v>
                </c:pt>
                <c:pt idx="5312">
                  <c:v>0</c:v>
                </c:pt>
                <c:pt idx="5313">
                  <c:v>1</c:v>
                </c:pt>
                <c:pt idx="5314">
                  <c:v>168</c:v>
                </c:pt>
                <c:pt idx="5315">
                  <c:v>6</c:v>
                </c:pt>
                <c:pt idx="5316">
                  <c:v>1</c:v>
                </c:pt>
                <c:pt idx="5317">
                  <c:v>3</c:v>
                </c:pt>
                <c:pt idx="5318">
                  <c:v>7</c:v>
                </c:pt>
                <c:pt idx="5319">
                  <c:v>7</c:v>
                </c:pt>
                <c:pt idx="5320">
                  <c:v>0</c:v>
                </c:pt>
                <c:pt idx="5321">
                  <c:v>10</c:v>
                </c:pt>
                <c:pt idx="5322">
                  <c:v>3</c:v>
                </c:pt>
                <c:pt idx="5323">
                  <c:v>0</c:v>
                </c:pt>
                <c:pt idx="5324">
                  <c:v>0</c:v>
                </c:pt>
                <c:pt idx="5325">
                  <c:v>17</c:v>
                </c:pt>
                <c:pt idx="5326">
                  <c:v>3</c:v>
                </c:pt>
                <c:pt idx="5327">
                  <c:v>0</c:v>
                </c:pt>
                <c:pt idx="5328">
                  <c:v>2</c:v>
                </c:pt>
                <c:pt idx="5329">
                  <c:v>16</c:v>
                </c:pt>
                <c:pt idx="5330">
                  <c:v>30</c:v>
                </c:pt>
                <c:pt idx="5331">
                  <c:v>7</c:v>
                </c:pt>
                <c:pt idx="5332">
                  <c:v>3</c:v>
                </c:pt>
                <c:pt idx="5333">
                  <c:v>2</c:v>
                </c:pt>
                <c:pt idx="5334">
                  <c:v>0</c:v>
                </c:pt>
                <c:pt idx="5335">
                  <c:v>0</c:v>
                </c:pt>
                <c:pt idx="5336">
                  <c:v>10</c:v>
                </c:pt>
                <c:pt idx="5337">
                  <c:v>12</c:v>
                </c:pt>
                <c:pt idx="5338">
                  <c:v>23</c:v>
                </c:pt>
                <c:pt idx="5339">
                  <c:v>0</c:v>
                </c:pt>
                <c:pt idx="5340">
                  <c:v>0</c:v>
                </c:pt>
                <c:pt idx="5341">
                  <c:v>0</c:v>
                </c:pt>
                <c:pt idx="5342">
                  <c:v>0</c:v>
                </c:pt>
                <c:pt idx="5343">
                  <c:v>0</c:v>
                </c:pt>
                <c:pt idx="5344">
                  <c:v>35</c:v>
                </c:pt>
                <c:pt idx="5345">
                  <c:v>0</c:v>
                </c:pt>
                <c:pt idx="5346">
                  <c:v>48</c:v>
                </c:pt>
                <c:pt idx="5347">
                  <c:v>0</c:v>
                </c:pt>
                <c:pt idx="5348">
                  <c:v>0</c:v>
                </c:pt>
                <c:pt idx="5349">
                  <c:v>1</c:v>
                </c:pt>
                <c:pt idx="5350">
                  <c:v>0</c:v>
                </c:pt>
                <c:pt idx="5351">
                  <c:v>0</c:v>
                </c:pt>
                <c:pt idx="5352">
                  <c:v>16</c:v>
                </c:pt>
                <c:pt idx="5353">
                  <c:v>10</c:v>
                </c:pt>
                <c:pt idx="5354">
                  <c:v>3</c:v>
                </c:pt>
                <c:pt idx="5355">
                  <c:v>0</c:v>
                </c:pt>
                <c:pt idx="5356">
                  <c:v>2</c:v>
                </c:pt>
                <c:pt idx="5357">
                  <c:v>1</c:v>
                </c:pt>
                <c:pt idx="5358">
                  <c:v>0</c:v>
                </c:pt>
                <c:pt idx="5359">
                  <c:v>2</c:v>
                </c:pt>
                <c:pt idx="5360">
                  <c:v>75</c:v>
                </c:pt>
                <c:pt idx="5361">
                  <c:v>60</c:v>
                </c:pt>
                <c:pt idx="5362">
                  <c:v>23</c:v>
                </c:pt>
                <c:pt idx="5363">
                  <c:v>0</c:v>
                </c:pt>
                <c:pt idx="5364">
                  <c:v>0</c:v>
                </c:pt>
                <c:pt idx="5365">
                  <c:v>4</c:v>
                </c:pt>
                <c:pt idx="5366">
                  <c:v>140</c:v>
                </c:pt>
                <c:pt idx="5367">
                  <c:v>0</c:v>
                </c:pt>
                <c:pt idx="5368">
                  <c:v>0</c:v>
                </c:pt>
                <c:pt idx="5369">
                  <c:v>3</c:v>
                </c:pt>
                <c:pt idx="5370">
                  <c:v>0</c:v>
                </c:pt>
                <c:pt idx="5371">
                  <c:v>77</c:v>
                </c:pt>
                <c:pt idx="5372">
                  <c:v>0</c:v>
                </c:pt>
                <c:pt idx="5373">
                  <c:v>0</c:v>
                </c:pt>
                <c:pt idx="5374">
                  <c:v>0</c:v>
                </c:pt>
                <c:pt idx="5375">
                  <c:v>0</c:v>
                </c:pt>
                <c:pt idx="5376">
                  <c:v>8</c:v>
                </c:pt>
                <c:pt idx="5377">
                  <c:v>4</c:v>
                </c:pt>
                <c:pt idx="5378">
                  <c:v>6</c:v>
                </c:pt>
                <c:pt idx="5379">
                  <c:v>0</c:v>
                </c:pt>
                <c:pt idx="5380">
                  <c:v>5</c:v>
                </c:pt>
                <c:pt idx="5381">
                  <c:v>90</c:v>
                </c:pt>
                <c:pt idx="5382">
                  <c:v>64</c:v>
                </c:pt>
                <c:pt idx="5383">
                  <c:v>0</c:v>
                </c:pt>
                <c:pt idx="5384">
                  <c:v>96</c:v>
                </c:pt>
                <c:pt idx="5385">
                  <c:v>0</c:v>
                </c:pt>
                <c:pt idx="5386">
                  <c:v>15</c:v>
                </c:pt>
                <c:pt idx="5387">
                  <c:v>0</c:v>
                </c:pt>
                <c:pt idx="5388">
                  <c:v>0</c:v>
                </c:pt>
                <c:pt idx="5389">
                  <c:v>0</c:v>
                </c:pt>
                <c:pt idx="5390">
                  <c:v>0</c:v>
                </c:pt>
                <c:pt idx="5391">
                  <c:v>2</c:v>
                </c:pt>
                <c:pt idx="5392">
                  <c:v>1</c:v>
                </c:pt>
                <c:pt idx="5393">
                  <c:v>105</c:v>
                </c:pt>
                <c:pt idx="5394">
                  <c:v>8</c:v>
                </c:pt>
                <c:pt idx="5395">
                  <c:v>90</c:v>
                </c:pt>
                <c:pt idx="5396">
                  <c:v>44</c:v>
                </c:pt>
                <c:pt idx="5397">
                  <c:v>0</c:v>
                </c:pt>
                <c:pt idx="5398">
                  <c:v>9</c:v>
                </c:pt>
                <c:pt idx="5399">
                  <c:v>0</c:v>
                </c:pt>
                <c:pt idx="5400">
                  <c:v>2</c:v>
                </c:pt>
                <c:pt idx="5401">
                  <c:v>28</c:v>
                </c:pt>
                <c:pt idx="5402">
                  <c:v>72</c:v>
                </c:pt>
                <c:pt idx="5403">
                  <c:v>63</c:v>
                </c:pt>
                <c:pt idx="5404">
                  <c:v>20</c:v>
                </c:pt>
                <c:pt idx="5405">
                  <c:v>44</c:v>
                </c:pt>
                <c:pt idx="5406">
                  <c:v>3</c:v>
                </c:pt>
                <c:pt idx="5407">
                  <c:v>2</c:v>
                </c:pt>
                <c:pt idx="5408">
                  <c:v>4</c:v>
                </c:pt>
                <c:pt idx="5409">
                  <c:v>0</c:v>
                </c:pt>
                <c:pt idx="5410">
                  <c:v>1</c:v>
                </c:pt>
                <c:pt idx="5411">
                  <c:v>4</c:v>
                </c:pt>
                <c:pt idx="5412">
                  <c:v>0</c:v>
                </c:pt>
                <c:pt idx="5413">
                  <c:v>0</c:v>
                </c:pt>
                <c:pt idx="5414">
                  <c:v>14</c:v>
                </c:pt>
                <c:pt idx="5415">
                  <c:v>0</c:v>
                </c:pt>
                <c:pt idx="5416">
                  <c:v>0</c:v>
                </c:pt>
                <c:pt idx="5417">
                  <c:v>14</c:v>
                </c:pt>
                <c:pt idx="5418">
                  <c:v>0</c:v>
                </c:pt>
                <c:pt idx="5419">
                  <c:v>0</c:v>
                </c:pt>
                <c:pt idx="5420">
                  <c:v>0</c:v>
                </c:pt>
                <c:pt idx="5421">
                  <c:v>252</c:v>
                </c:pt>
                <c:pt idx="5422">
                  <c:v>0</c:v>
                </c:pt>
                <c:pt idx="5423">
                  <c:v>47</c:v>
                </c:pt>
                <c:pt idx="5424">
                  <c:v>34</c:v>
                </c:pt>
                <c:pt idx="5425">
                  <c:v>0</c:v>
                </c:pt>
                <c:pt idx="5426">
                  <c:v>24</c:v>
                </c:pt>
                <c:pt idx="5427">
                  <c:v>0</c:v>
                </c:pt>
                <c:pt idx="5428">
                  <c:v>0</c:v>
                </c:pt>
                <c:pt idx="5429">
                  <c:v>56</c:v>
                </c:pt>
                <c:pt idx="5430">
                  <c:v>16</c:v>
                </c:pt>
                <c:pt idx="5431">
                  <c:v>0</c:v>
                </c:pt>
                <c:pt idx="5432">
                  <c:v>30</c:v>
                </c:pt>
                <c:pt idx="5433">
                  <c:v>26</c:v>
                </c:pt>
                <c:pt idx="5434">
                  <c:v>140</c:v>
                </c:pt>
                <c:pt idx="5435">
                  <c:v>14</c:v>
                </c:pt>
                <c:pt idx="5436">
                  <c:v>0</c:v>
                </c:pt>
                <c:pt idx="5437">
                  <c:v>0</c:v>
                </c:pt>
                <c:pt idx="5438">
                  <c:v>2</c:v>
                </c:pt>
                <c:pt idx="5439">
                  <c:v>0</c:v>
                </c:pt>
                <c:pt idx="5440">
                  <c:v>0</c:v>
                </c:pt>
                <c:pt idx="5441">
                  <c:v>0</c:v>
                </c:pt>
                <c:pt idx="5442">
                  <c:v>0</c:v>
                </c:pt>
                <c:pt idx="5443">
                  <c:v>5</c:v>
                </c:pt>
                <c:pt idx="5444">
                  <c:v>112</c:v>
                </c:pt>
                <c:pt idx="5445">
                  <c:v>0</c:v>
                </c:pt>
                <c:pt idx="5446">
                  <c:v>0</c:v>
                </c:pt>
                <c:pt idx="5447">
                  <c:v>9</c:v>
                </c:pt>
                <c:pt idx="5448">
                  <c:v>0</c:v>
                </c:pt>
                <c:pt idx="5449">
                  <c:v>0</c:v>
                </c:pt>
                <c:pt idx="5450">
                  <c:v>0</c:v>
                </c:pt>
                <c:pt idx="5451">
                  <c:v>0</c:v>
                </c:pt>
                <c:pt idx="5452">
                  <c:v>0</c:v>
                </c:pt>
                <c:pt idx="5453">
                  <c:v>0</c:v>
                </c:pt>
                <c:pt idx="5454">
                  <c:v>111</c:v>
                </c:pt>
                <c:pt idx="5455">
                  <c:v>12</c:v>
                </c:pt>
                <c:pt idx="5456">
                  <c:v>0</c:v>
                </c:pt>
                <c:pt idx="5457">
                  <c:v>25</c:v>
                </c:pt>
                <c:pt idx="5458">
                  <c:v>8</c:v>
                </c:pt>
                <c:pt idx="5459">
                  <c:v>5</c:v>
                </c:pt>
                <c:pt idx="5460">
                  <c:v>33</c:v>
                </c:pt>
                <c:pt idx="5461">
                  <c:v>0</c:v>
                </c:pt>
                <c:pt idx="5462">
                  <c:v>90</c:v>
                </c:pt>
                <c:pt idx="5463">
                  <c:v>0</c:v>
                </c:pt>
                <c:pt idx="5464">
                  <c:v>0</c:v>
                </c:pt>
                <c:pt idx="5465">
                  <c:v>30</c:v>
                </c:pt>
                <c:pt idx="5466">
                  <c:v>70</c:v>
                </c:pt>
                <c:pt idx="5467">
                  <c:v>42</c:v>
                </c:pt>
                <c:pt idx="5468">
                  <c:v>0</c:v>
                </c:pt>
                <c:pt idx="5469">
                  <c:v>6</c:v>
                </c:pt>
                <c:pt idx="5470">
                  <c:v>0</c:v>
                </c:pt>
                <c:pt idx="5471">
                  <c:v>1</c:v>
                </c:pt>
                <c:pt idx="5472">
                  <c:v>2</c:v>
                </c:pt>
                <c:pt idx="5473">
                  <c:v>0</c:v>
                </c:pt>
                <c:pt idx="5474">
                  <c:v>0</c:v>
                </c:pt>
                <c:pt idx="5475">
                  <c:v>4</c:v>
                </c:pt>
                <c:pt idx="5476">
                  <c:v>9</c:v>
                </c:pt>
                <c:pt idx="5477">
                  <c:v>0</c:v>
                </c:pt>
                <c:pt idx="5478">
                  <c:v>41</c:v>
                </c:pt>
                <c:pt idx="5479">
                  <c:v>16</c:v>
                </c:pt>
                <c:pt idx="5480">
                  <c:v>1</c:v>
                </c:pt>
                <c:pt idx="5481">
                  <c:v>0</c:v>
                </c:pt>
                <c:pt idx="5482">
                  <c:v>0</c:v>
                </c:pt>
                <c:pt idx="5483">
                  <c:v>0</c:v>
                </c:pt>
                <c:pt idx="5484">
                  <c:v>0</c:v>
                </c:pt>
                <c:pt idx="5485">
                  <c:v>58</c:v>
                </c:pt>
                <c:pt idx="5486">
                  <c:v>5</c:v>
                </c:pt>
                <c:pt idx="5487">
                  <c:v>9</c:v>
                </c:pt>
                <c:pt idx="5488">
                  <c:v>0</c:v>
                </c:pt>
                <c:pt idx="5489">
                  <c:v>0</c:v>
                </c:pt>
                <c:pt idx="5490">
                  <c:v>0</c:v>
                </c:pt>
                <c:pt idx="5491">
                  <c:v>0</c:v>
                </c:pt>
                <c:pt idx="5492">
                  <c:v>150</c:v>
                </c:pt>
                <c:pt idx="5493">
                  <c:v>12</c:v>
                </c:pt>
                <c:pt idx="5494">
                  <c:v>0</c:v>
                </c:pt>
                <c:pt idx="5495">
                  <c:v>0</c:v>
                </c:pt>
                <c:pt idx="5496">
                  <c:v>1</c:v>
                </c:pt>
                <c:pt idx="5497">
                  <c:v>0</c:v>
                </c:pt>
                <c:pt idx="5498">
                  <c:v>3</c:v>
                </c:pt>
                <c:pt idx="5499">
                  <c:v>0</c:v>
                </c:pt>
                <c:pt idx="5500">
                  <c:v>150</c:v>
                </c:pt>
                <c:pt idx="5501">
                  <c:v>21</c:v>
                </c:pt>
                <c:pt idx="5502">
                  <c:v>12</c:v>
                </c:pt>
                <c:pt idx="5503">
                  <c:v>0</c:v>
                </c:pt>
                <c:pt idx="5504">
                  <c:v>5</c:v>
                </c:pt>
                <c:pt idx="5505">
                  <c:v>36</c:v>
                </c:pt>
                <c:pt idx="5506">
                  <c:v>0</c:v>
                </c:pt>
                <c:pt idx="5507">
                  <c:v>8</c:v>
                </c:pt>
                <c:pt idx="5508">
                  <c:v>0</c:v>
                </c:pt>
                <c:pt idx="5509">
                  <c:v>0</c:v>
                </c:pt>
                <c:pt idx="5510">
                  <c:v>10</c:v>
                </c:pt>
                <c:pt idx="5511">
                  <c:v>0</c:v>
                </c:pt>
                <c:pt idx="5512">
                  <c:v>14</c:v>
                </c:pt>
                <c:pt idx="5513">
                  <c:v>0</c:v>
                </c:pt>
                <c:pt idx="5514">
                  <c:v>0</c:v>
                </c:pt>
                <c:pt idx="5515">
                  <c:v>0</c:v>
                </c:pt>
                <c:pt idx="5516">
                  <c:v>111</c:v>
                </c:pt>
                <c:pt idx="5517">
                  <c:v>0</c:v>
                </c:pt>
                <c:pt idx="5518">
                  <c:v>0</c:v>
                </c:pt>
                <c:pt idx="5519">
                  <c:v>0</c:v>
                </c:pt>
                <c:pt idx="5520">
                  <c:v>0</c:v>
                </c:pt>
                <c:pt idx="5521">
                  <c:v>0</c:v>
                </c:pt>
                <c:pt idx="5522">
                  <c:v>0</c:v>
                </c:pt>
                <c:pt idx="5523">
                  <c:v>0</c:v>
                </c:pt>
                <c:pt idx="5524">
                  <c:v>0</c:v>
                </c:pt>
                <c:pt idx="5525">
                  <c:v>0</c:v>
                </c:pt>
                <c:pt idx="5526">
                  <c:v>0</c:v>
                </c:pt>
                <c:pt idx="5527">
                  <c:v>13</c:v>
                </c:pt>
                <c:pt idx="5528">
                  <c:v>1</c:v>
                </c:pt>
                <c:pt idx="5529">
                  <c:v>0</c:v>
                </c:pt>
                <c:pt idx="5530">
                  <c:v>7</c:v>
                </c:pt>
                <c:pt idx="5531">
                  <c:v>1</c:v>
                </c:pt>
                <c:pt idx="5532">
                  <c:v>8</c:v>
                </c:pt>
                <c:pt idx="5533">
                  <c:v>6</c:v>
                </c:pt>
                <c:pt idx="5534">
                  <c:v>20</c:v>
                </c:pt>
                <c:pt idx="5535">
                  <c:v>8</c:v>
                </c:pt>
                <c:pt idx="5536">
                  <c:v>5</c:v>
                </c:pt>
                <c:pt idx="5537">
                  <c:v>29</c:v>
                </c:pt>
                <c:pt idx="5538">
                  <c:v>0</c:v>
                </c:pt>
                <c:pt idx="5539">
                  <c:v>2</c:v>
                </c:pt>
                <c:pt idx="5540">
                  <c:v>2</c:v>
                </c:pt>
                <c:pt idx="5541">
                  <c:v>30</c:v>
                </c:pt>
                <c:pt idx="5542">
                  <c:v>114</c:v>
                </c:pt>
                <c:pt idx="5543">
                  <c:v>0</c:v>
                </c:pt>
                <c:pt idx="5544">
                  <c:v>0</c:v>
                </c:pt>
                <c:pt idx="5545">
                  <c:v>0</c:v>
                </c:pt>
                <c:pt idx="5546">
                  <c:v>0</c:v>
                </c:pt>
                <c:pt idx="5547">
                  <c:v>14</c:v>
                </c:pt>
                <c:pt idx="5548">
                  <c:v>14</c:v>
                </c:pt>
                <c:pt idx="5549">
                  <c:v>60</c:v>
                </c:pt>
                <c:pt idx="5550">
                  <c:v>0</c:v>
                </c:pt>
                <c:pt idx="5551">
                  <c:v>72</c:v>
                </c:pt>
                <c:pt idx="5552">
                  <c:v>0</c:v>
                </c:pt>
                <c:pt idx="5553">
                  <c:v>0</c:v>
                </c:pt>
                <c:pt idx="5554">
                  <c:v>17</c:v>
                </c:pt>
                <c:pt idx="5555">
                  <c:v>0</c:v>
                </c:pt>
                <c:pt idx="5556">
                  <c:v>0</c:v>
                </c:pt>
                <c:pt idx="5557">
                  <c:v>9</c:v>
                </c:pt>
                <c:pt idx="5558">
                  <c:v>0</c:v>
                </c:pt>
                <c:pt idx="5559">
                  <c:v>19</c:v>
                </c:pt>
                <c:pt idx="5560">
                  <c:v>23</c:v>
                </c:pt>
                <c:pt idx="5561">
                  <c:v>1</c:v>
                </c:pt>
                <c:pt idx="5562">
                  <c:v>8</c:v>
                </c:pt>
                <c:pt idx="5563">
                  <c:v>0</c:v>
                </c:pt>
                <c:pt idx="5564">
                  <c:v>0</c:v>
                </c:pt>
                <c:pt idx="5565">
                  <c:v>14</c:v>
                </c:pt>
                <c:pt idx="5566">
                  <c:v>0</c:v>
                </c:pt>
                <c:pt idx="5567">
                  <c:v>0</c:v>
                </c:pt>
                <c:pt idx="5568">
                  <c:v>0</c:v>
                </c:pt>
                <c:pt idx="5569">
                  <c:v>0</c:v>
                </c:pt>
                <c:pt idx="5570">
                  <c:v>4</c:v>
                </c:pt>
                <c:pt idx="5571">
                  <c:v>0</c:v>
                </c:pt>
                <c:pt idx="5572">
                  <c:v>0</c:v>
                </c:pt>
                <c:pt idx="5573">
                  <c:v>6</c:v>
                </c:pt>
                <c:pt idx="5574">
                  <c:v>1</c:v>
                </c:pt>
                <c:pt idx="5575">
                  <c:v>4</c:v>
                </c:pt>
                <c:pt idx="5576">
                  <c:v>0</c:v>
                </c:pt>
                <c:pt idx="5577">
                  <c:v>0</c:v>
                </c:pt>
                <c:pt idx="5578">
                  <c:v>32</c:v>
                </c:pt>
                <c:pt idx="5579">
                  <c:v>32</c:v>
                </c:pt>
                <c:pt idx="5580">
                  <c:v>0</c:v>
                </c:pt>
                <c:pt idx="5581">
                  <c:v>120</c:v>
                </c:pt>
                <c:pt idx="5582">
                  <c:v>29</c:v>
                </c:pt>
                <c:pt idx="5583">
                  <c:v>9</c:v>
                </c:pt>
                <c:pt idx="5584">
                  <c:v>16</c:v>
                </c:pt>
                <c:pt idx="5585">
                  <c:v>0</c:v>
                </c:pt>
                <c:pt idx="5586">
                  <c:v>0</c:v>
                </c:pt>
                <c:pt idx="5587">
                  <c:v>0</c:v>
                </c:pt>
                <c:pt idx="5588">
                  <c:v>0</c:v>
                </c:pt>
                <c:pt idx="5589">
                  <c:v>0</c:v>
                </c:pt>
                <c:pt idx="5590">
                  <c:v>0</c:v>
                </c:pt>
                <c:pt idx="5591">
                  <c:v>0</c:v>
                </c:pt>
                <c:pt idx="5592">
                  <c:v>7</c:v>
                </c:pt>
                <c:pt idx="5593">
                  <c:v>0</c:v>
                </c:pt>
                <c:pt idx="5594">
                  <c:v>31</c:v>
                </c:pt>
                <c:pt idx="5595">
                  <c:v>0</c:v>
                </c:pt>
                <c:pt idx="5596">
                  <c:v>0</c:v>
                </c:pt>
                <c:pt idx="5597">
                  <c:v>31</c:v>
                </c:pt>
                <c:pt idx="5598">
                  <c:v>10</c:v>
                </c:pt>
                <c:pt idx="5599">
                  <c:v>8</c:v>
                </c:pt>
                <c:pt idx="5600">
                  <c:v>0</c:v>
                </c:pt>
                <c:pt idx="5601">
                  <c:v>0</c:v>
                </c:pt>
                <c:pt idx="5602">
                  <c:v>25</c:v>
                </c:pt>
                <c:pt idx="5603">
                  <c:v>0</c:v>
                </c:pt>
                <c:pt idx="5604">
                  <c:v>0</c:v>
                </c:pt>
                <c:pt idx="5605">
                  <c:v>0</c:v>
                </c:pt>
                <c:pt idx="5606">
                  <c:v>15</c:v>
                </c:pt>
                <c:pt idx="5607">
                  <c:v>7</c:v>
                </c:pt>
                <c:pt idx="5608">
                  <c:v>0</c:v>
                </c:pt>
                <c:pt idx="5609">
                  <c:v>2</c:v>
                </c:pt>
                <c:pt idx="5610">
                  <c:v>0</c:v>
                </c:pt>
                <c:pt idx="5611">
                  <c:v>7</c:v>
                </c:pt>
                <c:pt idx="5612">
                  <c:v>1</c:v>
                </c:pt>
                <c:pt idx="5613">
                  <c:v>0</c:v>
                </c:pt>
                <c:pt idx="5614">
                  <c:v>38</c:v>
                </c:pt>
                <c:pt idx="5615">
                  <c:v>0</c:v>
                </c:pt>
                <c:pt idx="5616">
                  <c:v>80</c:v>
                </c:pt>
                <c:pt idx="5617">
                  <c:v>7</c:v>
                </c:pt>
                <c:pt idx="5618">
                  <c:v>0</c:v>
                </c:pt>
                <c:pt idx="5619">
                  <c:v>2</c:v>
                </c:pt>
                <c:pt idx="5620">
                  <c:v>0</c:v>
                </c:pt>
                <c:pt idx="5621">
                  <c:v>0</c:v>
                </c:pt>
                <c:pt idx="5622">
                  <c:v>0</c:v>
                </c:pt>
                <c:pt idx="5623">
                  <c:v>2</c:v>
                </c:pt>
                <c:pt idx="5624">
                  <c:v>9</c:v>
                </c:pt>
                <c:pt idx="5625">
                  <c:v>1</c:v>
                </c:pt>
                <c:pt idx="5626">
                  <c:v>108</c:v>
                </c:pt>
                <c:pt idx="5627">
                  <c:v>98</c:v>
                </c:pt>
                <c:pt idx="5628">
                  <c:v>20</c:v>
                </c:pt>
                <c:pt idx="5629">
                  <c:v>1</c:v>
                </c:pt>
                <c:pt idx="5630">
                  <c:v>180</c:v>
                </c:pt>
                <c:pt idx="5631">
                  <c:v>1</c:v>
                </c:pt>
                <c:pt idx="5632">
                  <c:v>56</c:v>
                </c:pt>
                <c:pt idx="5633">
                  <c:v>0</c:v>
                </c:pt>
                <c:pt idx="5634">
                  <c:v>0</c:v>
                </c:pt>
                <c:pt idx="5635">
                  <c:v>0</c:v>
                </c:pt>
                <c:pt idx="5636">
                  <c:v>0</c:v>
                </c:pt>
                <c:pt idx="5637">
                  <c:v>0</c:v>
                </c:pt>
                <c:pt idx="5638">
                  <c:v>0</c:v>
                </c:pt>
                <c:pt idx="5639">
                  <c:v>2</c:v>
                </c:pt>
                <c:pt idx="5640">
                  <c:v>45</c:v>
                </c:pt>
                <c:pt idx="5641">
                  <c:v>3</c:v>
                </c:pt>
                <c:pt idx="5642">
                  <c:v>0</c:v>
                </c:pt>
                <c:pt idx="5643">
                  <c:v>0</c:v>
                </c:pt>
                <c:pt idx="5644">
                  <c:v>150</c:v>
                </c:pt>
                <c:pt idx="5645">
                  <c:v>2</c:v>
                </c:pt>
                <c:pt idx="5646">
                  <c:v>0</c:v>
                </c:pt>
                <c:pt idx="5647">
                  <c:v>0</c:v>
                </c:pt>
                <c:pt idx="5648">
                  <c:v>0</c:v>
                </c:pt>
                <c:pt idx="5649">
                  <c:v>0</c:v>
                </c:pt>
                <c:pt idx="5650">
                  <c:v>2</c:v>
                </c:pt>
                <c:pt idx="5651">
                  <c:v>8</c:v>
                </c:pt>
                <c:pt idx="5652">
                  <c:v>0</c:v>
                </c:pt>
                <c:pt idx="5653">
                  <c:v>0</c:v>
                </c:pt>
                <c:pt idx="5654">
                  <c:v>130</c:v>
                </c:pt>
                <c:pt idx="5655">
                  <c:v>0</c:v>
                </c:pt>
                <c:pt idx="5656">
                  <c:v>1</c:v>
                </c:pt>
                <c:pt idx="5657">
                  <c:v>0</c:v>
                </c:pt>
                <c:pt idx="5658">
                  <c:v>0</c:v>
                </c:pt>
                <c:pt idx="5659">
                  <c:v>0</c:v>
                </c:pt>
                <c:pt idx="5660">
                  <c:v>1</c:v>
                </c:pt>
                <c:pt idx="5661">
                  <c:v>3</c:v>
                </c:pt>
                <c:pt idx="5662">
                  <c:v>1</c:v>
                </c:pt>
                <c:pt idx="5663">
                  <c:v>0</c:v>
                </c:pt>
                <c:pt idx="5664">
                  <c:v>0</c:v>
                </c:pt>
                <c:pt idx="5665">
                  <c:v>0</c:v>
                </c:pt>
                <c:pt idx="5666">
                  <c:v>1</c:v>
                </c:pt>
                <c:pt idx="5667">
                  <c:v>2</c:v>
                </c:pt>
                <c:pt idx="5668">
                  <c:v>0</c:v>
                </c:pt>
                <c:pt idx="5669">
                  <c:v>0</c:v>
                </c:pt>
                <c:pt idx="5670">
                  <c:v>0</c:v>
                </c:pt>
                <c:pt idx="5671">
                  <c:v>0</c:v>
                </c:pt>
                <c:pt idx="5672">
                  <c:v>0</c:v>
                </c:pt>
                <c:pt idx="5673">
                  <c:v>4</c:v>
                </c:pt>
                <c:pt idx="5674">
                  <c:v>2</c:v>
                </c:pt>
                <c:pt idx="5675">
                  <c:v>130</c:v>
                </c:pt>
                <c:pt idx="5676">
                  <c:v>31</c:v>
                </c:pt>
                <c:pt idx="5677">
                  <c:v>0</c:v>
                </c:pt>
                <c:pt idx="5678">
                  <c:v>33</c:v>
                </c:pt>
                <c:pt idx="5679">
                  <c:v>0</c:v>
                </c:pt>
                <c:pt idx="5680">
                  <c:v>26</c:v>
                </c:pt>
                <c:pt idx="5681">
                  <c:v>16</c:v>
                </c:pt>
                <c:pt idx="5682">
                  <c:v>0</c:v>
                </c:pt>
                <c:pt idx="5683">
                  <c:v>60</c:v>
                </c:pt>
                <c:pt idx="5684">
                  <c:v>90</c:v>
                </c:pt>
                <c:pt idx="5685">
                  <c:v>28</c:v>
                </c:pt>
                <c:pt idx="5686">
                  <c:v>0</c:v>
                </c:pt>
                <c:pt idx="5687">
                  <c:v>0</c:v>
                </c:pt>
                <c:pt idx="5688">
                  <c:v>84</c:v>
                </c:pt>
                <c:pt idx="5689">
                  <c:v>56</c:v>
                </c:pt>
                <c:pt idx="5690">
                  <c:v>0</c:v>
                </c:pt>
                <c:pt idx="5691">
                  <c:v>5</c:v>
                </c:pt>
                <c:pt idx="5692">
                  <c:v>3</c:v>
                </c:pt>
                <c:pt idx="5693">
                  <c:v>43</c:v>
                </c:pt>
                <c:pt idx="5694">
                  <c:v>34</c:v>
                </c:pt>
                <c:pt idx="5695">
                  <c:v>31</c:v>
                </c:pt>
                <c:pt idx="5696">
                  <c:v>41</c:v>
                </c:pt>
                <c:pt idx="5697">
                  <c:v>42</c:v>
                </c:pt>
                <c:pt idx="5698">
                  <c:v>120</c:v>
                </c:pt>
                <c:pt idx="5699">
                  <c:v>0</c:v>
                </c:pt>
                <c:pt idx="5700">
                  <c:v>106</c:v>
                </c:pt>
                <c:pt idx="5701">
                  <c:v>0</c:v>
                </c:pt>
                <c:pt idx="5702">
                  <c:v>5</c:v>
                </c:pt>
                <c:pt idx="5703">
                  <c:v>0</c:v>
                </c:pt>
                <c:pt idx="5704">
                  <c:v>0</c:v>
                </c:pt>
                <c:pt idx="5705">
                  <c:v>261</c:v>
                </c:pt>
                <c:pt idx="5706">
                  <c:v>1</c:v>
                </c:pt>
                <c:pt idx="5707">
                  <c:v>1</c:v>
                </c:pt>
                <c:pt idx="5708">
                  <c:v>0</c:v>
                </c:pt>
                <c:pt idx="5709">
                  <c:v>0</c:v>
                </c:pt>
                <c:pt idx="5710">
                  <c:v>3</c:v>
                </c:pt>
                <c:pt idx="5711">
                  <c:v>0</c:v>
                </c:pt>
                <c:pt idx="5712">
                  <c:v>0</c:v>
                </c:pt>
                <c:pt idx="5713">
                  <c:v>0</c:v>
                </c:pt>
                <c:pt idx="5714">
                  <c:v>0</c:v>
                </c:pt>
                <c:pt idx="5715">
                  <c:v>0</c:v>
                </c:pt>
                <c:pt idx="5716">
                  <c:v>0</c:v>
                </c:pt>
                <c:pt idx="5717">
                  <c:v>0</c:v>
                </c:pt>
                <c:pt idx="5718">
                  <c:v>0</c:v>
                </c:pt>
                <c:pt idx="5719">
                  <c:v>0</c:v>
                </c:pt>
                <c:pt idx="5720">
                  <c:v>0</c:v>
                </c:pt>
                <c:pt idx="5721">
                  <c:v>1</c:v>
                </c:pt>
                <c:pt idx="5722">
                  <c:v>2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14</c:v>
                </c:pt>
                <c:pt idx="5727">
                  <c:v>0</c:v>
                </c:pt>
                <c:pt idx="5728">
                  <c:v>221</c:v>
                </c:pt>
                <c:pt idx="5729">
                  <c:v>0</c:v>
                </c:pt>
                <c:pt idx="5730">
                  <c:v>2</c:v>
                </c:pt>
                <c:pt idx="5731">
                  <c:v>0</c:v>
                </c:pt>
                <c:pt idx="5732">
                  <c:v>0</c:v>
                </c:pt>
                <c:pt idx="5733">
                  <c:v>51</c:v>
                </c:pt>
                <c:pt idx="5734">
                  <c:v>49</c:v>
                </c:pt>
                <c:pt idx="5735">
                  <c:v>8</c:v>
                </c:pt>
                <c:pt idx="5736">
                  <c:v>0</c:v>
                </c:pt>
                <c:pt idx="5737">
                  <c:v>14</c:v>
                </c:pt>
                <c:pt idx="5738">
                  <c:v>0</c:v>
                </c:pt>
                <c:pt idx="5739">
                  <c:v>1</c:v>
                </c:pt>
                <c:pt idx="5740">
                  <c:v>120</c:v>
                </c:pt>
                <c:pt idx="5741">
                  <c:v>16</c:v>
                </c:pt>
                <c:pt idx="5742">
                  <c:v>0</c:v>
                </c:pt>
                <c:pt idx="5743">
                  <c:v>28</c:v>
                </c:pt>
                <c:pt idx="5744">
                  <c:v>168</c:v>
                </c:pt>
                <c:pt idx="5745">
                  <c:v>6</c:v>
                </c:pt>
                <c:pt idx="5746">
                  <c:v>5</c:v>
                </c:pt>
                <c:pt idx="5747">
                  <c:v>0</c:v>
                </c:pt>
                <c:pt idx="5748">
                  <c:v>0</c:v>
                </c:pt>
                <c:pt idx="5749">
                  <c:v>0</c:v>
                </c:pt>
                <c:pt idx="5750">
                  <c:v>109</c:v>
                </c:pt>
                <c:pt idx="5751">
                  <c:v>0</c:v>
                </c:pt>
                <c:pt idx="5752">
                  <c:v>2</c:v>
                </c:pt>
                <c:pt idx="5753">
                  <c:v>0</c:v>
                </c:pt>
                <c:pt idx="5754">
                  <c:v>0</c:v>
                </c:pt>
                <c:pt idx="5755">
                  <c:v>120</c:v>
                </c:pt>
                <c:pt idx="5756">
                  <c:v>24</c:v>
                </c:pt>
                <c:pt idx="5757">
                  <c:v>14</c:v>
                </c:pt>
                <c:pt idx="5758">
                  <c:v>180</c:v>
                </c:pt>
                <c:pt idx="5759">
                  <c:v>10</c:v>
                </c:pt>
                <c:pt idx="5760">
                  <c:v>84</c:v>
                </c:pt>
                <c:pt idx="5761">
                  <c:v>9</c:v>
                </c:pt>
                <c:pt idx="5762">
                  <c:v>28</c:v>
                </c:pt>
                <c:pt idx="5763">
                  <c:v>0</c:v>
                </c:pt>
                <c:pt idx="5764">
                  <c:v>0</c:v>
                </c:pt>
                <c:pt idx="5765">
                  <c:v>0</c:v>
                </c:pt>
                <c:pt idx="5766">
                  <c:v>1</c:v>
                </c:pt>
                <c:pt idx="5767">
                  <c:v>6</c:v>
                </c:pt>
                <c:pt idx="5768">
                  <c:v>0</c:v>
                </c:pt>
                <c:pt idx="5769">
                  <c:v>0</c:v>
                </c:pt>
                <c:pt idx="5770">
                  <c:v>42</c:v>
                </c:pt>
                <c:pt idx="5771">
                  <c:v>21</c:v>
                </c:pt>
                <c:pt idx="5772">
                  <c:v>0</c:v>
                </c:pt>
                <c:pt idx="5773">
                  <c:v>0</c:v>
                </c:pt>
                <c:pt idx="5774">
                  <c:v>110</c:v>
                </c:pt>
                <c:pt idx="5775">
                  <c:v>0</c:v>
                </c:pt>
                <c:pt idx="5776">
                  <c:v>0</c:v>
                </c:pt>
                <c:pt idx="5777">
                  <c:v>1</c:v>
                </c:pt>
                <c:pt idx="5778">
                  <c:v>0</c:v>
                </c:pt>
                <c:pt idx="5779">
                  <c:v>9</c:v>
                </c:pt>
                <c:pt idx="5780">
                  <c:v>60</c:v>
                </c:pt>
                <c:pt idx="5781">
                  <c:v>0</c:v>
                </c:pt>
                <c:pt idx="5782">
                  <c:v>24</c:v>
                </c:pt>
                <c:pt idx="5783">
                  <c:v>0</c:v>
                </c:pt>
                <c:pt idx="5784">
                  <c:v>0</c:v>
                </c:pt>
                <c:pt idx="5785">
                  <c:v>9</c:v>
                </c:pt>
                <c:pt idx="5786">
                  <c:v>0</c:v>
                </c:pt>
                <c:pt idx="5787">
                  <c:v>0</c:v>
                </c:pt>
                <c:pt idx="5788">
                  <c:v>0</c:v>
                </c:pt>
                <c:pt idx="5789">
                  <c:v>0</c:v>
                </c:pt>
                <c:pt idx="5790">
                  <c:v>30</c:v>
                </c:pt>
                <c:pt idx="5791">
                  <c:v>0</c:v>
                </c:pt>
                <c:pt idx="5792">
                  <c:v>0</c:v>
                </c:pt>
                <c:pt idx="5793">
                  <c:v>0</c:v>
                </c:pt>
                <c:pt idx="5794">
                  <c:v>0</c:v>
                </c:pt>
                <c:pt idx="5795">
                  <c:v>0</c:v>
                </c:pt>
                <c:pt idx="5796">
                  <c:v>0</c:v>
                </c:pt>
                <c:pt idx="5797">
                  <c:v>0</c:v>
                </c:pt>
                <c:pt idx="5798">
                  <c:v>0</c:v>
                </c:pt>
                <c:pt idx="5799">
                  <c:v>34</c:v>
                </c:pt>
                <c:pt idx="5800">
                  <c:v>4</c:v>
                </c:pt>
                <c:pt idx="5801">
                  <c:v>0</c:v>
                </c:pt>
                <c:pt idx="5802">
                  <c:v>0</c:v>
                </c:pt>
                <c:pt idx="5803">
                  <c:v>0</c:v>
                </c:pt>
                <c:pt idx="5804">
                  <c:v>0</c:v>
                </c:pt>
                <c:pt idx="5805">
                  <c:v>0</c:v>
                </c:pt>
                <c:pt idx="5806">
                  <c:v>0</c:v>
                </c:pt>
                <c:pt idx="5807">
                  <c:v>42</c:v>
                </c:pt>
                <c:pt idx="5808">
                  <c:v>0</c:v>
                </c:pt>
                <c:pt idx="5809">
                  <c:v>64</c:v>
                </c:pt>
                <c:pt idx="5810">
                  <c:v>0</c:v>
                </c:pt>
                <c:pt idx="5811">
                  <c:v>0</c:v>
                </c:pt>
                <c:pt idx="5812">
                  <c:v>0</c:v>
                </c:pt>
                <c:pt idx="5813">
                  <c:v>7</c:v>
                </c:pt>
                <c:pt idx="5814">
                  <c:v>0</c:v>
                </c:pt>
                <c:pt idx="5815">
                  <c:v>0</c:v>
                </c:pt>
                <c:pt idx="5816">
                  <c:v>46</c:v>
                </c:pt>
                <c:pt idx="5817">
                  <c:v>45</c:v>
                </c:pt>
                <c:pt idx="5818">
                  <c:v>0</c:v>
                </c:pt>
                <c:pt idx="5819">
                  <c:v>0</c:v>
                </c:pt>
                <c:pt idx="5820">
                  <c:v>0</c:v>
                </c:pt>
                <c:pt idx="5821">
                  <c:v>0</c:v>
                </c:pt>
                <c:pt idx="5822">
                  <c:v>0</c:v>
                </c:pt>
                <c:pt idx="5823">
                  <c:v>12</c:v>
                </c:pt>
                <c:pt idx="5824">
                  <c:v>0</c:v>
                </c:pt>
                <c:pt idx="5825">
                  <c:v>0</c:v>
                </c:pt>
                <c:pt idx="5826">
                  <c:v>0</c:v>
                </c:pt>
                <c:pt idx="5827">
                  <c:v>0</c:v>
                </c:pt>
                <c:pt idx="5828">
                  <c:v>0</c:v>
                </c:pt>
                <c:pt idx="5829">
                  <c:v>0</c:v>
                </c:pt>
                <c:pt idx="5830">
                  <c:v>0</c:v>
                </c:pt>
                <c:pt idx="5831">
                  <c:v>0</c:v>
                </c:pt>
                <c:pt idx="5832">
                  <c:v>0</c:v>
                </c:pt>
                <c:pt idx="5833">
                  <c:v>0</c:v>
                </c:pt>
                <c:pt idx="5834">
                  <c:v>0</c:v>
                </c:pt>
                <c:pt idx="5835">
                  <c:v>0</c:v>
                </c:pt>
                <c:pt idx="5836">
                  <c:v>0</c:v>
                </c:pt>
                <c:pt idx="5837">
                  <c:v>12</c:v>
                </c:pt>
                <c:pt idx="5838">
                  <c:v>0</c:v>
                </c:pt>
                <c:pt idx="5839">
                  <c:v>15</c:v>
                </c:pt>
                <c:pt idx="5840">
                  <c:v>9</c:v>
                </c:pt>
                <c:pt idx="5841">
                  <c:v>0</c:v>
                </c:pt>
                <c:pt idx="5842">
                  <c:v>0</c:v>
                </c:pt>
                <c:pt idx="5843">
                  <c:v>0</c:v>
                </c:pt>
                <c:pt idx="5844">
                  <c:v>0</c:v>
                </c:pt>
                <c:pt idx="5845">
                  <c:v>0</c:v>
                </c:pt>
                <c:pt idx="5846">
                  <c:v>0</c:v>
                </c:pt>
                <c:pt idx="5847">
                  <c:v>20</c:v>
                </c:pt>
                <c:pt idx="5848">
                  <c:v>0</c:v>
                </c:pt>
                <c:pt idx="5849">
                  <c:v>0</c:v>
                </c:pt>
                <c:pt idx="5850">
                  <c:v>1</c:v>
                </c:pt>
                <c:pt idx="5851">
                  <c:v>7</c:v>
                </c:pt>
                <c:pt idx="5852">
                  <c:v>2</c:v>
                </c:pt>
                <c:pt idx="5853">
                  <c:v>0</c:v>
                </c:pt>
                <c:pt idx="5854">
                  <c:v>0</c:v>
                </c:pt>
                <c:pt idx="5855">
                  <c:v>0</c:v>
                </c:pt>
                <c:pt idx="5856">
                  <c:v>30</c:v>
                </c:pt>
                <c:pt idx="5857">
                  <c:v>0</c:v>
                </c:pt>
                <c:pt idx="5858">
                  <c:v>0</c:v>
                </c:pt>
                <c:pt idx="5859">
                  <c:v>28</c:v>
                </c:pt>
                <c:pt idx="5860">
                  <c:v>75</c:v>
                </c:pt>
                <c:pt idx="5861">
                  <c:v>0</c:v>
                </c:pt>
                <c:pt idx="5862">
                  <c:v>0</c:v>
                </c:pt>
                <c:pt idx="5863">
                  <c:v>2</c:v>
                </c:pt>
                <c:pt idx="5864">
                  <c:v>420</c:v>
                </c:pt>
                <c:pt idx="5865">
                  <c:v>1</c:v>
                </c:pt>
                <c:pt idx="5866">
                  <c:v>1</c:v>
                </c:pt>
                <c:pt idx="5867">
                  <c:v>0</c:v>
                </c:pt>
                <c:pt idx="5868">
                  <c:v>0</c:v>
                </c:pt>
                <c:pt idx="5869">
                  <c:v>0</c:v>
                </c:pt>
                <c:pt idx="5870">
                  <c:v>0</c:v>
                </c:pt>
                <c:pt idx="5871">
                  <c:v>0</c:v>
                </c:pt>
                <c:pt idx="5872">
                  <c:v>11</c:v>
                </c:pt>
                <c:pt idx="5873">
                  <c:v>0</c:v>
                </c:pt>
                <c:pt idx="5874">
                  <c:v>10</c:v>
                </c:pt>
                <c:pt idx="5875">
                  <c:v>2</c:v>
                </c:pt>
                <c:pt idx="5876">
                  <c:v>60</c:v>
                </c:pt>
                <c:pt idx="5877">
                  <c:v>0</c:v>
                </c:pt>
                <c:pt idx="5878">
                  <c:v>44</c:v>
                </c:pt>
                <c:pt idx="5879">
                  <c:v>0</c:v>
                </c:pt>
                <c:pt idx="5880">
                  <c:v>86</c:v>
                </c:pt>
                <c:pt idx="5881">
                  <c:v>13</c:v>
                </c:pt>
                <c:pt idx="5882">
                  <c:v>30</c:v>
                </c:pt>
                <c:pt idx="5883">
                  <c:v>0</c:v>
                </c:pt>
                <c:pt idx="5884">
                  <c:v>0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90</c:v>
                </c:pt>
                <c:pt idx="5889">
                  <c:v>0</c:v>
                </c:pt>
                <c:pt idx="5890">
                  <c:v>0</c:v>
                </c:pt>
                <c:pt idx="5891">
                  <c:v>60</c:v>
                </c:pt>
                <c:pt idx="5892">
                  <c:v>0</c:v>
                </c:pt>
                <c:pt idx="5893">
                  <c:v>14</c:v>
                </c:pt>
                <c:pt idx="5894">
                  <c:v>0</c:v>
                </c:pt>
                <c:pt idx="5895">
                  <c:v>60</c:v>
                </c:pt>
                <c:pt idx="5896">
                  <c:v>0</c:v>
                </c:pt>
                <c:pt idx="5897">
                  <c:v>56</c:v>
                </c:pt>
                <c:pt idx="5898">
                  <c:v>0</c:v>
                </c:pt>
                <c:pt idx="5899">
                  <c:v>30</c:v>
                </c:pt>
                <c:pt idx="5900">
                  <c:v>27</c:v>
                </c:pt>
                <c:pt idx="5901">
                  <c:v>22</c:v>
                </c:pt>
                <c:pt idx="5902">
                  <c:v>3</c:v>
                </c:pt>
                <c:pt idx="5903">
                  <c:v>63</c:v>
                </c:pt>
                <c:pt idx="5904">
                  <c:v>7</c:v>
                </c:pt>
                <c:pt idx="5905">
                  <c:v>6</c:v>
                </c:pt>
                <c:pt idx="5906">
                  <c:v>0</c:v>
                </c:pt>
                <c:pt idx="5907">
                  <c:v>0</c:v>
                </c:pt>
                <c:pt idx="5908">
                  <c:v>96</c:v>
                </c:pt>
                <c:pt idx="5909">
                  <c:v>10</c:v>
                </c:pt>
                <c:pt idx="5910">
                  <c:v>0</c:v>
                </c:pt>
                <c:pt idx="5911">
                  <c:v>5</c:v>
                </c:pt>
                <c:pt idx="5912">
                  <c:v>4</c:v>
                </c:pt>
                <c:pt idx="5913">
                  <c:v>8</c:v>
                </c:pt>
                <c:pt idx="5914">
                  <c:v>2</c:v>
                </c:pt>
                <c:pt idx="5915">
                  <c:v>46</c:v>
                </c:pt>
                <c:pt idx="5916">
                  <c:v>16</c:v>
                </c:pt>
                <c:pt idx="5917">
                  <c:v>120</c:v>
                </c:pt>
                <c:pt idx="5918">
                  <c:v>20</c:v>
                </c:pt>
                <c:pt idx="5919">
                  <c:v>28</c:v>
                </c:pt>
                <c:pt idx="5920">
                  <c:v>8</c:v>
                </c:pt>
                <c:pt idx="5921">
                  <c:v>0</c:v>
                </c:pt>
                <c:pt idx="5922">
                  <c:v>0</c:v>
                </c:pt>
                <c:pt idx="5923">
                  <c:v>224</c:v>
                </c:pt>
                <c:pt idx="5924">
                  <c:v>0</c:v>
                </c:pt>
                <c:pt idx="5925">
                  <c:v>3</c:v>
                </c:pt>
                <c:pt idx="5926">
                  <c:v>0</c:v>
                </c:pt>
                <c:pt idx="5927">
                  <c:v>1</c:v>
                </c:pt>
                <c:pt idx="5928">
                  <c:v>0</c:v>
                </c:pt>
                <c:pt idx="5929">
                  <c:v>0</c:v>
                </c:pt>
                <c:pt idx="5930">
                  <c:v>0</c:v>
                </c:pt>
                <c:pt idx="5931">
                  <c:v>0</c:v>
                </c:pt>
                <c:pt idx="5932">
                  <c:v>0</c:v>
                </c:pt>
                <c:pt idx="5933">
                  <c:v>71</c:v>
                </c:pt>
                <c:pt idx="5934">
                  <c:v>5</c:v>
                </c:pt>
                <c:pt idx="5935">
                  <c:v>5</c:v>
                </c:pt>
                <c:pt idx="5936">
                  <c:v>0</c:v>
                </c:pt>
                <c:pt idx="5937">
                  <c:v>72</c:v>
                </c:pt>
                <c:pt idx="5938">
                  <c:v>0</c:v>
                </c:pt>
                <c:pt idx="5939">
                  <c:v>3</c:v>
                </c:pt>
                <c:pt idx="5940">
                  <c:v>0</c:v>
                </c:pt>
                <c:pt idx="5941">
                  <c:v>168</c:v>
                </c:pt>
                <c:pt idx="5942">
                  <c:v>4</c:v>
                </c:pt>
                <c:pt idx="5943">
                  <c:v>25</c:v>
                </c:pt>
                <c:pt idx="5944">
                  <c:v>90</c:v>
                </c:pt>
                <c:pt idx="5945">
                  <c:v>540</c:v>
                </c:pt>
                <c:pt idx="5946">
                  <c:v>0</c:v>
                </c:pt>
                <c:pt idx="5947">
                  <c:v>0</c:v>
                </c:pt>
                <c:pt idx="5948">
                  <c:v>0</c:v>
                </c:pt>
                <c:pt idx="5949">
                  <c:v>53</c:v>
                </c:pt>
                <c:pt idx="5950">
                  <c:v>88</c:v>
                </c:pt>
                <c:pt idx="5951">
                  <c:v>60</c:v>
                </c:pt>
                <c:pt idx="5952">
                  <c:v>0</c:v>
                </c:pt>
                <c:pt idx="5953">
                  <c:v>20</c:v>
                </c:pt>
                <c:pt idx="5954">
                  <c:v>63</c:v>
                </c:pt>
                <c:pt idx="5955">
                  <c:v>0</c:v>
                </c:pt>
                <c:pt idx="5956">
                  <c:v>0</c:v>
                </c:pt>
                <c:pt idx="5957">
                  <c:v>0</c:v>
                </c:pt>
                <c:pt idx="5958">
                  <c:v>28</c:v>
                </c:pt>
                <c:pt idx="5959">
                  <c:v>35</c:v>
                </c:pt>
                <c:pt idx="5960">
                  <c:v>0</c:v>
                </c:pt>
                <c:pt idx="5961">
                  <c:v>84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0</c:v>
                </c:pt>
                <c:pt idx="5967">
                  <c:v>111</c:v>
                </c:pt>
                <c:pt idx="5968">
                  <c:v>20</c:v>
                </c:pt>
                <c:pt idx="5969">
                  <c:v>0</c:v>
                </c:pt>
                <c:pt idx="5970">
                  <c:v>0</c:v>
                </c:pt>
                <c:pt idx="5971">
                  <c:v>0</c:v>
                </c:pt>
                <c:pt idx="5972">
                  <c:v>96</c:v>
                </c:pt>
                <c:pt idx="5973">
                  <c:v>122</c:v>
                </c:pt>
                <c:pt idx="5974">
                  <c:v>0</c:v>
                </c:pt>
                <c:pt idx="5975">
                  <c:v>0</c:v>
                </c:pt>
                <c:pt idx="5976">
                  <c:v>112</c:v>
                </c:pt>
                <c:pt idx="5977">
                  <c:v>0</c:v>
                </c:pt>
                <c:pt idx="5978">
                  <c:v>36</c:v>
                </c:pt>
                <c:pt idx="5979">
                  <c:v>120</c:v>
                </c:pt>
                <c:pt idx="5980">
                  <c:v>0</c:v>
                </c:pt>
                <c:pt idx="5981">
                  <c:v>6</c:v>
                </c:pt>
                <c:pt idx="5982">
                  <c:v>162</c:v>
                </c:pt>
                <c:pt idx="5983">
                  <c:v>162</c:v>
                </c:pt>
                <c:pt idx="5984">
                  <c:v>0</c:v>
                </c:pt>
                <c:pt idx="5985">
                  <c:v>0</c:v>
                </c:pt>
                <c:pt idx="5986">
                  <c:v>3</c:v>
                </c:pt>
                <c:pt idx="5987">
                  <c:v>0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0</c:v>
                </c:pt>
                <c:pt idx="5992">
                  <c:v>0</c:v>
                </c:pt>
                <c:pt idx="5993">
                  <c:v>12</c:v>
                </c:pt>
                <c:pt idx="5994">
                  <c:v>0</c:v>
                </c:pt>
                <c:pt idx="5995">
                  <c:v>90</c:v>
                </c:pt>
                <c:pt idx="5996">
                  <c:v>44</c:v>
                </c:pt>
                <c:pt idx="5997">
                  <c:v>0</c:v>
                </c:pt>
                <c:pt idx="5998">
                  <c:v>0</c:v>
                </c:pt>
                <c:pt idx="5999">
                  <c:v>0</c:v>
                </c:pt>
                <c:pt idx="6000">
                  <c:v>76</c:v>
                </c:pt>
                <c:pt idx="6001">
                  <c:v>0</c:v>
                </c:pt>
                <c:pt idx="6002">
                  <c:v>1</c:v>
                </c:pt>
                <c:pt idx="6003">
                  <c:v>0</c:v>
                </c:pt>
                <c:pt idx="6004">
                  <c:v>0</c:v>
                </c:pt>
                <c:pt idx="6005">
                  <c:v>72</c:v>
                </c:pt>
                <c:pt idx="6006">
                  <c:v>32</c:v>
                </c:pt>
                <c:pt idx="6007">
                  <c:v>0</c:v>
                </c:pt>
                <c:pt idx="6008">
                  <c:v>0</c:v>
                </c:pt>
                <c:pt idx="6009">
                  <c:v>90</c:v>
                </c:pt>
                <c:pt idx="6010">
                  <c:v>0</c:v>
                </c:pt>
                <c:pt idx="6011">
                  <c:v>0</c:v>
                </c:pt>
                <c:pt idx="6012">
                  <c:v>28</c:v>
                </c:pt>
                <c:pt idx="6013">
                  <c:v>20</c:v>
                </c:pt>
                <c:pt idx="6014">
                  <c:v>0</c:v>
                </c:pt>
                <c:pt idx="6015">
                  <c:v>6</c:v>
                </c:pt>
                <c:pt idx="6016">
                  <c:v>4</c:v>
                </c:pt>
                <c:pt idx="6017">
                  <c:v>56</c:v>
                </c:pt>
                <c:pt idx="6018">
                  <c:v>60</c:v>
                </c:pt>
                <c:pt idx="6019">
                  <c:v>0</c:v>
                </c:pt>
                <c:pt idx="6020">
                  <c:v>0</c:v>
                </c:pt>
                <c:pt idx="6021">
                  <c:v>0</c:v>
                </c:pt>
                <c:pt idx="6022">
                  <c:v>124</c:v>
                </c:pt>
                <c:pt idx="6023">
                  <c:v>94</c:v>
                </c:pt>
                <c:pt idx="6024">
                  <c:v>98</c:v>
                </c:pt>
                <c:pt idx="6025">
                  <c:v>118</c:v>
                </c:pt>
                <c:pt idx="6026">
                  <c:v>0</c:v>
                </c:pt>
                <c:pt idx="6027">
                  <c:v>0</c:v>
                </c:pt>
                <c:pt idx="6028">
                  <c:v>0</c:v>
                </c:pt>
                <c:pt idx="6029">
                  <c:v>0</c:v>
                </c:pt>
                <c:pt idx="6030">
                  <c:v>0</c:v>
                </c:pt>
                <c:pt idx="6031">
                  <c:v>0</c:v>
                </c:pt>
                <c:pt idx="6032">
                  <c:v>0</c:v>
                </c:pt>
                <c:pt idx="6033">
                  <c:v>0</c:v>
                </c:pt>
                <c:pt idx="6034">
                  <c:v>0</c:v>
                </c:pt>
                <c:pt idx="6035">
                  <c:v>34</c:v>
                </c:pt>
                <c:pt idx="6036">
                  <c:v>75</c:v>
                </c:pt>
                <c:pt idx="6037">
                  <c:v>0</c:v>
                </c:pt>
                <c:pt idx="6038">
                  <c:v>9</c:v>
                </c:pt>
                <c:pt idx="6039">
                  <c:v>196</c:v>
                </c:pt>
                <c:pt idx="6040">
                  <c:v>0</c:v>
                </c:pt>
                <c:pt idx="6041">
                  <c:v>150</c:v>
                </c:pt>
                <c:pt idx="6042">
                  <c:v>0</c:v>
                </c:pt>
                <c:pt idx="6043">
                  <c:v>150</c:v>
                </c:pt>
                <c:pt idx="6044">
                  <c:v>0</c:v>
                </c:pt>
                <c:pt idx="6045">
                  <c:v>0</c:v>
                </c:pt>
                <c:pt idx="6046">
                  <c:v>0</c:v>
                </c:pt>
                <c:pt idx="6047">
                  <c:v>9</c:v>
                </c:pt>
                <c:pt idx="6048">
                  <c:v>0</c:v>
                </c:pt>
                <c:pt idx="6049">
                  <c:v>12</c:v>
                </c:pt>
                <c:pt idx="6050">
                  <c:v>42</c:v>
                </c:pt>
                <c:pt idx="6051">
                  <c:v>6</c:v>
                </c:pt>
                <c:pt idx="6052">
                  <c:v>7</c:v>
                </c:pt>
                <c:pt idx="6053">
                  <c:v>0</c:v>
                </c:pt>
                <c:pt idx="6054">
                  <c:v>62</c:v>
                </c:pt>
                <c:pt idx="6055">
                  <c:v>0</c:v>
                </c:pt>
                <c:pt idx="6056">
                  <c:v>15</c:v>
                </c:pt>
                <c:pt idx="6057">
                  <c:v>0</c:v>
                </c:pt>
                <c:pt idx="6058">
                  <c:v>0</c:v>
                </c:pt>
                <c:pt idx="6059">
                  <c:v>0</c:v>
                </c:pt>
                <c:pt idx="6060">
                  <c:v>25</c:v>
                </c:pt>
                <c:pt idx="6061">
                  <c:v>25</c:v>
                </c:pt>
                <c:pt idx="6062">
                  <c:v>42</c:v>
                </c:pt>
                <c:pt idx="6063">
                  <c:v>280</c:v>
                </c:pt>
                <c:pt idx="6064">
                  <c:v>2</c:v>
                </c:pt>
                <c:pt idx="6065">
                  <c:v>0</c:v>
                </c:pt>
                <c:pt idx="6066">
                  <c:v>520</c:v>
                </c:pt>
                <c:pt idx="6067">
                  <c:v>160</c:v>
                </c:pt>
                <c:pt idx="6068">
                  <c:v>6</c:v>
                </c:pt>
                <c:pt idx="6069">
                  <c:v>10</c:v>
                </c:pt>
                <c:pt idx="6070">
                  <c:v>0</c:v>
                </c:pt>
                <c:pt idx="6071">
                  <c:v>0</c:v>
                </c:pt>
                <c:pt idx="6072">
                  <c:v>300</c:v>
                </c:pt>
                <c:pt idx="6073">
                  <c:v>1</c:v>
                </c:pt>
                <c:pt idx="6074">
                  <c:v>3</c:v>
                </c:pt>
                <c:pt idx="6075">
                  <c:v>240</c:v>
                </c:pt>
                <c:pt idx="6076">
                  <c:v>0</c:v>
                </c:pt>
                <c:pt idx="6077">
                  <c:v>24</c:v>
                </c:pt>
                <c:pt idx="6078">
                  <c:v>0</c:v>
                </c:pt>
                <c:pt idx="6079">
                  <c:v>8</c:v>
                </c:pt>
                <c:pt idx="6080">
                  <c:v>0</c:v>
                </c:pt>
                <c:pt idx="6081">
                  <c:v>12</c:v>
                </c:pt>
                <c:pt idx="6082">
                  <c:v>0</c:v>
                </c:pt>
                <c:pt idx="6083">
                  <c:v>0</c:v>
                </c:pt>
                <c:pt idx="6084">
                  <c:v>900</c:v>
                </c:pt>
                <c:pt idx="6085">
                  <c:v>0</c:v>
                </c:pt>
                <c:pt idx="6086">
                  <c:v>4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126</c:v>
                </c:pt>
                <c:pt idx="6091">
                  <c:v>26</c:v>
                </c:pt>
                <c:pt idx="6092">
                  <c:v>0</c:v>
                </c:pt>
                <c:pt idx="6093">
                  <c:v>2</c:v>
                </c:pt>
                <c:pt idx="6094">
                  <c:v>0</c:v>
                </c:pt>
                <c:pt idx="6095">
                  <c:v>30</c:v>
                </c:pt>
                <c:pt idx="6096">
                  <c:v>0</c:v>
                </c:pt>
                <c:pt idx="6097">
                  <c:v>60</c:v>
                </c:pt>
                <c:pt idx="6098">
                  <c:v>0</c:v>
                </c:pt>
                <c:pt idx="6099">
                  <c:v>39</c:v>
                </c:pt>
                <c:pt idx="6100">
                  <c:v>35</c:v>
                </c:pt>
                <c:pt idx="6101">
                  <c:v>0</c:v>
                </c:pt>
                <c:pt idx="6102">
                  <c:v>140</c:v>
                </c:pt>
                <c:pt idx="6103">
                  <c:v>54</c:v>
                </c:pt>
                <c:pt idx="6104">
                  <c:v>12</c:v>
                </c:pt>
                <c:pt idx="6105">
                  <c:v>19</c:v>
                </c:pt>
                <c:pt idx="6106">
                  <c:v>16</c:v>
                </c:pt>
                <c:pt idx="6107">
                  <c:v>126</c:v>
                </c:pt>
                <c:pt idx="6108">
                  <c:v>65</c:v>
                </c:pt>
                <c:pt idx="6109">
                  <c:v>0</c:v>
                </c:pt>
                <c:pt idx="6110">
                  <c:v>112</c:v>
                </c:pt>
                <c:pt idx="6111">
                  <c:v>0</c:v>
                </c:pt>
                <c:pt idx="6112">
                  <c:v>21</c:v>
                </c:pt>
                <c:pt idx="6113">
                  <c:v>6</c:v>
                </c:pt>
                <c:pt idx="6114">
                  <c:v>66</c:v>
                </c:pt>
                <c:pt idx="6115">
                  <c:v>59</c:v>
                </c:pt>
                <c:pt idx="6116">
                  <c:v>20</c:v>
                </c:pt>
                <c:pt idx="6117">
                  <c:v>0</c:v>
                </c:pt>
                <c:pt idx="6118">
                  <c:v>11</c:v>
                </c:pt>
                <c:pt idx="6119">
                  <c:v>0</c:v>
                </c:pt>
                <c:pt idx="6120">
                  <c:v>0</c:v>
                </c:pt>
                <c:pt idx="6121">
                  <c:v>21</c:v>
                </c:pt>
                <c:pt idx="6122">
                  <c:v>140</c:v>
                </c:pt>
                <c:pt idx="6123">
                  <c:v>360</c:v>
                </c:pt>
                <c:pt idx="6124">
                  <c:v>150</c:v>
                </c:pt>
                <c:pt idx="6125">
                  <c:v>450</c:v>
                </c:pt>
                <c:pt idx="6126">
                  <c:v>3</c:v>
                </c:pt>
                <c:pt idx="6127">
                  <c:v>98</c:v>
                </c:pt>
                <c:pt idx="6128">
                  <c:v>0</c:v>
                </c:pt>
                <c:pt idx="6129">
                  <c:v>18</c:v>
                </c:pt>
                <c:pt idx="6130">
                  <c:v>0</c:v>
                </c:pt>
                <c:pt idx="6131">
                  <c:v>168</c:v>
                </c:pt>
                <c:pt idx="6132">
                  <c:v>0</c:v>
                </c:pt>
                <c:pt idx="6133">
                  <c:v>2</c:v>
                </c:pt>
                <c:pt idx="6134">
                  <c:v>13</c:v>
                </c:pt>
                <c:pt idx="6135">
                  <c:v>8</c:v>
                </c:pt>
                <c:pt idx="6136">
                  <c:v>0</c:v>
                </c:pt>
                <c:pt idx="6137">
                  <c:v>0</c:v>
                </c:pt>
                <c:pt idx="6138">
                  <c:v>0</c:v>
                </c:pt>
                <c:pt idx="6139">
                  <c:v>0</c:v>
                </c:pt>
                <c:pt idx="6140">
                  <c:v>28</c:v>
                </c:pt>
                <c:pt idx="6141">
                  <c:v>60</c:v>
                </c:pt>
                <c:pt idx="6142">
                  <c:v>0</c:v>
                </c:pt>
                <c:pt idx="6143">
                  <c:v>0</c:v>
                </c:pt>
                <c:pt idx="6144">
                  <c:v>56</c:v>
                </c:pt>
                <c:pt idx="6145">
                  <c:v>0</c:v>
                </c:pt>
                <c:pt idx="6146">
                  <c:v>0</c:v>
                </c:pt>
                <c:pt idx="6147">
                  <c:v>336</c:v>
                </c:pt>
                <c:pt idx="6148">
                  <c:v>270</c:v>
                </c:pt>
                <c:pt idx="6149">
                  <c:v>0</c:v>
                </c:pt>
                <c:pt idx="6150">
                  <c:v>0</c:v>
                </c:pt>
                <c:pt idx="6151">
                  <c:v>0</c:v>
                </c:pt>
                <c:pt idx="6152">
                  <c:v>0</c:v>
                </c:pt>
                <c:pt idx="6153">
                  <c:v>0</c:v>
                </c:pt>
                <c:pt idx="6154">
                  <c:v>0</c:v>
                </c:pt>
                <c:pt idx="6155">
                  <c:v>1</c:v>
                </c:pt>
                <c:pt idx="6156">
                  <c:v>40</c:v>
                </c:pt>
                <c:pt idx="6157">
                  <c:v>0</c:v>
                </c:pt>
                <c:pt idx="6158">
                  <c:v>0</c:v>
                </c:pt>
                <c:pt idx="6159">
                  <c:v>0</c:v>
                </c:pt>
                <c:pt idx="6160">
                  <c:v>84</c:v>
                </c:pt>
                <c:pt idx="6161">
                  <c:v>0</c:v>
                </c:pt>
                <c:pt idx="6162">
                  <c:v>0</c:v>
                </c:pt>
                <c:pt idx="6163">
                  <c:v>37</c:v>
                </c:pt>
                <c:pt idx="6164">
                  <c:v>0</c:v>
                </c:pt>
                <c:pt idx="6165">
                  <c:v>1</c:v>
                </c:pt>
                <c:pt idx="6166">
                  <c:v>8</c:v>
                </c:pt>
                <c:pt idx="6167">
                  <c:v>2</c:v>
                </c:pt>
                <c:pt idx="6168">
                  <c:v>17</c:v>
                </c:pt>
                <c:pt idx="6169">
                  <c:v>120</c:v>
                </c:pt>
                <c:pt idx="6170">
                  <c:v>0</c:v>
                </c:pt>
                <c:pt idx="6171">
                  <c:v>210</c:v>
                </c:pt>
                <c:pt idx="6172">
                  <c:v>0</c:v>
                </c:pt>
                <c:pt idx="6173">
                  <c:v>63</c:v>
                </c:pt>
                <c:pt idx="6174">
                  <c:v>0</c:v>
                </c:pt>
                <c:pt idx="6175">
                  <c:v>2</c:v>
                </c:pt>
                <c:pt idx="6176">
                  <c:v>0</c:v>
                </c:pt>
                <c:pt idx="6177">
                  <c:v>25</c:v>
                </c:pt>
                <c:pt idx="6178">
                  <c:v>98</c:v>
                </c:pt>
                <c:pt idx="6179">
                  <c:v>15</c:v>
                </c:pt>
                <c:pt idx="6180">
                  <c:v>30</c:v>
                </c:pt>
                <c:pt idx="6181">
                  <c:v>0</c:v>
                </c:pt>
                <c:pt idx="6182">
                  <c:v>98</c:v>
                </c:pt>
                <c:pt idx="6183">
                  <c:v>19</c:v>
                </c:pt>
                <c:pt idx="6184">
                  <c:v>0</c:v>
                </c:pt>
                <c:pt idx="6185">
                  <c:v>0</c:v>
                </c:pt>
                <c:pt idx="6186">
                  <c:v>0</c:v>
                </c:pt>
                <c:pt idx="6187">
                  <c:v>252</c:v>
                </c:pt>
                <c:pt idx="6188">
                  <c:v>30</c:v>
                </c:pt>
                <c:pt idx="6189">
                  <c:v>0</c:v>
                </c:pt>
                <c:pt idx="6190">
                  <c:v>0</c:v>
                </c:pt>
                <c:pt idx="6191">
                  <c:v>0</c:v>
                </c:pt>
                <c:pt idx="6192">
                  <c:v>112</c:v>
                </c:pt>
                <c:pt idx="6193">
                  <c:v>0</c:v>
                </c:pt>
                <c:pt idx="6194">
                  <c:v>9</c:v>
                </c:pt>
                <c:pt idx="6195">
                  <c:v>140</c:v>
                </c:pt>
                <c:pt idx="6196">
                  <c:v>16</c:v>
                </c:pt>
                <c:pt idx="6197">
                  <c:v>0</c:v>
                </c:pt>
                <c:pt idx="6198">
                  <c:v>56</c:v>
                </c:pt>
                <c:pt idx="6199">
                  <c:v>0</c:v>
                </c:pt>
                <c:pt idx="6200">
                  <c:v>0</c:v>
                </c:pt>
                <c:pt idx="6201">
                  <c:v>1</c:v>
                </c:pt>
                <c:pt idx="6202">
                  <c:v>70</c:v>
                </c:pt>
                <c:pt idx="6203">
                  <c:v>0</c:v>
                </c:pt>
                <c:pt idx="6204">
                  <c:v>0</c:v>
                </c:pt>
                <c:pt idx="6205">
                  <c:v>0</c:v>
                </c:pt>
                <c:pt idx="6206">
                  <c:v>28</c:v>
                </c:pt>
                <c:pt idx="6207">
                  <c:v>0</c:v>
                </c:pt>
                <c:pt idx="6208">
                  <c:v>120</c:v>
                </c:pt>
                <c:pt idx="6209">
                  <c:v>0</c:v>
                </c:pt>
                <c:pt idx="6210">
                  <c:v>0</c:v>
                </c:pt>
                <c:pt idx="6211">
                  <c:v>0</c:v>
                </c:pt>
                <c:pt idx="6212">
                  <c:v>20</c:v>
                </c:pt>
                <c:pt idx="6213">
                  <c:v>0</c:v>
                </c:pt>
                <c:pt idx="6214">
                  <c:v>0</c:v>
                </c:pt>
                <c:pt idx="6215">
                  <c:v>45</c:v>
                </c:pt>
                <c:pt idx="6216">
                  <c:v>0</c:v>
                </c:pt>
                <c:pt idx="6217">
                  <c:v>0</c:v>
                </c:pt>
                <c:pt idx="6218">
                  <c:v>55</c:v>
                </c:pt>
                <c:pt idx="6219">
                  <c:v>24</c:v>
                </c:pt>
                <c:pt idx="6220">
                  <c:v>0</c:v>
                </c:pt>
                <c:pt idx="6221">
                  <c:v>6</c:v>
                </c:pt>
                <c:pt idx="6222">
                  <c:v>8</c:v>
                </c:pt>
                <c:pt idx="6223">
                  <c:v>38</c:v>
                </c:pt>
                <c:pt idx="6224">
                  <c:v>0</c:v>
                </c:pt>
                <c:pt idx="6225">
                  <c:v>52</c:v>
                </c:pt>
                <c:pt idx="6226">
                  <c:v>58</c:v>
                </c:pt>
                <c:pt idx="6227">
                  <c:v>0</c:v>
                </c:pt>
                <c:pt idx="6228">
                  <c:v>21</c:v>
                </c:pt>
                <c:pt idx="6229">
                  <c:v>5</c:v>
                </c:pt>
                <c:pt idx="6230">
                  <c:v>14</c:v>
                </c:pt>
                <c:pt idx="6231">
                  <c:v>0</c:v>
                </c:pt>
                <c:pt idx="6232">
                  <c:v>15</c:v>
                </c:pt>
                <c:pt idx="6233">
                  <c:v>0</c:v>
                </c:pt>
                <c:pt idx="6234">
                  <c:v>2</c:v>
                </c:pt>
                <c:pt idx="6235">
                  <c:v>18</c:v>
                </c:pt>
                <c:pt idx="6236">
                  <c:v>42</c:v>
                </c:pt>
                <c:pt idx="6237">
                  <c:v>30</c:v>
                </c:pt>
                <c:pt idx="6238">
                  <c:v>0</c:v>
                </c:pt>
                <c:pt idx="6239">
                  <c:v>1</c:v>
                </c:pt>
                <c:pt idx="6240">
                  <c:v>15</c:v>
                </c:pt>
                <c:pt idx="6241">
                  <c:v>0</c:v>
                </c:pt>
                <c:pt idx="6242">
                  <c:v>0</c:v>
                </c:pt>
                <c:pt idx="6243">
                  <c:v>0</c:v>
                </c:pt>
                <c:pt idx="6244">
                  <c:v>130</c:v>
                </c:pt>
                <c:pt idx="6245">
                  <c:v>196</c:v>
                </c:pt>
                <c:pt idx="6246">
                  <c:v>66</c:v>
                </c:pt>
                <c:pt idx="6247">
                  <c:v>0</c:v>
                </c:pt>
                <c:pt idx="6248">
                  <c:v>0</c:v>
                </c:pt>
                <c:pt idx="6249">
                  <c:v>22</c:v>
                </c:pt>
                <c:pt idx="6250">
                  <c:v>0</c:v>
                </c:pt>
                <c:pt idx="6251">
                  <c:v>30</c:v>
                </c:pt>
                <c:pt idx="6252">
                  <c:v>80</c:v>
                </c:pt>
                <c:pt idx="6253">
                  <c:v>21</c:v>
                </c:pt>
                <c:pt idx="6254">
                  <c:v>0</c:v>
                </c:pt>
                <c:pt idx="6255">
                  <c:v>0</c:v>
                </c:pt>
                <c:pt idx="6256">
                  <c:v>0</c:v>
                </c:pt>
                <c:pt idx="6257">
                  <c:v>1</c:v>
                </c:pt>
                <c:pt idx="6258">
                  <c:v>0</c:v>
                </c:pt>
                <c:pt idx="6259">
                  <c:v>0</c:v>
                </c:pt>
                <c:pt idx="6260">
                  <c:v>0</c:v>
                </c:pt>
                <c:pt idx="6261">
                  <c:v>0</c:v>
                </c:pt>
                <c:pt idx="6262">
                  <c:v>6</c:v>
                </c:pt>
                <c:pt idx="6263">
                  <c:v>0</c:v>
                </c:pt>
                <c:pt idx="6264">
                  <c:v>15</c:v>
                </c:pt>
                <c:pt idx="6265">
                  <c:v>0</c:v>
                </c:pt>
                <c:pt idx="6266">
                  <c:v>10</c:v>
                </c:pt>
                <c:pt idx="6267">
                  <c:v>0</c:v>
                </c:pt>
                <c:pt idx="6268">
                  <c:v>0</c:v>
                </c:pt>
                <c:pt idx="6269">
                  <c:v>6</c:v>
                </c:pt>
                <c:pt idx="6270">
                  <c:v>0</c:v>
                </c:pt>
                <c:pt idx="6271">
                  <c:v>0</c:v>
                </c:pt>
                <c:pt idx="6272">
                  <c:v>0</c:v>
                </c:pt>
                <c:pt idx="6273">
                  <c:v>45</c:v>
                </c:pt>
                <c:pt idx="6274">
                  <c:v>73</c:v>
                </c:pt>
                <c:pt idx="6275">
                  <c:v>0</c:v>
                </c:pt>
                <c:pt idx="6276">
                  <c:v>56</c:v>
                </c:pt>
                <c:pt idx="6277">
                  <c:v>71</c:v>
                </c:pt>
                <c:pt idx="6278">
                  <c:v>0</c:v>
                </c:pt>
                <c:pt idx="6279">
                  <c:v>0</c:v>
                </c:pt>
                <c:pt idx="6280">
                  <c:v>2</c:v>
                </c:pt>
                <c:pt idx="6281">
                  <c:v>0</c:v>
                </c:pt>
                <c:pt idx="6282">
                  <c:v>66</c:v>
                </c:pt>
                <c:pt idx="6283">
                  <c:v>0</c:v>
                </c:pt>
                <c:pt idx="6284">
                  <c:v>0</c:v>
                </c:pt>
                <c:pt idx="6285">
                  <c:v>0</c:v>
                </c:pt>
                <c:pt idx="6286">
                  <c:v>0</c:v>
                </c:pt>
                <c:pt idx="6287">
                  <c:v>0</c:v>
                </c:pt>
                <c:pt idx="6288">
                  <c:v>0</c:v>
                </c:pt>
                <c:pt idx="6289">
                  <c:v>0</c:v>
                </c:pt>
                <c:pt idx="6290">
                  <c:v>0</c:v>
                </c:pt>
                <c:pt idx="6291">
                  <c:v>0</c:v>
                </c:pt>
                <c:pt idx="6292">
                  <c:v>0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0</c:v>
                </c:pt>
                <c:pt idx="6297">
                  <c:v>0</c:v>
                </c:pt>
                <c:pt idx="6298">
                  <c:v>0</c:v>
                </c:pt>
                <c:pt idx="6299">
                  <c:v>0</c:v>
                </c:pt>
                <c:pt idx="6300">
                  <c:v>0</c:v>
                </c:pt>
                <c:pt idx="6301">
                  <c:v>20</c:v>
                </c:pt>
                <c:pt idx="6302">
                  <c:v>16</c:v>
                </c:pt>
                <c:pt idx="6303">
                  <c:v>0</c:v>
                </c:pt>
                <c:pt idx="6304">
                  <c:v>63</c:v>
                </c:pt>
                <c:pt idx="6305">
                  <c:v>10</c:v>
                </c:pt>
                <c:pt idx="6306">
                  <c:v>0</c:v>
                </c:pt>
                <c:pt idx="6307">
                  <c:v>0</c:v>
                </c:pt>
                <c:pt idx="6308">
                  <c:v>21</c:v>
                </c:pt>
                <c:pt idx="6309">
                  <c:v>64</c:v>
                </c:pt>
                <c:pt idx="6310">
                  <c:v>0</c:v>
                </c:pt>
                <c:pt idx="6311">
                  <c:v>0</c:v>
                </c:pt>
                <c:pt idx="6312">
                  <c:v>0</c:v>
                </c:pt>
                <c:pt idx="6313">
                  <c:v>90</c:v>
                </c:pt>
                <c:pt idx="6314">
                  <c:v>0</c:v>
                </c:pt>
                <c:pt idx="6315">
                  <c:v>0</c:v>
                </c:pt>
                <c:pt idx="6316">
                  <c:v>90</c:v>
                </c:pt>
                <c:pt idx="6317">
                  <c:v>20</c:v>
                </c:pt>
                <c:pt idx="6318">
                  <c:v>0</c:v>
                </c:pt>
                <c:pt idx="6319">
                  <c:v>0</c:v>
                </c:pt>
                <c:pt idx="6320">
                  <c:v>30</c:v>
                </c:pt>
                <c:pt idx="6321">
                  <c:v>39</c:v>
                </c:pt>
                <c:pt idx="6322">
                  <c:v>18</c:v>
                </c:pt>
                <c:pt idx="6323">
                  <c:v>0</c:v>
                </c:pt>
                <c:pt idx="6324">
                  <c:v>0</c:v>
                </c:pt>
                <c:pt idx="6325">
                  <c:v>0</c:v>
                </c:pt>
                <c:pt idx="6326">
                  <c:v>0</c:v>
                </c:pt>
                <c:pt idx="6327">
                  <c:v>2</c:v>
                </c:pt>
                <c:pt idx="6328">
                  <c:v>2</c:v>
                </c:pt>
                <c:pt idx="6329">
                  <c:v>4</c:v>
                </c:pt>
                <c:pt idx="6330">
                  <c:v>9</c:v>
                </c:pt>
                <c:pt idx="6331">
                  <c:v>0</c:v>
                </c:pt>
                <c:pt idx="6332">
                  <c:v>67</c:v>
                </c:pt>
                <c:pt idx="6333">
                  <c:v>56</c:v>
                </c:pt>
                <c:pt idx="6334">
                  <c:v>6</c:v>
                </c:pt>
                <c:pt idx="6335">
                  <c:v>3</c:v>
                </c:pt>
                <c:pt idx="6336">
                  <c:v>0</c:v>
                </c:pt>
                <c:pt idx="6337">
                  <c:v>0</c:v>
                </c:pt>
                <c:pt idx="6338">
                  <c:v>15</c:v>
                </c:pt>
                <c:pt idx="6339">
                  <c:v>28</c:v>
                </c:pt>
                <c:pt idx="6340">
                  <c:v>0</c:v>
                </c:pt>
                <c:pt idx="6341">
                  <c:v>0</c:v>
                </c:pt>
                <c:pt idx="6342">
                  <c:v>240</c:v>
                </c:pt>
                <c:pt idx="6343">
                  <c:v>0</c:v>
                </c:pt>
                <c:pt idx="6344">
                  <c:v>0</c:v>
                </c:pt>
                <c:pt idx="6345">
                  <c:v>6570</c:v>
                </c:pt>
                <c:pt idx="6346">
                  <c:v>5</c:v>
                </c:pt>
                <c:pt idx="6347">
                  <c:v>400</c:v>
                </c:pt>
                <c:pt idx="6348">
                  <c:v>23</c:v>
                </c:pt>
                <c:pt idx="6349">
                  <c:v>0</c:v>
                </c:pt>
                <c:pt idx="6350">
                  <c:v>23</c:v>
                </c:pt>
                <c:pt idx="6351">
                  <c:v>16</c:v>
                </c:pt>
                <c:pt idx="6352">
                  <c:v>14</c:v>
                </c:pt>
                <c:pt idx="6353">
                  <c:v>72</c:v>
                </c:pt>
                <c:pt idx="6354">
                  <c:v>16</c:v>
                </c:pt>
                <c:pt idx="6355">
                  <c:v>1</c:v>
                </c:pt>
                <c:pt idx="6356">
                  <c:v>0</c:v>
                </c:pt>
                <c:pt idx="6357">
                  <c:v>86</c:v>
                </c:pt>
                <c:pt idx="6358">
                  <c:v>27</c:v>
                </c:pt>
                <c:pt idx="6359">
                  <c:v>0</c:v>
                </c:pt>
                <c:pt idx="6360">
                  <c:v>0</c:v>
                </c:pt>
                <c:pt idx="6361">
                  <c:v>147</c:v>
                </c:pt>
                <c:pt idx="6362">
                  <c:v>0</c:v>
                </c:pt>
                <c:pt idx="6363">
                  <c:v>42</c:v>
                </c:pt>
                <c:pt idx="6364">
                  <c:v>7</c:v>
                </c:pt>
                <c:pt idx="6365">
                  <c:v>0</c:v>
                </c:pt>
                <c:pt idx="6366">
                  <c:v>0</c:v>
                </c:pt>
                <c:pt idx="6367">
                  <c:v>0</c:v>
                </c:pt>
                <c:pt idx="6368">
                  <c:v>0</c:v>
                </c:pt>
                <c:pt idx="6369">
                  <c:v>0</c:v>
                </c:pt>
                <c:pt idx="6370">
                  <c:v>275</c:v>
                </c:pt>
                <c:pt idx="6371">
                  <c:v>9</c:v>
                </c:pt>
                <c:pt idx="6372">
                  <c:v>6</c:v>
                </c:pt>
                <c:pt idx="6373">
                  <c:v>6</c:v>
                </c:pt>
                <c:pt idx="6374">
                  <c:v>0</c:v>
                </c:pt>
                <c:pt idx="6375">
                  <c:v>6</c:v>
                </c:pt>
                <c:pt idx="6376">
                  <c:v>0</c:v>
                </c:pt>
                <c:pt idx="6377">
                  <c:v>126</c:v>
                </c:pt>
                <c:pt idx="6378">
                  <c:v>3</c:v>
                </c:pt>
                <c:pt idx="6379">
                  <c:v>0</c:v>
                </c:pt>
                <c:pt idx="6380">
                  <c:v>3</c:v>
                </c:pt>
                <c:pt idx="6381">
                  <c:v>60</c:v>
                </c:pt>
                <c:pt idx="6382">
                  <c:v>30</c:v>
                </c:pt>
                <c:pt idx="6383">
                  <c:v>66</c:v>
                </c:pt>
                <c:pt idx="6384">
                  <c:v>34</c:v>
                </c:pt>
                <c:pt idx="6385">
                  <c:v>0</c:v>
                </c:pt>
                <c:pt idx="6386">
                  <c:v>112</c:v>
                </c:pt>
                <c:pt idx="6387">
                  <c:v>0</c:v>
                </c:pt>
                <c:pt idx="6388">
                  <c:v>100</c:v>
                </c:pt>
                <c:pt idx="6389">
                  <c:v>21</c:v>
                </c:pt>
                <c:pt idx="6390">
                  <c:v>0</c:v>
                </c:pt>
                <c:pt idx="6391">
                  <c:v>10</c:v>
                </c:pt>
                <c:pt idx="6392">
                  <c:v>0</c:v>
                </c:pt>
                <c:pt idx="6393">
                  <c:v>135</c:v>
                </c:pt>
                <c:pt idx="6394">
                  <c:v>0</c:v>
                </c:pt>
                <c:pt idx="6395">
                  <c:v>1</c:v>
                </c:pt>
                <c:pt idx="6396">
                  <c:v>108</c:v>
                </c:pt>
                <c:pt idx="6397">
                  <c:v>36</c:v>
                </c:pt>
                <c:pt idx="6398">
                  <c:v>3</c:v>
                </c:pt>
                <c:pt idx="6399">
                  <c:v>253</c:v>
                </c:pt>
                <c:pt idx="6400">
                  <c:v>0</c:v>
                </c:pt>
                <c:pt idx="6401">
                  <c:v>315</c:v>
                </c:pt>
                <c:pt idx="6402">
                  <c:v>105</c:v>
                </c:pt>
                <c:pt idx="6403">
                  <c:v>8</c:v>
                </c:pt>
                <c:pt idx="6404">
                  <c:v>0</c:v>
                </c:pt>
                <c:pt idx="6405">
                  <c:v>0</c:v>
                </c:pt>
                <c:pt idx="6406">
                  <c:v>6</c:v>
                </c:pt>
                <c:pt idx="6407">
                  <c:v>5</c:v>
                </c:pt>
                <c:pt idx="6408">
                  <c:v>120</c:v>
                </c:pt>
                <c:pt idx="6409">
                  <c:v>0</c:v>
                </c:pt>
                <c:pt idx="6410">
                  <c:v>1</c:v>
                </c:pt>
                <c:pt idx="6411">
                  <c:v>39</c:v>
                </c:pt>
                <c:pt idx="6412">
                  <c:v>0</c:v>
                </c:pt>
                <c:pt idx="6413">
                  <c:v>0</c:v>
                </c:pt>
                <c:pt idx="6414">
                  <c:v>0</c:v>
                </c:pt>
                <c:pt idx="6415">
                  <c:v>161</c:v>
                </c:pt>
                <c:pt idx="6416">
                  <c:v>0</c:v>
                </c:pt>
                <c:pt idx="6417">
                  <c:v>15</c:v>
                </c:pt>
                <c:pt idx="6418">
                  <c:v>2</c:v>
                </c:pt>
                <c:pt idx="6419">
                  <c:v>14</c:v>
                </c:pt>
                <c:pt idx="6420">
                  <c:v>210</c:v>
                </c:pt>
                <c:pt idx="6421">
                  <c:v>8</c:v>
                </c:pt>
                <c:pt idx="6422">
                  <c:v>11</c:v>
                </c:pt>
                <c:pt idx="6423">
                  <c:v>1</c:v>
                </c:pt>
                <c:pt idx="6424">
                  <c:v>0</c:v>
                </c:pt>
                <c:pt idx="6425">
                  <c:v>30</c:v>
                </c:pt>
                <c:pt idx="6426">
                  <c:v>0</c:v>
                </c:pt>
                <c:pt idx="6427">
                  <c:v>0</c:v>
                </c:pt>
                <c:pt idx="6428">
                  <c:v>270</c:v>
                </c:pt>
                <c:pt idx="6429">
                  <c:v>0</c:v>
                </c:pt>
                <c:pt idx="6430">
                  <c:v>0</c:v>
                </c:pt>
                <c:pt idx="6431">
                  <c:v>0</c:v>
                </c:pt>
                <c:pt idx="6432">
                  <c:v>0</c:v>
                </c:pt>
                <c:pt idx="6433">
                  <c:v>0</c:v>
                </c:pt>
                <c:pt idx="6434">
                  <c:v>0</c:v>
                </c:pt>
                <c:pt idx="6435">
                  <c:v>140</c:v>
                </c:pt>
                <c:pt idx="6436">
                  <c:v>0</c:v>
                </c:pt>
                <c:pt idx="6437">
                  <c:v>0</c:v>
                </c:pt>
                <c:pt idx="6438">
                  <c:v>63</c:v>
                </c:pt>
                <c:pt idx="6439">
                  <c:v>36</c:v>
                </c:pt>
                <c:pt idx="6440">
                  <c:v>54</c:v>
                </c:pt>
                <c:pt idx="6441">
                  <c:v>0</c:v>
                </c:pt>
                <c:pt idx="6442">
                  <c:v>200</c:v>
                </c:pt>
                <c:pt idx="6443">
                  <c:v>0</c:v>
                </c:pt>
                <c:pt idx="6444">
                  <c:v>75</c:v>
                </c:pt>
                <c:pt idx="6445">
                  <c:v>12</c:v>
                </c:pt>
                <c:pt idx="6446">
                  <c:v>0</c:v>
                </c:pt>
                <c:pt idx="6447">
                  <c:v>6</c:v>
                </c:pt>
                <c:pt idx="6448">
                  <c:v>0</c:v>
                </c:pt>
                <c:pt idx="6449">
                  <c:v>10</c:v>
                </c:pt>
                <c:pt idx="6450">
                  <c:v>180</c:v>
                </c:pt>
                <c:pt idx="6451">
                  <c:v>0</c:v>
                </c:pt>
                <c:pt idx="6452">
                  <c:v>0</c:v>
                </c:pt>
                <c:pt idx="6453">
                  <c:v>0</c:v>
                </c:pt>
                <c:pt idx="6454">
                  <c:v>0</c:v>
                </c:pt>
                <c:pt idx="6455">
                  <c:v>0</c:v>
                </c:pt>
                <c:pt idx="6456">
                  <c:v>14</c:v>
                </c:pt>
                <c:pt idx="6457">
                  <c:v>140</c:v>
                </c:pt>
                <c:pt idx="6458">
                  <c:v>0</c:v>
                </c:pt>
                <c:pt idx="6459">
                  <c:v>0</c:v>
                </c:pt>
                <c:pt idx="6460">
                  <c:v>90</c:v>
                </c:pt>
                <c:pt idx="6461">
                  <c:v>50</c:v>
                </c:pt>
                <c:pt idx="6462">
                  <c:v>0</c:v>
                </c:pt>
                <c:pt idx="6463">
                  <c:v>0</c:v>
                </c:pt>
                <c:pt idx="6464">
                  <c:v>0</c:v>
                </c:pt>
                <c:pt idx="6465">
                  <c:v>0</c:v>
                </c:pt>
                <c:pt idx="6466">
                  <c:v>15</c:v>
                </c:pt>
                <c:pt idx="6467">
                  <c:v>24</c:v>
                </c:pt>
                <c:pt idx="6468">
                  <c:v>168</c:v>
                </c:pt>
                <c:pt idx="6469">
                  <c:v>25</c:v>
                </c:pt>
                <c:pt idx="6470">
                  <c:v>0</c:v>
                </c:pt>
                <c:pt idx="6471">
                  <c:v>9</c:v>
                </c:pt>
                <c:pt idx="6472">
                  <c:v>0</c:v>
                </c:pt>
                <c:pt idx="6473">
                  <c:v>0</c:v>
                </c:pt>
                <c:pt idx="6474">
                  <c:v>0</c:v>
                </c:pt>
                <c:pt idx="6475">
                  <c:v>0</c:v>
                </c:pt>
                <c:pt idx="6476">
                  <c:v>0</c:v>
                </c:pt>
                <c:pt idx="6477">
                  <c:v>0</c:v>
                </c:pt>
                <c:pt idx="6478">
                  <c:v>0</c:v>
                </c:pt>
                <c:pt idx="6479">
                  <c:v>14</c:v>
                </c:pt>
                <c:pt idx="6480">
                  <c:v>0</c:v>
                </c:pt>
                <c:pt idx="6481">
                  <c:v>1</c:v>
                </c:pt>
                <c:pt idx="6482">
                  <c:v>261</c:v>
                </c:pt>
                <c:pt idx="6483">
                  <c:v>56</c:v>
                </c:pt>
                <c:pt idx="6484">
                  <c:v>14</c:v>
                </c:pt>
                <c:pt idx="6485">
                  <c:v>5</c:v>
                </c:pt>
                <c:pt idx="6486">
                  <c:v>92</c:v>
                </c:pt>
                <c:pt idx="6487">
                  <c:v>15</c:v>
                </c:pt>
                <c:pt idx="6488">
                  <c:v>1</c:v>
                </c:pt>
                <c:pt idx="6489">
                  <c:v>28</c:v>
                </c:pt>
                <c:pt idx="6490">
                  <c:v>9</c:v>
                </c:pt>
                <c:pt idx="6491">
                  <c:v>2</c:v>
                </c:pt>
                <c:pt idx="6492">
                  <c:v>0</c:v>
                </c:pt>
                <c:pt idx="6493">
                  <c:v>4</c:v>
                </c:pt>
                <c:pt idx="6494">
                  <c:v>18</c:v>
                </c:pt>
                <c:pt idx="6495">
                  <c:v>20</c:v>
                </c:pt>
                <c:pt idx="6496">
                  <c:v>1</c:v>
                </c:pt>
                <c:pt idx="6497">
                  <c:v>72</c:v>
                </c:pt>
                <c:pt idx="6498">
                  <c:v>90</c:v>
                </c:pt>
                <c:pt idx="6499">
                  <c:v>45</c:v>
                </c:pt>
                <c:pt idx="6500">
                  <c:v>0</c:v>
                </c:pt>
                <c:pt idx="6501">
                  <c:v>0</c:v>
                </c:pt>
                <c:pt idx="6502">
                  <c:v>0</c:v>
                </c:pt>
                <c:pt idx="6503">
                  <c:v>0</c:v>
                </c:pt>
                <c:pt idx="6504">
                  <c:v>2</c:v>
                </c:pt>
                <c:pt idx="6505">
                  <c:v>0</c:v>
                </c:pt>
                <c:pt idx="6506">
                  <c:v>0</c:v>
                </c:pt>
                <c:pt idx="6507">
                  <c:v>36</c:v>
                </c:pt>
                <c:pt idx="6508">
                  <c:v>4500</c:v>
                </c:pt>
                <c:pt idx="6509">
                  <c:v>0</c:v>
                </c:pt>
                <c:pt idx="6510">
                  <c:v>0</c:v>
                </c:pt>
                <c:pt idx="6511">
                  <c:v>0</c:v>
                </c:pt>
                <c:pt idx="6512">
                  <c:v>0</c:v>
                </c:pt>
                <c:pt idx="6513">
                  <c:v>0</c:v>
                </c:pt>
                <c:pt idx="6514">
                  <c:v>0</c:v>
                </c:pt>
                <c:pt idx="6515">
                  <c:v>0</c:v>
                </c:pt>
                <c:pt idx="6516">
                  <c:v>10</c:v>
                </c:pt>
                <c:pt idx="6517">
                  <c:v>24</c:v>
                </c:pt>
                <c:pt idx="6518">
                  <c:v>0</c:v>
                </c:pt>
                <c:pt idx="6519">
                  <c:v>0</c:v>
                </c:pt>
                <c:pt idx="6520">
                  <c:v>180</c:v>
                </c:pt>
                <c:pt idx="6521">
                  <c:v>0</c:v>
                </c:pt>
                <c:pt idx="6522">
                  <c:v>0</c:v>
                </c:pt>
                <c:pt idx="6523">
                  <c:v>40</c:v>
                </c:pt>
                <c:pt idx="6524">
                  <c:v>0</c:v>
                </c:pt>
                <c:pt idx="6525">
                  <c:v>7</c:v>
                </c:pt>
                <c:pt idx="6526">
                  <c:v>30</c:v>
                </c:pt>
                <c:pt idx="6527">
                  <c:v>0</c:v>
                </c:pt>
                <c:pt idx="6528">
                  <c:v>210</c:v>
                </c:pt>
                <c:pt idx="6529">
                  <c:v>0</c:v>
                </c:pt>
                <c:pt idx="6530">
                  <c:v>0</c:v>
                </c:pt>
                <c:pt idx="6531">
                  <c:v>18</c:v>
                </c:pt>
                <c:pt idx="6532">
                  <c:v>78</c:v>
                </c:pt>
                <c:pt idx="6533">
                  <c:v>42</c:v>
                </c:pt>
                <c:pt idx="6534">
                  <c:v>0</c:v>
                </c:pt>
                <c:pt idx="6535">
                  <c:v>0</c:v>
                </c:pt>
                <c:pt idx="6536">
                  <c:v>0</c:v>
                </c:pt>
                <c:pt idx="6537">
                  <c:v>0</c:v>
                </c:pt>
                <c:pt idx="6538">
                  <c:v>0</c:v>
                </c:pt>
                <c:pt idx="6539">
                  <c:v>48</c:v>
                </c:pt>
                <c:pt idx="6540">
                  <c:v>3</c:v>
                </c:pt>
                <c:pt idx="6541">
                  <c:v>0</c:v>
                </c:pt>
                <c:pt idx="6542">
                  <c:v>0</c:v>
                </c:pt>
                <c:pt idx="6543">
                  <c:v>4</c:v>
                </c:pt>
                <c:pt idx="6544">
                  <c:v>2</c:v>
                </c:pt>
                <c:pt idx="6545">
                  <c:v>3</c:v>
                </c:pt>
                <c:pt idx="6546">
                  <c:v>9</c:v>
                </c:pt>
                <c:pt idx="6547">
                  <c:v>0</c:v>
                </c:pt>
                <c:pt idx="6548">
                  <c:v>0</c:v>
                </c:pt>
                <c:pt idx="6549">
                  <c:v>0</c:v>
                </c:pt>
                <c:pt idx="6550">
                  <c:v>0</c:v>
                </c:pt>
                <c:pt idx="6551">
                  <c:v>7</c:v>
                </c:pt>
                <c:pt idx="6552">
                  <c:v>0</c:v>
                </c:pt>
                <c:pt idx="6553">
                  <c:v>0</c:v>
                </c:pt>
                <c:pt idx="6554">
                  <c:v>2</c:v>
                </c:pt>
                <c:pt idx="6555">
                  <c:v>0</c:v>
                </c:pt>
                <c:pt idx="6556">
                  <c:v>488</c:v>
                </c:pt>
                <c:pt idx="6557">
                  <c:v>15</c:v>
                </c:pt>
                <c:pt idx="6558">
                  <c:v>13</c:v>
                </c:pt>
                <c:pt idx="6559">
                  <c:v>9</c:v>
                </c:pt>
                <c:pt idx="6560">
                  <c:v>11</c:v>
                </c:pt>
                <c:pt idx="6561">
                  <c:v>9</c:v>
                </c:pt>
                <c:pt idx="6562">
                  <c:v>1</c:v>
                </c:pt>
                <c:pt idx="6563">
                  <c:v>96</c:v>
                </c:pt>
                <c:pt idx="6564">
                  <c:v>3</c:v>
                </c:pt>
                <c:pt idx="6565">
                  <c:v>0</c:v>
                </c:pt>
                <c:pt idx="6566">
                  <c:v>0</c:v>
                </c:pt>
                <c:pt idx="6567">
                  <c:v>0</c:v>
                </c:pt>
                <c:pt idx="6568">
                  <c:v>0</c:v>
                </c:pt>
                <c:pt idx="6569">
                  <c:v>0</c:v>
                </c:pt>
                <c:pt idx="6570">
                  <c:v>0</c:v>
                </c:pt>
                <c:pt idx="6571">
                  <c:v>0</c:v>
                </c:pt>
                <c:pt idx="6572">
                  <c:v>7</c:v>
                </c:pt>
                <c:pt idx="6573">
                  <c:v>9</c:v>
                </c:pt>
                <c:pt idx="6574">
                  <c:v>0</c:v>
                </c:pt>
                <c:pt idx="6575">
                  <c:v>34</c:v>
                </c:pt>
                <c:pt idx="6576">
                  <c:v>5</c:v>
                </c:pt>
                <c:pt idx="6577">
                  <c:v>0</c:v>
                </c:pt>
                <c:pt idx="6578">
                  <c:v>5</c:v>
                </c:pt>
                <c:pt idx="6579">
                  <c:v>0</c:v>
                </c:pt>
                <c:pt idx="6580">
                  <c:v>0</c:v>
                </c:pt>
                <c:pt idx="6581">
                  <c:v>43</c:v>
                </c:pt>
                <c:pt idx="6582">
                  <c:v>0</c:v>
                </c:pt>
                <c:pt idx="6583">
                  <c:v>105</c:v>
                </c:pt>
                <c:pt idx="6584">
                  <c:v>1</c:v>
                </c:pt>
                <c:pt idx="6585">
                  <c:v>0</c:v>
                </c:pt>
                <c:pt idx="6586">
                  <c:v>1</c:v>
                </c:pt>
                <c:pt idx="6587">
                  <c:v>0</c:v>
                </c:pt>
                <c:pt idx="6588">
                  <c:v>0</c:v>
                </c:pt>
                <c:pt idx="6589">
                  <c:v>27</c:v>
                </c:pt>
                <c:pt idx="6590">
                  <c:v>0</c:v>
                </c:pt>
                <c:pt idx="6591">
                  <c:v>105</c:v>
                </c:pt>
                <c:pt idx="6592">
                  <c:v>0</c:v>
                </c:pt>
                <c:pt idx="6593">
                  <c:v>42</c:v>
                </c:pt>
                <c:pt idx="6594">
                  <c:v>0</c:v>
                </c:pt>
                <c:pt idx="6595">
                  <c:v>91</c:v>
                </c:pt>
                <c:pt idx="6596">
                  <c:v>56</c:v>
                </c:pt>
                <c:pt idx="6597">
                  <c:v>0</c:v>
                </c:pt>
                <c:pt idx="6598">
                  <c:v>86</c:v>
                </c:pt>
                <c:pt idx="6599">
                  <c:v>116</c:v>
                </c:pt>
                <c:pt idx="6600">
                  <c:v>94</c:v>
                </c:pt>
                <c:pt idx="6601">
                  <c:v>0</c:v>
                </c:pt>
                <c:pt idx="6602">
                  <c:v>31</c:v>
                </c:pt>
                <c:pt idx="6603">
                  <c:v>12</c:v>
                </c:pt>
                <c:pt idx="6604">
                  <c:v>0</c:v>
                </c:pt>
                <c:pt idx="6605">
                  <c:v>0</c:v>
                </c:pt>
                <c:pt idx="6606">
                  <c:v>0</c:v>
                </c:pt>
                <c:pt idx="6607">
                  <c:v>22</c:v>
                </c:pt>
                <c:pt idx="6608">
                  <c:v>0</c:v>
                </c:pt>
                <c:pt idx="6609">
                  <c:v>0</c:v>
                </c:pt>
                <c:pt idx="6610">
                  <c:v>0</c:v>
                </c:pt>
                <c:pt idx="6611">
                  <c:v>0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1</c:v>
                </c:pt>
                <c:pt idx="6616">
                  <c:v>0</c:v>
                </c:pt>
                <c:pt idx="6617">
                  <c:v>0</c:v>
                </c:pt>
                <c:pt idx="6618">
                  <c:v>92</c:v>
                </c:pt>
                <c:pt idx="6619">
                  <c:v>0</c:v>
                </c:pt>
                <c:pt idx="6620">
                  <c:v>0</c:v>
                </c:pt>
                <c:pt idx="6621">
                  <c:v>32</c:v>
                </c:pt>
                <c:pt idx="6622">
                  <c:v>0</c:v>
                </c:pt>
                <c:pt idx="6623">
                  <c:v>0</c:v>
                </c:pt>
                <c:pt idx="6624">
                  <c:v>112</c:v>
                </c:pt>
                <c:pt idx="6625">
                  <c:v>120</c:v>
                </c:pt>
                <c:pt idx="6626">
                  <c:v>0</c:v>
                </c:pt>
                <c:pt idx="6627">
                  <c:v>21</c:v>
                </c:pt>
                <c:pt idx="6628">
                  <c:v>0</c:v>
                </c:pt>
                <c:pt idx="6629">
                  <c:v>0</c:v>
                </c:pt>
                <c:pt idx="6630">
                  <c:v>60</c:v>
                </c:pt>
                <c:pt idx="6631">
                  <c:v>0</c:v>
                </c:pt>
                <c:pt idx="6632">
                  <c:v>46</c:v>
                </c:pt>
                <c:pt idx="6633">
                  <c:v>0</c:v>
                </c:pt>
                <c:pt idx="6634">
                  <c:v>33</c:v>
                </c:pt>
                <c:pt idx="6635">
                  <c:v>0</c:v>
                </c:pt>
                <c:pt idx="6636">
                  <c:v>0</c:v>
                </c:pt>
                <c:pt idx="6637">
                  <c:v>0</c:v>
                </c:pt>
                <c:pt idx="6638">
                  <c:v>0</c:v>
                </c:pt>
                <c:pt idx="6639">
                  <c:v>0</c:v>
                </c:pt>
                <c:pt idx="6640">
                  <c:v>15</c:v>
                </c:pt>
                <c:pt idx="6641">
                  <c:v>0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18</c:v>
                </c:pt>
                <c:pt idx="6646">
                  <c:v>0</c:v>
                </c:pt>
                <c:pt idx="6647">
                  <c:v>0</c:v>
                </c:pt>
                <c:pt idx="6648">
                  <c:v>180</c:v>
                </c:pt>
                <c:pt idx="6649">
                  <c:v>0</c:v>
                </c:pt>
                <c:pt idx="6650">
                  <c:v>0</c:v>
                </c:pt>
                <c:pt idx="6651">
                  <c:v>0</c:v>
                </c:pt>
                <c:pt idx="6652">
                  <c:v>1</c:v>
                </c:pt>
                <c:pt idx="6653">
                  <c:v>0</c:v>
                </c:pt>
                <c:pt idx="6654">
                  <c:v>490</c:v>
                </c:pt>
                <c:pt idx="6655">
                  <c:v>4</c:v>
                </c:pt>
                <c:pt idx="6656">
                  <c:v>0</c:v>
                </c:pt>
                <c:pt idx="6657">
                  <c:v>0</c:v>
                </c:pt>
                <c:pt idx="6658">
                  <c:v>91</c:v>
                </c:pt>
                <c:pt idx="6659">
                  <c:v>0</c:v>
                </c:pt>
                <c:pt idx="6660">
                  <c:v>0</c:v>
                </c:pt>
                <c:pt idx="6661">
                  <c:v>30</c:v>
                </c:pt>
                <c:pt idx="6662">
                  <c:v>0</c:v>
                </c:pt>
                <c:pt idx="6663">
                  <c:v>18</c:v>
                </c:pt>
                <c:pt idx="6664">
                  <c:v>0</c:v>
                </c:pt>
                <c:pt idx="6665">
                  <c:v>0</c:v>
                </c:pt>
                <c:pt idx="6666">
                  <c:v>0</c:v>
                </c:pt>
                <c:pt idx="6667">
                  <c:v>0</c:v>
                </c:pt>
                <c:pt idx="6668">
                  <c:v>80</c:v>
                </c:pt>
                <c:pt idx="6669">
                  <c:v>120</c:v>
                </c:pt>
                <c:pt idx="6670">
                  <c:v>196</c:v>
                </c:pt>
                <c:pt idx="6671">
                  <c:v>1</c:v>
                </c:pt>
                <c:pt idx="6672">
                  <c:v>6</c:v>
                </c:pt>
                <c:pt idx="6673">
                  <c:v>10</c:v>
                </c:pt>
                <c:pt idx="6674">
                  <c:v>0</c:v>
                </c:pt>
                <c:pt idx="6675">
                  <c:v>7</c:v>
                </c:pt>
                <c:pt idx="6676">
                  <c:v>0</c:v>
                </c:pt>
                <c:pt idx="6677">
                  <c:v>0</c:v>
                </c:pt>
                <c:pt idx="6678">
                  <c:v>0</c:v>
                </c:pt>
                <c:pt idx="6679">
                  <c:v>0</c:v>
                </c:pt>
                <c:pt idx="6680">
                  <c:v>66</c:v>
                </c:pt>
                <c:pt idx="6681">
                  <c:v>0</c:v>
                </c:pt>
                <c:pt idx="6682">
                  <c:v>0</c:v>
                </c:pt>
                <c:pt idx="6683">
                  <c:v>0</c:v>
                </c:pt>
                <c:pt idx="6684">
                  <c:v>134</c:v>
                </c:pt>
                <c:pt idx="6685">
                  <c:v>0</c:v>
                </c:pt>
                <c:pt idx="6686">
                  <c:v>18</c:v>
                </c:pt>
                <c:pt idx="6687">
                  <c:v>0</c:v>
                </c:pt>
                <c:pt idx="6688">
                  <c:v>0</c:v>
                </c:pt>
                <c:pt idx="6689">
                  <c:v>36</c:v>
                </c:pt>
                <c:pt idx="6690">
                  <c:v>16</c:v>
                </c:pt>
                <c:pt idx="6691">
                  <c:v>72</c:v>
                </c:pt>
                <c:pt idx="6692">
                  <c:v>60</c:v>
                </c:pt>
                <c:pt idx="6693">
                  <c:v>0</c:v>
                </c:pt>
                <c:pt idx="6694">
                  <c:v>93</c:v>
                </c:pt>
                <c:pt idx="6695">
                  <c:v>0</c:v>
                </c:pt>
                <c:pt idx="6696">
                  <c:v>30</c:v>
                </c:pt>
                <c:pt idx="6697">
                  <c:v>60</c:v>
                </c:pt>
                <c:pt idx="6698">
                  <c:v>0</c:v>
                </c:pt>
                <c:pt idx="6699">
                  <c:v>0</c:v>
                </c:pt>
                <c:pt idx="6700">
                  <c:v>0</c:v>
                </c:pt>
                <c:pt idx="6701">
                  <c:v>1</c:v>
                </c:pt>
                <c:pt idx="6702">
                  <c:v>0</c:v>
                </c:pt>
                <c:pt idx="6703">
                  <c:v>23</c:v>
                </c:pt>
                <c:pt idx="6704">
                  <c:v>0</c:v>
                </c:pt>
                <c:pt idx="6705">
                  <c:v>42</c:v>
                </c:pt>
                <c:pt idx="6706">
                  <c:v>56</c:v>
                </c:pt>
                <c:pt idx="6707">
                  <c:v>42</c:v>
                </c:pt>
                <c:pt idx="6708">
                  <c:v>22</c:v>
                </c:pt>
                <c:pt idx="6709">
                  <c:v>168</c:v>
                </c:pt>
                <c:pt idx="6710">
                  <c:v>68</c:v>
                </c:pt>
                <c:pt idx="6711">
                  <c:v>0</c:v>
                </c:pt>
                <c:pt idx="6712">
                  <c:v>180</c:v>
                </c:pt>
                <c:pt idx="6713">
                  <c:v>0</c:v>
                </c:pt>
                <c:pt idx="6714">
                  <c:v>0</c:v>
                </c:pt>
                <c:pt idx="6715">
                  <c:v>0</c:v>
                </c:pt>
                <c:pt idx="6716">
                  <c:v>140</c:v>
                </c:pt>
                <c:pt idx="6717">
                  <c:v>0</c:v>
                </c:pt>
                <c:pt idx="6718">
                  <c:v>0</c:v>
                </c:pt>
                <c:pt idx="6719">
                  <c:v>8</c:v>
                </c:pt>
                <c:pt idx="6720">
                  <c:v>87</c:v>
                </c:pt>
                <c:pt idx="6721">
                  <c:v>1230</c:v>
                </c:pt>
                <c:pt idx="6722">
                  <c:v>0</c:v>
                </c:pt>
                <c:pt idx="6723">
                  <c:v>50</c:v>
                </c:pt>
                <c:pt idx="6724">
                  <c:v>300</c:v>
                </c:pt>
                <c:pt idx="6725">
                  <c:v>0</c:v>
                </c:pt>
                <c:pt idx="6726">
                  <c:v>0</c:v>
                </c:pt>
                <c:pt idx="6727">
                  <c:v>45</c:v>
                </c:pt>
                <c:pt idx="6728">
                  <c:v>6</c:v>
                </c:pt>
                <c:pt idx="6729">
                  <c:v>15</c:v>
                </c:pt>
                <c:pt idx="6730">
                  <c:v>3</c:v>
                </c:pt>
                <c:pt idx="6731">
                  <c:v>0</c:v>
                </c:pt>
                <c:pt idx="6732">
                  <c:v>42</c:v>
                </c:pt>
                <c:pt idx="6733">
                  <c:v>0</c:v>
                </c:pt>
                <c:pt idx="6734">
                  <c:v>0</c:v>
                </c:pt>
                <c:pt idx="6735">
                  <c:v>0</c:v>
                </c:pt>
                <c:pt idx="6736">
                  <c:v>29</c:v>
                </c:pt>
                <c:pt idx="6737">
                  <c:v>79</c:v>
                </c:pt>
                <c:pt idx="6738">
                  <c:v>0</c:v>
                </c:pt>
                <c:pt idx="6739">
                  <c:v>0</c:v>
                </c:pt>
                <c:pt idx="6740">
                  <c:v>21</c:v>
                </c:pt>
                <c:pt idx="6741">
                  <c:v>71</c:v>
                </c:pt>
                <c:pt idx="6742">
                  <c:v>0</c:v>
                </c:pt>
                <c:pt idx="6743">
                  <c:v>47</c:v>
                </c:pt>
                <c:pt idx="6744">
                  <c:v>0</c:v>
                </c:pt>
                <c:pt idx="6745">
                  <c:v>0</c:v>
                </c:pt>
                <c:pt idx="6746">
                  <c:v>0</c:v>
                </c:pt>
                <c:pt idx="6747">
                  <c:v>0</c:v>
                </c:pt>
                <c:pt idx="6748">
                  <c:v>6</c:v>
                </c:pt>
                <c:pt idx="6749">
                  <c:v>0</c:v>
                </c:pt>
                <c:pt idx="6750">
                  <c:v>0</c:v>
                </c:pt>
                <c:pt idx="6751">
                  <c:v>8</c:v>
                </c:pt>
                <c:pt idx="6752">
                  <c:v>3</c:v>
                </c:pt>
                <c:pt idx="6753">
                  <c:v>0</c:v>
                </c:pt>
                <c:pt idx="6754">
                  <c:v>0</c:v>
                </c:pt>
                <c:pt idx="6755">
                  <c:v>10</c:v>
                </c:pt>
                <c:pt idx="6756">
                  <c:v>0</c:v>
                </c:pt>
                <c:pt idx="6757">
                  <c:v>12</c:v>
                </c:pt>
                <c:pt idx="6758">
                  <c:v>14</c:v>
                </c:pt>
                <c:pt idx="6759">
                  <c:v>42</c:v>
                </c:pt>
                <c:pt idx="6760">
                  <c:v>2</c:v>
                </c:pt>
                <c:pt idx="6761">
                  <c:v>100</c:v>
                </c:pt>
                <c:pt idx="6762">
                  <c:v>33</c:v>
                </c:pt>
                <c:pt idx="6763">
                  <c:v>0</c:v>
                </c:pt>
                <c:pt idx="6764">
                  <c:v>27</c:v>
                </c:pt>
                <c:pt idx="6765">
                  <c:v>0</c:v>
                </c:pt>
                <c:pt idx="6766">
                  <c:v>25</c:v>
                </c:pt>
                <c:pt idx="6767">
                  <c:v>476</c:v>
                </c:pt>
                <c:pt idx="6768">
                  <c:v>0</c:v>
                </c:pt>
                <c:pt idx="6769">
                  <c:v>9</c:v>
                </c:pt>
                <c:pt idx="6770">
                  <c:v>3</c:v>
                </c:pt>
                <c:pt idx="6771">
                  <c:v>0</c:v>
                </c:pt>
                <c:pt idx="6772">
                  <c:v>28</c:v>
                </c:pt>
                <c:pt idx="6773">
                  <c:v>0</c:v>
                </c:pt>
                <c:pt idx="6774">
                  <c:v>20</c:v>
                </c:pt>
                <c:pt idx="6775">
                  <c:v>0</c:v>
                </c:pt>
                <c:pt idx="6776">
                  <c:v>0</c:v>
                </c:pt>
                <c:pt idx="6777">
                  <c:v>0</c:v>
                </c:pt>
                <c:pt idx="6778">
                  <c:v>0</c:v>
                </c:pt>
                <c:pt idx="6779">
                  <c:v>18</c:v>
                </c:pt>
                <c:pt idx="6780">
                  <c:v>0</c:v>
                </c:pt>
                <c:pt idx="6781">
                  <c:v>14</c:v>
                </c:pt>
                <c:pt idx="6782">
                  <c:v>30</c:v>
                </c:pt>
                <c:pt idx="6783">
                  <c:v>60</c:v>
                </c:pt>
                <c:pt idx="6784">
                  <c:v>0</c:v>
                </c:pt>
                <c:pt idx="6785">
                  <c:v>102</c:v>
                </c:pt>
                <c:pt idx="6786">
                  <c:v>0</c:v>
                </c:pt>
                <c:pt idx="6787">
                  <c:v>0</c:v>
                </c:pt>
                <c:pt idx="6788">
                  <c:v>29</c:v>
                </c:pt>
                <c:pt idx="6789">
                  <c:v>0</c:v>
                </c:pt>
                <c:pt idx="6790">
                  <c:v>60</c:v>
                </c:pt>
                <c:pt idx="6791">
                  <c:v>7</c:v>
                </c:pt>
                <c:pt idx="6792">
                  <c:v>61</c:v>
                </c:pt>
                <c:pt idx="6793">
                  <c:v>0</c:v>
                </c:pt>
                <c:pt idx="6794">
                  <c:v>10</c:v>
                </c:pt>
                <c:pt idx="6795">
                  <c:v>35</c:v>
                </c:pt>
                <c:pt idx="6796">
                  <c:v>10</c:v>
                </c:pt>
                <c:pt idx="6797">
                  <c:v>0</c:v>
                </c:pt>
                <c:pt idx="6798">
                  <c:v>1</c:v>
                </c:pt>
                <c:pt idx="6799">
                  <c:v>0</c:v>
                </c:pt>
                <c:pt idx="6800">
                  <c:v>266</c:v>
                </c:pt>
                <c:pt idx="6801">
                  <c:v>4</c:v>
                </c:pt>
                <c:pt idx="6802">
                  <c:v>0</c:v>
                </c:pt>
                <c:pt idx="6803">
                  <c:v>34</c:v>
                </c:pt>
                <c:pt idx="6804">
                  <c:v>1</c:v>
                </c:pt>
                <c:pt idx="6805">
                  <c:v>0</c:v>
                </c:pt>
                <c:pt idx="6806">
                  <c:v>0</c:v>
                </c:pt>
                <c:pt idx="6807">
                  <c:v>29</c:v>
                </c:pt>
                <c:pt idx="6808">
                  <c:v>0</c:v>
                </c:pt>
                <c:pt idx="6809">
                  <c:v>0</c:v>
                </c:pt>
                <c:pt idx="6810">
                  <c:v>7</c:v>
                </c:pt>
                <c:pt idx="6811">
                  <c:v>0</c:v>
                </c:pt>
                <c:pt idx="6812">
                  <c:v>0</c:v>
                </c:pt>
                <c:pt idx="6813">
                  <c:v>0</c:v>
                </c:pt>
                <c:pt idx="6814">
                  <c:v>0</c:v>
                </c:pt>
                <c:pt idx="6815">
                  <c:v>3</c:v>
                </c:pt>
                <c:pt idx="6816">
                  <c:v>0</c:v>
                </c:pt>
                <c:pt idx="6817">
                  <c:v>0</c:v>
                </c:pt>
                <c:pt idx="6818">
                  <c:v>62</c:v>
                </c:pt>
                <c:pt idx="6819">
                  <c:v>72</c:v>
                </c:pt>
                <c:pt idx="6820">
                  <c:v>0</c:v>
                </c:pt>
                <c:pt idx="6821">
                  <c:v>0</c:v>
                </c:pt>
                <c:pt idx="6822">
                  <c:v>0</c:v>
                </c:pt>
                <c:pt idx="6823">
                  <c:v>0</c:v>
                </c:pt>
                <c:pt idx="6824">
                  <c:v>0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0</c:v>
                </c:pt>
                <c:pt idx="6829">
                  <c:v>52</c:v>
                </c:pt>
                <c:pt idx="6830">
                  <c:v>0</c:v>
                </c:pt>
                <c:pt idx="6831">
                  <c:v>0</c:v>
                </c:pt>
                <c:pt idx="6832">
                  <c:v>3</c:v>
                </c:pt>
                <c:pt idx="6833">
                  <c:v>30</c:v>
                </c:pt>
                <c:pt idx="6834">
                  <c:v>0</c:v>
                </c:pt>
                <c:pt idx="6835">
                  <c:v>0</c:v>
                </c:pt>
                <c:pt idx="6836">
                  <c:v>0</c:v>
                </c:pt>
                <c:pt idx="6837">
                  <c:v>10</c:v>
                </c:pt>
                <c:pt idx="6838">
                  <c:v>0</c:v>
                </c:pt>
                <c:pt idx="6839">
                  <c:v>196</c:v>
                </c:pt>
                <c:pt idx="6840">
                  <c:v>0</c:v>
                </c:pt>
                <c:pt idx="6841">
                  <c:v>0</c:v>
                </c:pt>
                <c:pt idx="6842">
                  <c:v>0</c:v>
                </c:pt>
                <c:pt idx="6843">
                  <c:v>0</c:v>
                </c:pt>
                <c:pt idx="6844">
                  <c:v>0</c:v>
                </c:pt>
                <c:pt idx="6845">
                  <c:v>0</c:v>
                </c:pt>
                <c:pt idx="6846">
                  <c:v>1</c:v>
                </c:pt>
                <c:pt idx="6847">
                  <c:v>26</c:v>
                </c:pt>
                <c:pt idx="6848">
                  <c:v>15</c:v>
                </c:pt>
                <c:pt idx="6849">
                  <c:v>5</c:v>
                </c:pt>
                <c:pt idx="6850">
                  <c:v>3</c:v>
                </c:pt>
                <c:pt idx="6851">
                  <c:v>0</c:v>
                </c:pt>
                <c:pt idx="6852">
                  <c:v>0</c:v>
                </c:pt>
                <c:pt idx="6853">
                  <c:v>67</c:v>
                </c:pt>
                <c:pt idx="6854">
                  <c:v>308</c:v>
                </c:pt>
                <c:pt idx="6855">
                  <c:v>48</c:v>
                </c:pt>
                <c:pt idx="6856">
                  <c:v>24</c:v>
                </c:pt>
                <c:pt idx="6857">
                  <c:v>0</c:v>
                </c:pt>
                <c:pt idx="6858">
                  <c:v>0</c:v>
                </c:pt>
                <c:pt idx="6859">
                  <c:v>0</c:v>
                </c:pt>
                <c:pt idx="6860">
                  <c:v>0</c:v>
                </c:pt>
                <c:pt idx="6861">
                  <c:v>0</c:v>
                </c:pt>
                <c:pt idx="6862">
                  <c:v>0</c:v>
                </c:pt>
                <c:pt idx="6863">
                  <c:v>3</c:v>
                </c:pt>
                <c:pt idx="6864">
                  <c:v>2</c:v>
                </c:pt>
                <c:pt idx="6865">
                  <c:v>0</c:v>
                </c:pt>
                <c:pt idx="6866">
                  <c:v>0</c:v>
                </c:pt>
                <c:pt idx="6867">
                  <c:v>15</c:v>
                </c:pt>
                <c:pt idx="6868">
                  <c:v>0</c:v>
                </c:pt>
                <c:pt idx="6869">
                  <c:v>135</c:v>
                </c:pt>
                <c:pt idx="6870">
                  <c:v>0</c:v>
                </c:pt>
                <c:pt idx="6871">
                  <c:v>10</c:v>
                </c:pt>
                <c:pt idx="6872">
                  <c:v>85</c:v>
                </c:pt>
                <c:pt idx="6873">
                  <c:v>18</c:v>
                </c:pt>
                <c:pt idx="6874">
                  <c:v>210</c:v>
                </c:pt>
                <c:pt idx="6875">
                  <c:v>0</c:v>
                </c:pt>
                <c:pt idx="6876">
                  <c:v>9</c:v>
                </c:pt>
                <c:pt idx="6877">
                  <c:v>26</c:v>
                </c:pt>
                <c:pt idx="6878">
                  <c:v>0</c:v>
                </c:pt>
                <c:pt idx="6879">
                  <c:v>20</c:v>
                </c:pt>
                <c:pt idx="6880">
                  <c:v>0</c:v>
                </c:pt>
                <c:pt idx="6881">
                  <c:v>1</c:v>
                </c:pt>
                <c:pt idx="6882">
                  <c:v>0</c:v>
                </c:pt>
                <c:pt idx="6883">
                  <c:v>1</c:v>
                </c:pt>
                <c:pt idx="6884">
                  <c:v>22</c:v>
                </c:pt>
                <c:pt idx="6885">
                  <c:v>10</c:v>
                </c:pt>
                <c:pt idx="6886">
                  <c:v>18</c:v>
                </c:pt>
                <c:pt idx="6887">
                  <c:v>4</c:v>
                </c:pt>
                <c:pt idx="6888">
                  <c:v>0</c:v>
                </c:pt>
                <c:pt idx="6889">
                  <c:v>0</c:v>
                </c:pt>
                <c:pt idx="6890">
                  <c:v>1</c:v>
                </c:pt>
                <c:pt idx="6891">
                  <c:v>0</c:v>
                </c:pt>
                <c:pt idx="6892">
                  <c:v>122</c:v>
                </c:pt>
                <c:pt idx="6893">
                  <c:v>84</c:v>
                </c:pt>
                <c:pt idx="6894">
                  <c:v>0</c:v>
                </c:pt>
                <c:pt idx="6895">
                  <c:v>0</c:v>
                </c:pt>
                <c:pt idx="6896">
                  <c:v>0</c:v>
                </c:pt>
                <c:pt idx="6897">
                  <c:v>0</c:v>
                </c:pt>
                <c:pt idx="6898">
                  <c:v>0</c:v>
                </c:pt>
                <c:pt idx="6899">
                  <c:v>0</c:v>
                </c:pt>
                <c:pt idx="6900">
                  <c:v>0</c:v>
                </c:pt>
                <c:pt idx="6901">
                  <c:v>0</c:v>
                </c:pt>
                <c:pt idx="6902">
                  <c:v>1</c:v>
                </c:pt>
                <c:pt idx="6903">
                  <c:v>0</c:v>
                </c:pt>
                <c:pt idx="6904">
                  <c:v>0</c:v>
                </c:pt>
                <c:pt idx="6905">
                  <c:v>0</c:v>
                </c:pt>
                <c:pt idx="6906">
                  <c:v>0</c:v>
                </c:pt>
                <c:pt idx="6907">
                  <c:v>1</c:v>
                </c:pt>
                <c:pt idx="6908">
                  <c:v>0</c:v>
                </c:pt>
                <c:pt idx="6909">
                  <c:v>0</c:v>
                </c:pt>
                <c:pt idx="6910">
                  <c:v>0</c:v>
                </c:pt>
                <c:pt idx="6911">
                  <c:v>0</c:v>
                </c:pt>
                <c:pt idx="6912">
                  <c:v>0</c:v>
                </c:pt>
                <c:pt idx="6913">
                  <c:v>0</c:v>
                </c:pt>
                <c:pt idx="6914">
                  <c:v>81</c:v>
                </c:pt>
                <c:pt idx="6915">
                  <c:v>117</c:v>
                </c:pt>
                <c:pt idx="6916">
                  <c:v>0</c:v>
                </c:pt>
                <c:pt idx="6917">
                  <c:v>0</c:v>
                </c:pt>
                <c:pt idx="6918">
                  <c:v>70</c:v>
                </c:pt>
                <c:pt idx="6919">
                  <c:v>8</c:v>
                </c:pt>
                <c:pt idx="6920">
                  <c:v>84</c:v>
                </c:pt>
                <c:pt idx="6921">
                  <c:v>120</c:v>
                </c:pt>
                <c:pt idx="6922">
                  <c:v>0</c:v>
                </c:pt>
                <c:pt idx="6923">
                  <c:v>0</c:v>
                </c:pt>
                <c:pt idx="6924">
                  <c:v>1</c:v>
                </c:pt>
                <c:pt idx="6925">
                  <c:v>35</c:v>
                </c:pt>
                <c:pt idx="6926">
                  <c:v>21</c:v>
                </c:pt>
                <c:pt idx="6927">
                  <c:v>0</c:v>
                </c:pt>
                <c:pt idx="6928">
                  <c:v>0</c:v>
                </c:pt>
                <c:pt idx="6929">
                  <c:v>0</c:v>
                </c:pt>
                <c:pt idx="6930">
                  <c:v>0</c:v>
                </c:pt>
                <c:pt idx="6931">
                  <c:v>0</c:v>
                </c:pt>
                <c:pt idx="6932">
                  <c:v>0</c:v>
                </c:pt>
                <c:pt idx="6933">
                  <c:v>0</c:v>
                </c:pt>
                <c:pt idx="6934">
                  <c:v>0</c:v>
                </c:pt>
                <c:pt idx="6935">
                  <c:v>0</c:v>
                </c:pt>
                <c:pt idx="6936">
                  <c:v>0</c:v>
                </c:pt>
                <c:pt idx="6937">
                  <c:v>0</c:v>
                </c:pt>
                <c:pt idx="6938">
                  <c:v>0</c:v>
                </c:pt>
                <c:pt idx="6939">
                  <c:v>0</c:v>
                </c:pt>
                <c:pt idx="6940">
                  <c:v>18</c:v>
                </c:pt>
                <c:pt idx="6941">
                  <c:v>0</c:v>
                </c:pt>
                <c:pt idx="6942">
                  <c:v>0</c:v>
                </c:pt>
                <c:pt idx="6943">
                  <c:v>0</c:v>
                </c:pt>
                <c:pt idx="6944">
                  <c:v>448</c:v>
                </c:pt>
                <c:pt idx="6945">
                  <c:v>87</c:v>
                </c:pt>
                <c:pt idx="6946">
                  <c:v>0</c:v>
                </c:pt>
                <c:pt idx="6947">
                  <c:v>0</c:v>
                </c:pt>
                <c:pt idx="6948">
                  <c:v>0</c:v>
                </c:pt>
                <c:pt idx="6949">
                  <c:v>0</c:v>
                </c:pt>
                <c:pt idx="6950">
                  <c:v>0</c:v>
                </c:pt>
                <c:pt idx="6951">
                  <c:v>0</c:v>
                </c:pt>
                <c:pt idx="6952">
                  <c:v>1</c:v>
                </c:pt>
                <c:pt idx="6953">
                  <c:v>42</c:v>
                </c:pt>
                <c:pt idx="6954">
                  <c:v>1</c:v>
                </c:pt>
                <c:pt idx="6955">
                  <c:v>0</c:v>
                </c:pt>
                <c:pt idx="6956">
                  <c:v>0</c:v>
                </c:pt>
                <c:pt idx="6957">
                  <c:v>2</c:v>
                </c:pt>
                <c:pt idx="6958">
                  <c:v>3</c:v>
                </c:pt>
                <c:pt idx="6959">
                  <c:v>102</c:v>
                </c:pt>
                <c:pt idx="6960">
                  <c:v>30</c:v>
                </c:pt>
                <c:pt idx="6961">
                  <c:v>0</c:v>
                </c:pt>
                <c:pt idx="6962">
                  <c:v>0</c:v>
                </c:pt>
                <c:pt idx="6963">
                  <c:v>140</c:v>
                </c:pt>
                <c:pt idx="6964">
                  <c:v>0</c:v>
                </c:pt>
                <c:pt idx="6965">
                  <c:v>0</c:v>
                </c:pt>
                <c:pt idx="6966">
                  <c:v>22</c:v>
                </c:pt>
                <c:pt idx="6967">
                  <c:v>40</c:v>
                </c:pt>
                <c:pt idx="6968">
                  <c:v>2</c:v>
                </c:pt>
                <c:pt idx="6969">
                  <c:v>6</c:v>
                </c:pt>
                <c:pt idx="6970">
                  <c:v>0</c:v>
                </c:pt>
                <c:pt idx="6971">
                  <c:v>0</c:v>
                </c:pt>
                <c:pt idx="6972">
                  <c:v>4</c:v>
                </c:pt>
                <c:pt idx="6973">
                  <c:v>60</c:v>
                </c:pt>
                <c:pt idx="6974">
                  <c:v>0</c:v>
                </c:pt>
                <c:pt idx="6975">
                  <c:v>0</c:v>
                </c:pt>
                <c:pt idx="6976">
                  <c:v>0</c:v>
                </c:pt>
                <c:pt idx="6977">
                  <c:v>0</c:v>
                </c:pt>
                <c:pt idx="6978">
                  <c:v>14</c:v>
                </c:pt>
                <c:pt idx="6979">
                  <c:v>50</c:v>
                </c:pt>
                <c:pt idx="6980">
                  <c:v>56</c:v>
                </c:pt>
                <c:pt idx="6981">
                  <c:v>0</c:v>
                </c:pt>
                <c:pt idx="6982">
                  <c:v>26</c:v>
                </c:pt>
                <c:pt idx="6983">
                  <c:v>0</c:v>
                </c:pt>
                <c:pt idx="6984">
                  <c:v>0</c:v>
                </c:pt>
                <c:pt idx="6985">
                  <c:v>0</c:v>
                </c:pt>
                <c:pt idx="6986">
                  <c:v>0</c:v>
                </c:pt>
                <c:pt idx="6987">
                  <c:v>17</c:v>
                </c:pt>
                <c:pt idx="6988">
                  <c:v>210</c:v>
                </c:pt>
                <c:pt idx="6989">
                  <c:v>0</c:v>
                </c:pt>
                <c:pt idx="6990">
                  <c:v>0</c:v>
                </c:pt>
                <c:pt idx="6991">
                  <c:v>11</c:v>
                </c:pt>
                <c:pt idx="6992">
                  <c:v>0</c:v>
                </c:pt>
                <c:pt idx="6993">
                  <c:v>60</c:v>
                </c:pt>
                <c:pt idx="6994">
                  <c:v>0</c:v>
                </c:pt>
                <c:pt idx="6995">
                  <c:v>15</c:v>
                </c:pt>
                <c:pt idx="6996">
                  <c:v>40</c:v>
                </c:pt>
                <c:pt idx="6997">
                  <c:v>0</c:v>
                </c:pt>
                <c:pt idx="6998">
                  <c:v>13</c:v>
                </c:pt>
                <c:pt idx="6999">
                  <c:v>0</c:v>
                </c:pt>
                <c:pt idx="7000">
                  <c:v>0</c:v>
                </c:pt>
                <c:pt idx="7001">
                  <c:v>0</c:v>
                </c:pt>
                <c:pt idx="7002">
                  <c:v>0</c:v>
                </c:pt>
                <c:pt idx="7003">
                  <c:v>0</c:v>
                </c:pt>
                <c:pt idx="7004">
                  <c:v>31</c:v>
                </c:pt>
                <c:pt idx="7005">
                  <c:v>0</c:v>
                </c:pt>
                <c:pt idx="7006">
                  <c:v>0</c:v>
                </c:pt>
                <c:pt idx="7007">
                  <c:v>2</c:v>
                </c:pt>
                <c:pt idx="7008">
                  <c:v>0</c:v>
                </c:pt>
                <c:pt idx="7009">
                  <c:v>2</c:v>
                </c:pt>
                <c:pt idx="7010">
                  <c:v>55</c:v>
                </c:pt>
                <c:pt idx="7011">
                  <c:v>0</c:v>
                </c:pt>
                <c:pt idx="7012">
                  <c:v>18</c:v>
                </c:pt>
                <c:pt idx="7013">
                  <c:v>126</c:v>
                </c:pt>
                <c:pt idx="7014">
                  <c:v>0</c:v>
                </c:pt>
                <c:pt idx="7015">
                  <c:v>0</c:v>
                </c:pt>
                <c:pt idx="7016">
                  <c:v>0</c:v>
                </c:pt>
                <c:pt idx="7017">
                  <c:v>24</c:v>
                </c:pt>
                <c:pt idx="7018">
                  <c:v>0</c:v>
                </c:pt>
                <c:pt idx="7019">
                  <c:v>0</c:v>
                </c:pt>
                <c:pt idx="7020">
                  <c:v>1</c:v>
                </c:pt>
                <c:pt idx="7021">
                  <c:v>0</c:v>
                </c:pt>
                <c:pt idx="7022">
                  <c:v>0</c:v>
                </c:pt>
                <c:pt idx="7023">
                  <c:v>0</c:v>
                </c:pt>
                <c:pt idx="7024">
                  <c:v>0</c:v>
                </c:pt>
                <c:pt idx="7025">
                  <c:v>0</c:v>
                </c:pt>
                <c:pt idx="7026">
                  <c:v>0</c:v>
                </c:pt>
                <c:pt idx="7027">
                  <c:v>196</c:v>
                </c:pt>
                <c:pt idx="7028">
                  <c:v>0</c:v>
                </c:pt>
                <c:pt idx="7029">
                  <c:v>0</c:v>
                </c:pt>
                <c:pt idx="7030">
                  <c:v>0</c:v>
                </c:pt>
                <c:pt idx="7031">
                  <c:v>0</c:v>
                </c:pt>
                <c:pt idx="7032">
                  <c:v>0</c:v>
                </c:pt>
                <c:pt idx="7033">
                  <c:v>168</c:v>
                </c:pt>
                <c:pt idx="7034">
                  <c:v>0</c:v>
                </c:pt>
                <c:pt idx="7035">
                  <c:v>0</c:v>
                </c:pt>
                <c:pt idx="7036">
                  <c:v>165</c:v>
                </c:pt>
                <c:pt idx="7037">
                  <c:v>21</c:v>
                </c:pt>
                <c:pt idx="7038">
                  <c:v>0</c:v>
                </c:pt>
                <c:pt idx="7039">
                  <c:v>0</c:v>
                </c:pt>
                <c:pt idx="7040">
                  <c:v>82</c:v>
                </c:pt>
                <c:pt idx="7041">
                  <c:v>0</c:v>
                </c:pt>
                <c:pt idx="7042">
                  <c:v>60</c:v>
                </c:pt>
                <c:pt idx="7043">
                  <c:v>0</c:v>
                </c:pt>
                <c:pt idx="7044">
                  <c:v>0</c:v>
                </c:pt>
                <c:pt idx="7045">
                  <c:v>0</c:v>
                </c:pt>
                <c:pt idx="7046">
                  <c:v>0</c:v>
                </c:pt>
                <c:pt idx="7047">
                  <c:v>90</c:v>
                </c:pt>
                <c:pt idx="7048">
                  <c:v>0</c:v>
                </c:pt>
                <c:pt idx="7049">
                  <c:v>0</c:v>
                </c:pt>
                <c:pt idx="7050">
                  <c:v>13</c:v>
                </c:pt>
                <c:pt idx="7051">
                  <c:v>2</c:v>
                </c:pt>
                <c:pt idx="7052">
                  <c:v>0</c:v>
                </c:pt>
                <c:pt idx="7053">
                  <c:v>0</c:v>
                </c:pt>
                <c:pt idx="7054">
                  <c:v>0</c:v>
                </c:pt>
                <c:pt idx="7055">
                  <c:v>0</c:v>
                </c:pt>
                <c:pt idx="7056">
                  <c:v>0</c:v>
                </c:pt>
                <c:pt idx="7057">
                  <c:v>0</c:v>
                </c:pt>
                <c:pt idx="7058">
                  <c:v>12</c:v>
                </c:pt>
                <c:pt idx="7059">
                  <c:v>0</c:v>
                </c:pt>
                <c:pt idx="7060">
                  <c:v>0</c:v>
                </c:pt>
                <c:pt idx="7061">
                  <c:v>98</c:v>
                </c:pt>
                <c:pt idx="7062">
                  <c:v>5</c:v>
                </c:pt>
                <c:pt idx="7063">
                  <c:v>0</c:v>
                </c:pt>
                <c:pt idx="7064">
                  <c:v>7</c:v>
                </c:pt>
                <c:pt idx="7065">
                  <c:v>0</c:v>
                </c:pt>
                <c:pt idx="7066">
                  <c:v>30</c:v>
                </c:pt>
                <c:pt idx="7067">
                  <c:v>56</c:v>
                </c:pt>
                <c:pt idx="7068">
                  <c:v>23</c:v>
                </c:pt>
                <c:pt idx="7069">
                  <c:v>0</c:v>
                </c:pt>
                <c:pt idx="7070">
                  <c:v>0</c:v>
                </c:pt>
                <c:pt idx="7071">
                  <c:v>21</c:v>
                </c:pt>
                <c:pt idx="7072">
                  <c:v>120</c:v>
                </c:pt>
                <c:pt idx="7073">
                  <c:v>0</c:v>
                </c:pt>
                <c:pt idx="7074">
                  <c:v>0</c:v>
                </c:pt>
                <c:pt idx="7075">
                  <c:v>0</c:v>
                </c:pt>
                <c:pt idx="7076">
                  <c:v>480</c:v>
                </c:pt>
                <c:pt idx="7077">
                  <c:v>450</c:v>
                </c:pt>
                <c:pt idx="7078">
                  <c:v>0</c:v>
                </c:pt>
                <c:pt idx="7079">
                  <c:v>0</c:v>
                </c:pt>
                <c:pt idx="7080">
                  <c:v>0</c:v>
                </c:pt>
                <c:pt idx="7081">
                  <c:v>0</c:v>
                </c:pt>
                <c:pt idx="7082">
                  <c:v>123</c:v>
                </c:pt>
                <c:pt idx="7083">
                  <c:v>0</c:v>
                </c:pt>
                <c:pt idx="7084">
                  <c:v>0</c:v>
                </c:pt>
                <c:pt idx="7085">
                  <c:v>6</c:v>
                </c:pt>
                <c:pt idx="7086">
                  <c:v>0</c:v>
                </c:pt>
                <c:pt idx="7087">
                  <c:v>23</c:v>
                </c:pt>
                <c:pt idx="7088">
                  <c:v>2</c:v>
                </c:pt>
                <c:pt idx="7089">
                  <c:v>0</c:v>
                </c:pt>
                <c:pt idx="7090">
                  <c:v>0</c:v>
                </c:pt>
                <c:pt idx="7091">
                  <c:v>0</c:v>
                </c:pt>
                <c:pt idx="7092">
                  <c:v>0</c:v>
                </c:pt>
                <c:pt idx="7093">
                  <c:v>0</c:v>
                </c:pt>
                <c:pt idx="7094">
                  <c:v>12</c:v>
                </c:pt>
                <c:pt idx="7095">
                  <c:v>0</c:v>
                </c:pt>
                <c:pt idx="7096">
                  <c:v>0</c:v>
                </c:pt>
                <c:pt idx="7097">
                  <c:v>0</c:v>
                </c:pt>
                <c:pt idx="7098">
                  <c:v>0</c:v>
                </c:pt>
                <c:pt idx="7099">
                  <c:v>105</c:v>
                </c:pt>
                <c:pt idx="7100">
                  <c:v>0</c:v>
                </c:pt>
                <c:pt idx="7101">
                  <c:v>1</c:v>
                </c:pt>
                <c:pt idx="7102">
                  <c:v>0</c:v>
                </c:pt>
                <c:pt idx="7103">
                  <c:v>0</c:v>
                </c:pt>
                <c:pt idx="7104">
                  <c:v>150</c:v>
                </c:pt>
                <c:pt idx="7105">
                  <c:v>0</c:v>
                </c:pt>
                <c:pt idx="7106">
                  <c:v>25</c:v>
                </c:pt>
                <c:pt idx="7107">
                  <c:v>0</c:v>
                </c:pt>
                <c:pt idx="7108">
                  <c:v>0</c:v>
                </c:pt>
                <c:pt idx="7109">
                  <c:v>0</c:v>
                </c:pt>
                <c:pt idx="7110">
                  <c:v>0</c:v>
                </c:pt>
                <c:pt idx="7111">
                  <c:v>1</c:v>
                </c:pt>
                <c:pt idx="7112">
                  <c:v>49</c:v>
                </c:pt>
                <c:pt idx="7113">
                  <c:v>6</c:v>
                </c:pt>
                <c:pt idx="7114">
                  <c:v>4</c:v>
                </c:pt>
                <c:pt idx="7115">
                  <c:v>0</c:v>
                </c:pt>
                <c:pt idx="7116">
                  <c:v>28</c:v>
                </c:pt>
                <c:pt idx="7117">
                  <c:v>0</c:v>
                </c:pt>
                <c:pt idx="7118">
                  <c:v>24</c:v>
                </c:pt>
                <c:pt idx="7119">
                  <c:v>53</c:v>
                </c:pt>
                <c:pt idx="7120">
                  <c:v>73</c:v>
                </c:pt>
                <c:pt idx="7121">
                  <c:v>0</c:v>
                </c:pt>
                <c:pt idx="7122">
                  <c:v>70</c:v>
                </c:pt>
                <c:pt idx="7123">
                  <c:v>35</c:v>
                </c:pt>
                <c:pt idx="7124">
                  <c:v>45</c:v>
                </c:pt>
                <c:pt idx="7125">
                  <c:v>49</c:v>
                </c:pt>
                <c:pt idx="7126">
                  <c:v>41</c:v>
                </c:pt>
                <c:pt idx="7127">
                  <c:v>0</c:v>
                </c:pt>
                <c:pt idx="7128">
                  <c:v>43</c:v>
                </c:pt>
                <c:pt idx="7129">
                  <c:v>0</c:v>
                </c:pt>
                <c:pt idx="7130">
                  <c:v>5</c:v>
                </c:pt>
                <c:pt idx="7131">
                  <c:v>0</c:v>
                </c:pt>
                <c:pt idx="7132">
                  <c:v>0</c:v>
                </c:pt>
                <c:pt idx="7133">
                  <c:v>28</c:v>
                </c:pt>
                <c:pt idx="7134">
                  <c:v>0</c:v>
                </c:pt>
                <c:pt idx="7135">
                  <c:v>0</c:v>
                </c:pt>
                <c:pt idx="7136">
                  <c:v>19</c:v>
                </c:pt>
                <c:pt idx="7137">
                  <c:v>15</c:v>
                </c:pt>
                <c:pt idx="7138">
                  <c:v>0</c:v>
                </c:pt>
                <c:pt idx="7139">
                  <c:v>120</c:v>
                </c:pt>
                <c:pt idx="7140">
                  <c:v>78</c:v>
                </c:pt>
                <c:pt idx="7141">
                  <c:v>90</c:v>
                </c:pt>
                <c:pt idx="7142">
                  <c:v>2</c:v>
                </c:pt>
                <c:pt idx="7143">
                  <c:v>63</c:v>
                </c:pt>
                <c:pt idx="7144">
                  <c:v>0</c:v>
                </c:pt>
                <c:pt idx="7145">
                  <c:v>0</c:v>
                </c:pt>
                <c:pt idx="7146">
                  <c:v>47</c:v>
                </c:pt>
                <c:pt idx="7147">
                  <c:v>0</c:v>
                </c:pt>
                <c:pt idx="7148">
                  <c:v>22</c:v>
                </c:pt>
                <c:pt idx="7149">
                  <c:v>0</c:v>
                </c:pt>
                <c:pt idx="7150">
                  <c:v>106</c:v>
                </c:pt>
                <c:pt idx="7151">
                  <c:v>52</c:v>
                </c:pt>
                <c:pt idx="7152">
                  <c:v>5</c:v>
                </c:pt>
                <c:pt idx="7153">
                  <c:v>10</c:v>
                </c:pt>
                <c:pt idx="7154">
                  <c:v>0</c:v>
                </c:pt>
                <c:pt idx="7155">
                  <c:v>240</c:v>
                </c:pt>
                <c:pt idx="7156">
                  <c:v>0</c:v>
                </c:pt>
                <c:pt idx="7157">
                  <c:v>0</c:v>
                </c:pt>
                <c:pt idx="7158">
                  <c:v>1</c:v>
                </c:pt>
                <c:pt idx="7159">
                  <c:v>1</c:v>
                </c:pt>
                <c:pt idx="7160">
                  <c:v>82</c:v>
                </c:pt>
                <c:pt idx="7161">
                  <c:v>0</c:v>
                </c:pt>
                <c:pt idx="7162">
                  <c:v>0</c:v>
                </c:pt>
                <c:pt idx="7163">
                  <c:v>0</c:v>
                </c:pt>
                <c:pt idx="7164">
                  <c:v>0</c:v>
                </c:pt>
                <c:pt idx="7165">
                  <c:v>25</c:v>
                </c:pt>
                <c:pt idx="7166">
                  <c:v>20</c:v>
                </c:pt>
                <c:pt idx="7167">
                  <c:v>100</c:v>
                </c:pt>
                <c:pt idx="7168">
                  <c:v>0</c:v>
                </c:pt>
                <c:pt idx="7169">
                  <c:v>114</c:v>
                </c:pt>
                <c:pt idx="7170">
                  <c:v>0</c:v>
                </c:pt>
                <c:pt idx="7171">
                  <c:v>92</c:v>
                </c:pt>
                <c:pt idx="7172">
                  <c:v>34</c:v>
                </c:pt>
                <c:pt idx="7173">
                  <c:v>3</c:v>
                </c:pt>
                <c:pt idx="7174">
                  <c:v>13</c:v>
                </c:pt>
                <c:pt idx="7175">
                  <c:v>25</c:v>
                </c:pt>
                <c:pt idx="7176">
                  <c:v>0</c:v>
                </c:pt>
                <c:pt idx="7177">
                  <c:v>0</c:v>
                </c:pt>
                <c:pt idx="7178">
                  <c:v>161</c:v>
                </c:pt>
                <c:pt idx="7179">
                  <c:v>0</c:v>
                </c:pt>
                <c:pt idx="7180">
                  <c:v>0</c:v>
                </c:pt>
                <c:pt idx="7181">
                  <c:v>0</c:v>
                </c:pt>
                <c:pt idx="7182">
                  <c:v>0</c:v>
                </c:pt>
                <c:pt idx="7183">
                  <c:v>0</c:v>
                </c:pt>
                <c:pt idx="7184">
                  <c:v>0</c:v>
                </c:pt>
                <c:pt idx="7185">
                  <c:v>0</c:v>
                </c:pt>
                <c:pt idx="7186">
                  <c:v>90</c:v>
                </c:pt>
                <c:pt idx="7187">
                  <c:v>84</c:v>
                </c:pt>
                <c:pt idx="7188">
                  <c:v>0</c:v>
                </c:pt>
                <c:pt idx="7189">
                  <c:v>8</c:v>
                </c:pt>
                <c:pt idx="7190">
                  <c:v>3</c:v>
                </c:pt>
                <c:pt idx="7191">
                  <c:v>0</c:v>
                </c:pt>
                <c:pt idx="7192">
                  <c:v>112</c:v>
                </c:pt>
                <c:pt idx="7193">
                  <c:v>0</c:v>
                </c:pt>
                <c:pt idx="7194">
                  <c:v>10</c:v>
                </c:pt>
                <c:pt idx="7195">
                  <c:v>0</c:v>
                </c:pt>
                <c:pt idx="7196">
                  <c:v>26</c:v>
                </c:pt>
                <c:pt idx="7197">
                  <c:v>74</c:v>
                </c:pt>
                <c:pt idx="7198">
                  <c:v>20</c:v>
                </c:pt>
                <c:pt idx="7199">
                  <c:v>0</c:v>
                </c:pt>
                <c:pt idx="7200">
                  <c:v>0</c:v>
                </c:pt>
                <c:pt idx="7201">
                  <c:v>10</c:v>
                </c:pt>
                <c:pt idx="7202">
                  <c:v>30</c:v>
                </c:pt>
                <c:pt idx="7203">
                  <c:v>0</c:v>
                </c:pt>
                <c:pt idx="7204">
                  <c:v>0</c:v>
                </c:pt>
                <c:pt idx="7205">
                  <c:v>30</c:v>
                </c:pt>
                <c:pt idx="7206">
                  <c:v>66</c:v>
                </c:pt>
                <c:pt idx="7207">
                  <c:v>31</c:v>
                </c:pt>
                <c:pt idx="7208">
                  <c:v>78</c:v>
                </c:pt>
                <c:pt idx="7209">
                  <c:v>39</c:v>
                </c:pt>
                <c:pt idx="7210">
                  <c:v>1</c:v>
                </c:pt>
                <c:pt idx="7211">
                  <c:v>0</c:v>
                </c:pt>
                <c:pt idx="7212">
                  <c:v>0</c:v>
                </c:pt>
                <c:pt idx="7213">
                  <c:v>0</c:v>
                </c:pt>
                <c:pt idx="7214">
                  <c:v>0</c:v>
                </c:pt>
                <c:pt idx="7215">
                  <c:v>0</c:v>
                </c:pt>
                <c:pt idx="7216">
                  <c:v>0</c:v>
                </c:pt>
                <c:pt idx="7217">
                  <c:v>0</c:v>
                </c:pt>
                <c:pt idx="7218">
                  <c:v>0</c:v>
                </c:pt>
                <c:pt idx="7219">
                  <c:v>0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0</c:v>
                </c:pt>
                <c:pt idx="7225">
                  <c:v>0</c:v>
                </c:pt>
                <c:pt idx="7226">
                  <c:v>2</c:v>
                </c:pt>
                <c:pt idx="7227">
                  <c:v>2</c:v>
                </c:pt>
                <c:pt idx="7228">
                  <c:v>6</c:v>
                </c:pt>
                <c:pt idx="7229">
                  <c:v>0</c:v>
                </c:pt>
                <c:pt idx="7230">
                  <c:v>0</c:v>
                </c:pt>
                <c:pt idx="7231">
                  <c:v>25</c:v>
                </c:pt>
                <c:pt idx="7232">
                  <c:v>8</c:v>
                </c:pt>
                <c:pt idx="7233">
                  <c:v>0</c:v>
                </c:pt>
                <c:pt idx="7234">
                  <c:v>0</c:v>
                </c:pt>
                <c:pt idx="7235">
                  <c:v>59</c:v>
                </c:pt>
                <c:pt idx="7236">
                  <c:v>30</c:v>
                </c:pt>
                <c:pt idx="7237">
                  <c:v>5</c:v>
                </c:pt>
                <c:pt idx="7238">
                  <c:v>0</c:v>
                </c:pt>
                <c:pt idx="7239">
                  <c:v>0</c:v>
                </c:pt>
                <c:pt idx="7240">
                  <c:v>0</c:v>
                </c:pt>
                <c:pt idx="7241">
                  <c:v>1</c:v>
                </c:pt>
                <c:pt idx="7242">
                  <c:v>0</c:v>
                </c:pt>
                <c:pt idx="7243">
                  <c:v>1</c:v>
                </c:pt>
                <c:pt idx="7244">
                  <c:v>105</c:v>
                </c:pt>
                <c:pt idx="7245">
                  <c:v>0</c:v>
                </c:pt>
                <c:pt idx="7246">
                  <c:v>2</c:v>
                </c:pt>
                <c:pt idx="7247">
                  <c:v>1</c:v>
                </c:pt>
                <c:pt idx="7248">
                  <c:v>5</c:v>
                </c:pt>
                <c:pt idx="7249">
                  <c:v>55</c:v>
                </c:pt>
                <c:pt idx="7250">
                  <c:v>56</c:v>
                </c:pt>
                <c:pt idx="7251">
                  <c:v>0</c:v>
                </c:pt>
                <c:pt idx="7252">
                  <c:v>0</c:v>
                </c:pt>
                <c:pt idx="7253">
                  <c:v>10</c:v>
                </c:pt>
                <c:pt idx="7254">
                  <c:v>0</c:v>
                </c:pt>
                <c:pt idx="7255">
                  <c:v>0</c:v>
                </c:pt>
                <c:pt idx="7256">
                  <c:v>48</c:v>
                </c:pt>
                <c:pt idx="7257">
                  <c:v>14</c:v>
                </c:pt>
                <c:pt idx="7258">
                  <c:v>4</c:v>
                </c:pt>
                <c:pt idx="7259">
                  <c:v>5</c:v>
                </c:pt>
                <c:pt idx="7260">
                  <c:v>216</c:v>
                </c:pt>
                <c:pt idx="7261">
                  <c:v>9</c:v>
                </c:pt>
                <c:pt idx="7262">
                  <c:v>0</c:v>
                </c:pt>
                <c:pt idx="7263">
                  <c:v>66</c:v>
                </c:pt>
                <c:pt idx="7264">
                  <c:v>39</c:v>
                </c:pt>
                <c:pt idx="7265">
                  <c:v>0</c:v>
                </c:pt>
                <c:pt idx="7266">
                  <c:v>0</c:v>
                </c:pt>
                <c:pt idx="7267">
                  <c:v>0</c:v>
                </c:pt>
                <c:pt idx="7268">
                  <c:v>1</c:v>
                </c:pt>
                <c:pt idx="7269">
                  <c:v>0</c:v>
                </c:pt>
                <c:pt idx="7270">
                  <c:v>42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0</c:v>
                </c:pt>
                <c:pt idx="7275">
                  <c:v>0</c:v>
                </c:pt>
                <c:pt idx="7276">
                  <c:v>4</c:v>
                </c:pt>
                <c:pt idx="7277">
                  <c:v>0</c:v>
                </c:pt>
                <c:pt idx="7278">
                  <c:v>15</c:v>
                </c:pt>
                <c:pt idx="7279">
                  <c:v>40</c:v>
                </c:pt>
                <c:pt idx="7280">
                  <c:v>51</c:v>
                </c:pt>
                <c:pt idx="7281">
                  <c:v>6</c:v>
                </c:pt>
                <c:pt idx="7282">
                  <c:v>0</c:v>
                </c:pt>
                <c:pt idx="7283">
                  <c:v>0</c:v>
                </c:pt>
                <c:pt idx="7284">
                  <c:v>450</c:v>
                </c:pt>
                <c:pt idx="7285">
                  <c:v>0</c:v>
                </c:pt>
                <c:pt idx="7286">
                  <c:v>0</c:v>
                </c:pt>
                <c:pt idx="7287">
                  <c:v>0</c:v>
                </c:pt>
                <c:pt idx="7288">
                  <c:v>0</c:v>
                </c:pt>
                <c:pt idx="7289">
                  <c:v>0</c:v>
                </c:pt>
                <c:pt idx="7290">
                  <c:v>0</c:v>
                </c:pt>
                <c:pt idx="7291">
                  <c:v>0</c:v>
                </c:pt>
                <c:pt idx="7292">
                  <c:v>111</c:v>
                </c:pt>
                <c:pt idx="7293">
                  <c:v>35</c:v>
                </c:pt>
                <c:pt idx="7294">
                  <c:v>18</c:v>
                </c:pt>
                <c:pt idx="7295">
                  <c:v>0</c:v>
                </c:pt>
                <c:pt idx="7296">
                  <c:v>0</c:v>
                </c:pt>
                <c:pt idx="7297">
                  <c:v>0</c:v>
                </c:pt>
                <c:pt idx="7298">
                  <c:v>1</c:v>
                </c:pt>
                <c:pt idx="7299">
                  <c:v>90</c:v>
                </c:pt>
                <c:pt idx="7300">
                  <c:v>1</c:v>
                </c:pt>
                <c:pt idx="7301">
                  <c:v>13</c:v>
                </c:pt>
                <c:pt idx="7302">
                  <c:v>0</c:v>
                </c:pt>
                <c:pt idx="7303">
                  <c:v>0</c:v>
                </c:pt>
                <c:pt idx="7304">
                  <c:v>8</c:v>
                </c:pt>
                <c:pt idx="7305">
                  <c:v>0</c:v>
                </c:pt>
                <c:pt idx="7306">
                  <c:v>6</c:v>
                </c:pt>
                <c:pt idx="7307">
                  <c:v>5</c:v>
                </c:pt>
                <c:pt idx="7308">
                  <c:v>0</c:v>
                </c:pt>
                <c:pt idx="7309">
                  <c:v>4</c:v>
                </c:pt>
                <c:pt idx="7310">
                  <c:v>160</c:v>
                </c:pt>
                <c:pt idx="7311">
                  <c:v>0</c:v>
                </c:pt>
                <c:pt idx="7312">
                  <c:v>0</c:v>
                </c:pt>
                <c:pt idx="7313">
                  <c:v>0</c:v>
                </c:pt>
                <c:pt idx="7314">
                  <c:v>0</c:v>
                </c:pt>
                <c:pt idx="7315">
                  <c:v>0</c:v>
                </c:pt>
                <c:pt idx="7316">
                  <c:v>0</c:v>
                </c:pt>
                <c:pt idx="7317">
                  <c:v>0</c:v>
                </c:pt>
                <c:pt idx="7318">
                  <c:v>0</c:v>
                </c:pt>
                <c:pt idx="7319">
                  <c:v>3</c:v>
                </c:pt>
                <c:pt idx="7320">
                  <c:v>5</c:v>
                </c:pt>
                <c:pt idx="7321">
                  <c:v>0</c:v>
                </c:pt>
                <c:pt idx="7322">
                  <c:v>19</c:v>
                </c:pt>
                <c:pt idx="7323">
                  <c:v>102</c:v>
                </c:pt>
                <c:pt idx="7324">
                  <c:v>0</c:v>
                </c:pt>
                <c:pt idx="7325">
                  <c:v>0</c:v>
                </c:pt>
                <c:pt idx="7326">
                  <c:v>6</c:v>
                </c:pt>
                <c:pt idx="7327">
                  <c:v>29</c:v>
                </c:pt>
                <c:pt idx="7328">
                  <c:v>66</c:v>
                </c:pt>
                <c:pt idx="7329">
                  <c:v>76</c:v>
                </c:pt>
                <c:pt idx="7330">
                  <c:v>32</c:v>
                </c:pt>
                <c:pt idx="7331">
                  <c:v>84</c:v>
                </c:pt>
                <c:pt idx="7332">
                  <c:v>1</c:v>
                </c:pt>
                <c:pt idx="7333">
                  <c:v>56</c:v>
                </c:pt>
                <c:pt idx="7334">
                  <c:v>28</c:v>
                </c:pt>
                <c:pt idx="7335">
                  <c:v>14</c:v>
                </c:pt>
                <c:pt idx="7336">
                  <c:v>0</c:v>
                </c:pt>
                <c:pt idx="7337">
                  <c:v>0</c:v>
                </c:pt>
                <c:pt idx="7338">
                  <c:v>0</c:v>
                </c:pt>
                <c:pt idx="7339">
                  <c:v>0</c:v>
                </c:pt>
                <c:pt idx="7340">
                  <c:v>0</c:v>
                </c:pt>
                <c:pt idx="7341">
                  <c:v>60</c:v>
                </c:pt>
                <c:pt idx="7342">
                  <c:v>52</c:v>
                </c:pt>
                <c:pt idx="7343">
                  <c:v>0</c:v>
                </c:pt>
                <c:pt idx="7344">
                  <c:v>0</c:v>
                </c:pt>
                <c:pt idx="7345">
                  <c:v>108</c:v>
                </c:pt>
                <c:pt idx="7346">
                  <c:v>0</c:v>
                </c:pt>
                <c:pt idx="7347">
                  <c:v>0</c:v>
                </c:pt>
                <c:pt idx="7348">
                  <c:v>0</c:v>
                </c:pt>
                <c:pt idx="7349">
                  <c:v>24</c:v>
                </c:pt>
                <c:pt idx="7350">
                  <c:v>42</c:v>
                </c:pt>
                <c:pt idx="7351">
                  <c:v>0</c:v>
                </c:pt>
                <c:pt idx="7352">
                  <c:v>110</c:v>
                </c:pt>
                <c:pt idx="7353">
                  <c:v>4</c:v>
                </c:pt>
                <c:pt idx="7354">
                  <c:v>0</c:v>
                </c:pt>
                <c:pt idx="7355">
                  <c:v>0</c:v>
                </c:pt>
                <c:pt idx="7356">
                  <c:v>0</c:v>
                </c:pt>
                <c:pt idx="7357">
                  <c:v>56</c:v>
                </c:pt>
                <c:pt idx="7358">
                  <c:v>16</c:v>
                </c:pt>
                <c:pt idx="7359">
                  <c:v>0</c:v>
                </c:pt>
                <c:pt idx="7360">
                  <c:v>0</c:v>
                </c:pt>
                <c:pt idx="7361">
                  <c:v>15</c:v>
                </c:pt>
                <c:pt idx="7362">
                  <c:v>112</c:v>
                </c:pt>
                <c:pt idx="7363">
                  <c:v>0</c:v>
                </c:pt>
                <c:pt idx="7364">
                  <c:v>0</c:v>
                </c:pt>
                <c:pt idx="7365">
                  <c:v>308</c:v>
                </c:pt>
                <c:pt idx="7366">
                  <c:v>6</c:v>
                </c:pt>
                <c:pt idx="7367">
                  <c:v>0</c:v>
                </c:pt>
                <c:pt idx="7368">
                  <c:v>80</c:v>
                </c:pt>
                <c:pt idx="7369">
                  <c:v>8</c:v>
                </c:pt>
                <c:pt idx="7370">
                  <c:v>23</c:v>
                </c:pt>
                <c:pt idx="7371">
                  <c:v>28</c:v>
                </c:pt>
                <c:pt idx="7372">
                  <c:v>320</c:v>
                </c:pt>
                <c:pt idx="7373">
                  <c:v>21</c:v>
                </c:pt>
                <c:pt idx="7374">
                  <c:v>120</c:v>
                </c:pt>
                <c:pt idx="7375">
                  <c:v>9</c:v>
                </c:pt>
                <c:pt idx="7376">
                  <c:v>32</c:v>
                </c:pt>
                <c:pt idx="7377">
                  <c:v>40</c:v>
                </c:pt>
                <c:pt idx="7378">
                  <c:v>280</c:v>
                </c:pt>
                <c:pt idx="7379">
                  <c:v>135</c:v>
                </c:pt>
                <c:pt idx="7380">
                  <c:v>2</c:v>
                </c:pt>
                <c:pt idx="7381">
                  <c:v>0</c:v>
                </c:pt>
                <c:pt idx="7382">
                  <c:v>0</c:v>
                </c:pt>
                <c:pt idx="7383">
                  <c:v>0</c:v>
                </c:pt>
                <c:pt idx="7384">
                  <c:v>0</c:v>
                </c:pt>
                <c:pt idx="7385">
                  <c:v>0</c:v>
                </c:pt>
                <c:pt idx="7386">
                  <c:v>0</c:v>
                </c:pt>
                <c:pt idx="7387">
                  <c:v>0</c:v>
                </c:pt>
                <c:pt idx="7388">
                  <c:v>21</c:v>
                </c:pt>
                <c:pt idx="7389">
                  <c:v>0</c:v>
                </c:pt>
                <c:pt idx="7390">
                  <c:v>180</c:v>
                </c:pt>
                <c:pt idx="7391">
                  <c:v>0</c:v>
                </c:pt>
                <c:pt idx="7392">
                  <c:v>0</c:v>
                </c:pt>
                <c:pt idx="7393">
                  <c:v>0</c:v>
                </c:pt>
                <c:pt idx="7394">
                  <c:v>0</c:v>
                </c:pt>
                <c:pt idx="7395">
                  <c:v>0</c:v>
                </c:pt>
                <c:pt idx="7396">
                  <c:v>0</c:v>
                </c:pt>
                <c:pt idx="7397">
                  <c:v>1</c:v>
                </c:pt>
                <c:pt idx="7398">
                  <c:v>40</c:v>
                </c:pt>
                <c:pt idx="7399">
                  <c:v>0</c:v>
                </c:pt>
                <c:pt idx="7400">
                  <c:v>0</c:v>
                </c:pt>
                <c:pt idx="7401">
                  <c:v>0</c:v>
                </c:pt>
                <c:pt idx="7402">
                  <c:v>270</c:v>
                </c:pt>
                <c:pt idx="7403">
                  <c:v>120</c:v>
                </c:pt>
                <c:pt idx="7404">
                  <c:v>6</c:v>
                </c:pt>
                <c:pt idx="7405">
                  <c:v>0</c:v>
                </c:pt>
                <c:pt idx="7406">
                  <c:v>30</c:v>
                </c:pt>
                <c:pt idx="7407">
                  <c:v>20</c:v>
                </c:pt>
                <c:pt idx="7408">
                  <c:v>460</c:v>
                </c:pt>
                <c:pt idx="7409">
                  <c:v>0</c:v>
                </c:pt>
                <c:pt idx="7410">
                  <c:v>420</c:v>
                </c:pt>
                <c:pt idx="7411">
                  <c:v>0</c:v>
                </c:pt>
                <c:pt idx="7412">
                  <c:v>0</c:v>
                </c:pt>
                <c:pt idx="7413">
                  <c:v>280</c:v>
                </c:pt>
                <c:pt idx="7414">
                  <c:v>28</c:v>
                </c:pt>
                <c:pt idx="7415">
                  <c:v>0</c:v>
                </c:pt>
                <c:pt idx="7416">
                  <c:v>0</c:v>
                </c:pt>
                <c:pt idx="7417">
                  <c:v>13</c:v>
                </c:pt>
                <c:pt idx="7418">
                  <c:v>45</c:v>
                </c:pt>
                <c:pt idx="7419">
                  <c:v>45</c:v>
                </c:pt>
                <c:pt idx="7420">
                  <c:v>54</c:v>
                </c:pt>
                <c:pt idx="7421">
                  <c:v>84</c:v>
                </c:pt>
                <c:pt idx="7422">
                  <c:v>0</c:v>
                </c:pt>
                <c:pt idx="7423">
                  <c:v>33</c:v>
                </c:pt>
                <c:pt idx="7424">
                  <c:v>140</c:v>
                </c:pt>
                <c:pt idx="7425">
                  <c:v>0</c:v>
                </c:pt>
                <c:pt idx="7426">
                  <c:v>0</c:v>
                </c:pt>
                <c:pt idx="7427">
                  <c:v>0</c:v>
                </c:pt>
                <c:pt idx="7428">
                  <c:v>0</c:v>
                </c:pt>
                <c:pt idx="7429">
                  <c:v>0</c:v>
                </c:pt>
                <c:pt idx="7430">
                  <c:v>0</c:v>
                </c:pt>
                <c:pt idx="7431">
                  <c:v>11</c:v>
                </c:pt>
                <c:pt idx="7432">
                  <c:v>10</c:v>
                </c:pt>
                <c:pt idx="7433">
                  <c:v>10</c:v>
                </c:pt>
                <c:pt idx="7434">
                  <c:v>20</c:v>
                </c:pt>
                <c:pt idx="7435">
                  <c:v>0</c:v>
                </c:pt>
                <c:pt idx="7436">
                  <c:v>30</c:v>
                </c:pt>
                <c:pt idx="7437">
                  <c:v>18</c:v>
                </c:pt>
                <c:pt idx="7438">
                  <c:v>3</c:v>
                </c:pt>
                <c:pt idx="7439">
                  <c:v>0</c:v>
                </c:pt>
                <c:pt idx="7440">
                  <c:v>6</c:v>
                </c:pt>
                <c:pt idx="7441">
                  <c:v>0</c:v>
                </c:pt>
                <c:pt idx="7442">
                  <c:v>60</c:v>
                </c:pt>
                <c:pt idx="7443">
                  <c:v>0</c:v>
                </c:pt>
                <c:pt idx="7444">
                  <c:v>0</c:v>
                </c:pt>
                <c:pt idx="7445">
                  <c:v>0</c:v>
                </c:pt>
                <c:pt idx="7446">
                  <c:v>84</c:v>
                </c:pt>
                <c:pt idx="7447">
                  <c:v>62</c:v>
                </c:pt>
                <c:pt idx="7448">
                  <c:v>13</c:v>
                </c:pt>
                <c:pt idx="7449">
                  <c:v>26</c:v>
                </c:pt>
                <c:pt idx="7450">
                  <c:v>0</c:v>
                </c:pt>
                <c:pt idx="7451">
                  <c:v>0</c:v>
                </c:pt>
                <c:pt idx="7452">
                  <c:v>22</c:v>
                </c:pt>
                <c:pt idx="7453">
                  <c:v>90</c:v>
                </c:pt>
                <c:pt idx="7454">
                  <c:v>0</c:v>
                </c:pt>
                <c:pt idx="7455">
                  <c:v>150</c:v>
                </c:pt>
                <c:pt idx="7456">
                  <c:v>0</c:v>
                </c:pt>
                <c:pt idx="7457">
                  <c:v>68</c:v>
                </c:pt>
                <c:pt idx="7458">
                  <c:v>2</c:v>
                </c:pt>
                <c:pt idx="7459">
                  <c:v>2</c:v>
                </c:pt>
                <c:pt idx="7460">
                  <c:v>44</c:v>
                </c:pt>
                <c:pt idx="7461">
                  <c:v>0</c:v>
                </c:pt>
                <c:pt idx="7462">
                  <c:v>0</c:v>
                </c:pt>
                <c:pt idx="7463">
                  <c:v>0</c:v>
                </c:pt>
                <c:pt idx="7464">
                  <c:v>0</c:v>
                </c:pt>
                <c:pt idx="7465">
                  <c:v>102</c:v>
                </c:pt>
                <c:pt idx="7466">
                  <c:v>55</c:v>
                </c:pt>
                <c:pt idx="7467">
                  <c:v>0</c:v>
                </c:pt>
                <c:pt idx="7468">
                  <c:v>0</c:v>
                </c:pt>
                <c:pt idx="7469">
                  <c:v>56</c:v>
                </c:pt>
                <c:pt idx="7470">
                  <c:v>0</c:v>
                </c:pt>
                <c:pt idx="7471">
                  <c:v>45</c:v>
                </c:pt>
                <c:pt idx="7472">
                  <c:v>0</c:v>
                </c:pt>
                <c:pt idx="7473">
                  <c:v>30</c:v>
                </c:pt>
                <c:pt idx="7474">
                  <c:v>900</c:v>
                </c:pt>
                <c:pt idx="7475">
                  <c:v>2</c:v>
                </c:pt>
                <c:pt idx="7476">
                  <c:v>0</c:v>
                </c:pt>
                <c:pt idx="7477">
                  <c:v>0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0</c:v>
                </c:pt>
                <c:pt idx="7482">
                  <c:v>0</c:v>
                </c:pt>
                <c:pt idx="7483">
                  <c:v>0</c:v>
                </c:pt>
                <c:pt idx="7484">
                  <c:v>0</c:v>
                </c:pt>
                <c:pt idx="7485">
                  <c:v>0</c:v>
                </c:pt>
                <c:pt idx="7486">
                  <c:v>0</c:v>
                </c:pt>
                <c:pt idx="7487">
                  <c:v>0</c:v>
                </c:pt>
                <c:pt idx="7488">
                  <c:v>0</c:v>
                </c:pt>
                <c:pt idx="7489">
                  <c:v>0</c:v>
                </c:pt>
                <c:pt idx="7490">
                  <c:v>0</c:v>
                </c:pt>
                <c:pt idx="7491">
                  <c:v>45</c:v>
                </c:pt>
                <c:pt idx="7492">
                  <c:v>180</c:v>
                </c:pt>
                <c:pt idx="7493">
                  <c:v>0</c:v>
                </c:pt>
                <c:pt idx="7494">
                  <c:v>5</c:v>
                </c:pt>
                <c:pt idx="7495">
                  <c:v>6</c:v>
                </c:pt>
                <c:pt idx="7496">
                  <c:v>0</c:v>
                </c:pt>
                <c:pt idx="7497">
                  <c:v>0</c:v>
                </c:pt>
                <c:pt idx="7498">
                  <c:v>0</c:v>
                </c:pt>
                <c:pt idx="7499">
                  <c:v>0</c:v>
                </c:pt>
                <c:pt idx="7500">
                  <c:v>0</c:v>
                </c:pt>
                <c:pt idx="7501">
                  <c:v>0</c:v>
                </c:pt>
                <c:pt idx="7502">
                  <c:v>0</c:v>
                </c:pt>
                <c:pt idx="7503">
                  <c:v>65</c:v>
                </c:pt>
                <c:pt idx="7504">
                  <c:v>0</c:v>
                </c:pt>
                <c:pt idx="7505">
                  <c:v>10</c:v>
                </c:pt>
                <c:pt idx="7506">
                  <c:v>50</c:v>
                </c:pt>
                <c:pt idx="7507">
                  <c:v>360</c:v>
                </c:pt>
                <c:pt idx="7508">
                  <c:v>117</c:v>
                </c:pt>
                <c:pt idx="7509">
                  <c:v>0</c:v>
                </c:pt>
                <c:pt idx="7510">
                  <c:v>45</c:v>
                </c:pt>
                <c:pt idx="7511">
                  <c:v>64</c:v>
                </c:pt>
                <c:pt idx="7512">
                  <c:v>66</c:v>
                </c:pt>
                <c:pt idx="7513">
                  <c:v>0</c:v>
                </c:pt>
                <c:pt idx="7514">
                  <c:v>0</c:v>
                </c:pt>
                <c:pt idx="7515">
                  <c:v>9</c:v>
                </c:pt>
                <c:pt idx="7516">
                  <c:v>32</c:v>
                </c:pt>
                <c:pt idx="7517">
                  <c:v>0</c:v>
                </c:pt>
                <c:pt idx="7518">
                  <c:v>45</c:v>
                </c:pt>
                <c:pt idx="7519">
                  <c:v>0</c:v>
                </c:pt>
                <c:pt idx="7520">
                  <c:v>0</c:v>
                </c:pt>
                <c:pt idx="7521">
                  <c:v>52</c:v>
                </c:pt>
                <c:pt idx="7522">
                  <c:v>64</c:v>
                </c:pt>
                <c:pt idx="7523">
                  <c:v>0</c:v>
                </c:pt>
                <c:pt idx="7524">
                  <c:v>0</c:v>
                </c:pt>
                <c:pt idx="7525">
                  <c:v>0</c:v>
                </c:pt>
                <c:pt idx="7526">
                  <c:v>0</c:v>
                </c:pt>
                <c:pt idx="7527">
                  <c:v>0</c:v>
                </c:pt>
                <c:pt idx="7528">
                  <c:v>0</c:v>
                </c:pt>
                <c:pt idx="7529">
                  <c:v>0</c:v>
                </c:pt>
                <c:pt idx="7530">
                  <c:v>99</c:v>
                </c:pt>
                <c:pt idx="7531">
                  <c:v>0</c:v>
                </c:pt>
                <c:pt idx="7532">
                  <c:v>90</c:v>
                </c:pt>
                <c:pt idx="7533">
                  <c:v>35</c:v>
                </c:pt>
                <c:pt idx="7534">
                  <c:v>14</c:v>
                </c:pt>
                <c:pt idx="7535">
                  <c:v>0</c:v>
                </c:pt>
                <c:pt idx="7536">
                  <c:v>0</c:v>
                </c:pt>
                <c:pt idx="7537">
                  <c:v>14</c:v>
                </c:pt>
                <c:pt idx="7538">
                  <c:v>0</c:v>
                </c:pt>
                <c:pt idx="7539">
                  <c:v>0</c:v>
                </c:pt>
                <c:pt idx="7540">
                  <c:v>1</c:v>
                </c:pt>
                <c:pt idx="7541">
                  <c:v>120</c:v>
                </c:pt>
                <c:pt idx="7542">
                  <c:v>120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88</c:v>
                </c:pt>
                <c:pt idx="7548">
                  <c:v>0</c:v>
                </c:pt>
                <c:pt idx="7549">
                  <c:v>0</c:v>
                </c:pt>
                <c:pt idx="7550">
                  <c:v>0</c:v>
                </c:pt>
                <c:pt idx="7551">
                  <c:v>0</c:v>
                </c:pt>
                <c:pt idx="7552">
                  <c:v>30</c:v>
                </c:pt>
                <c:pt idx="7553">
                  <c:v>9</c:v>
                </c:pt>
                <c:pt idx="7554">
                  <c:v>0</c:v>
                </c:pt>
                <c:pt idx="7555">
                  <c:v>0</c:v>
                </c:pt>
                <c:pt idx="7556">
                  <c:v>0</c:v>
                </c:pt>
                <c:pt idx="7557">
                  <c:v>78</c:v>
                </c:pt>
                <c:pt idx="7558">
                  <c:v>0</c:v>
                </c:pt>
                <c:pt idx="7559">
                  <c:v>0</c:v>
                </c:pt>
                <c:pt idx="7560">
                  <c:v>0</c:v>
                </c:pt>
                <c:pt idx="7561">
                  <c:v>52</c:v>
                </c:pt>
                <c:pt idx="7562">
                  <c:v>15</c:v>
                </c:pt>
                <c:pt idx="7563">
                  <c:v>0</c:v>
                </c:pt>
                <c:pt idx="7564">
                  <c:v>2</c:v>
                </c:pt>
                <c:pt idx="7565">
                  <c:v>90</c:v>
                </c:pt>
                <c:pt idx="7566">
                  <c:v>54</c:v>
                </c:pt>
                <c:pt idx="7567">
                  <c:v>3</c:v>
                </c:pt>
                <c:pt idx="7568">
                  <c:v>25</c:v>
                </c:pt>
                <c:pt idx="7569">
                  <c:v>42</c:v>
                </c:pt>
                <c:pt idx="7570">
                  <c:v>0</c:v>
                </c:pt>
                <c:pt idx="7571">
                  <c:v>0</c:v>
                </c:pt>
                <c:pt idx="7572">
                  <c:v>0</c:v>
                </c:pt>
                <c:pt idx="7573">
                  <c:v>0</c:v>
                </c:pt>
                <c:pt idx="7574">
                  <c:v>0</c:v>
                </c:pt>
                <c:pt idx="7575">
                  <c:v>0</c:v>
                </c:pt>
                <c:pt idx="7576">
                  <c:v>9</c:v>
                </c:pt>
                <c:pt idx="7577">
                  <c:v>0</c:v>
                </c:pt>
                <c:pt idx="7578">
                  <c:v>0</c:v>
                </c:pt>
                <c:pt idx="7579">
                  <c:v>0</c:v>
                </c:pt>
                <c:pt idx="7580">
                  <c:v>390</c:v>
                </c:pt>
                <c:pt idx="7581">
                  <c:v>0</c:v>
                </c:pt>
                <c:pt idx="7582">
                  <c:v>0</c:v>
                </c:pt>
                <c:pt idx="7583">
                  <c:v>43</c:v>
                </c:pt>
                <c:pt idx="7584">
                  <c:v>14</c:v>
                </c:pt>
                <c:pt idx="7585">
                  <c:v>0</c:v>
                </c:pt>
                <c:pt idx="7586">
                  <c:v>7</c:v>
                </c:pt>
                <c:pt idx="7587">
                  <c:v>0</c:v>
                </c:pt>
                <c:pt idx="7588">
                  <c:v>14</c:v>
                </c:pt>
                <c:pt idx="7589">
                  <c:v>0</c:v>
                </c:pt>
                <c:pt idx="7590">
                  <c:v>24</c:v>
                </c:pt>
                <c:pt idx="7591">
                  <c:v>180</c:v>
                </c:pt>
                <c:pt idx="7592">
                  <c:v>0</c:v>
                </c:pt>
                <c:pt idx="7593">
                  <c:v>0</c:v>
                </c:pt>
                <c:pt idx="7594">
                  <c:v>36</c:v>
                </c:pt>
                <c:pt idx="7595">
                  <c:v>14</c:v>
                </c:pt>
                <c:pt idx="7596">
                  <c:v>30</c:v>
                </c:pt>
                <c:pt idx="7597">
                  <c:v>64</c:v>
                </c:pt>
                <c:pt idx="7598">
                  <c:v>126</c:v>
                </c:pt>
                <c:pt idx="7599">
                  <c:v>5</c:v>
                </c:pt>
                <c:pt idx="7600">
                  <c:v>180</c:v>
                </c:pt>
                <c:pt idx="7601">
                  <c:v>96</c:v>
                </c:pt>
                <c:pt idx="7602">
                  <c:v>0</c:v>
                </c:pt>
                <c:pt idx="7603">
                  <c:v>0</c:v>
                </c:pt>
                <c:pt idx="7604">
                  <c:v>3</c:v>
                </c:pt>
                <c:pt idx="7605">
                  <c:v>0</c:v>
                </c:pt>
                <c:pt idx="7606">
                  <c:v>0</c:v>
                </c:pt>
                <c:pt idx="7607">
                  <c:v>0</c:v>
                </c:pt>
                <c:pt idx="7608">
                  <c:v>0</c:v>
                </c:pt>
                <c:pt idx="7609">
                  <c:v>0</c:v>
                </c:pt>
                <c:pt idx="7610">
                  <c:v>0</c:v>
                </c:pt>
                <c:pt idx="7611">
                  <c:v>0</c:v>
                </c:pt>
                <c:pt idx="7612">
                  <c:v>0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0</c:v>
                </c:pt>
                <c:pt idx="7617">
                  <c:v>94</c:v>
                </c:pt>
                <c:pt idx="7618">
                  <c:v>0</c:v>
                </c:pt>
                <c:pt idx="7619">
                  <c:v>0</c:v>
                </c:pt>
                <c:pt idx="7620">
                  <c:v>1</c:v>
                </c:pt>
                <c:pt idx="7621">
                  <c:v>140</c:v>
                </c:pt>
                <c:pt idx="7622">
                  <c:v>0</c:v>
                </c:pt>
                <c:pt idx="7623">
                  <c:v>34</c:v>
                </c:pt>
                <c:pt idx="7624">
                  <c:v>0</c:v>
                </c:pt>
                <c:pt idx="7625">
                  <c:v>48</c:v>
                </c:pt>
                <c:pt idx="7626">
                  <c:v>0</c:v>
                </c:pt>
                <c:pt idx="7627">
                  <c:v>38</c:v>
                </c:pt>
                <c:pt idx="7628">
                  <c:v>0</c:v>
                </c:pt>
                <c:pt idx="7629">
                  <c:v>6</c:v>
                </c:pt>
                <c:pt idx="7630">
                  <c:v>12</c:v>
                </c:pt>
                <c:pt idx="7631">
                  <c:v>0</c:v>
                </c:pt>
                <c:pt idx="7632">
                  <c:v>0</c:v>
                </c:pt>
                <c:pt idx="7633">
                  <c:v>125</c:v>
                </c:pt>
                <c:pt idx="7634">
                  <c:v>1</c:v>
                </c:pt>
                <c:pt idx="7635">
                  <c:v>30</c:v>
                </c:pt>
                <c:pt idx="7636">
                  <c:v>0</c:v>
                </c:pt>
                <c:pt idx="7637">
                  <c:v>0</c:v>
                </c:pt>
                <c:pt idx="7638">
                  <c:v>44</c:v>
                </c:pt>
                <c:pt idx="7639">
                  <c:v>45</c:v>
                </c:pt>
                <c:pt idx="7640">
                  <c:v>105</c:v>
                </c:pt>
                <c:pt idx="7641">
                  <c:v>0</c:v>
                </c:pt>
                <c:pt idx="7642">
                  <c:v>10</c:v>
                </c:pt>
                <c:pt idx="7643">
                  <c:v>0</c:v>
                </c:pt>
                <c:pt idx="7644">
                  <c:v>0</c:v>
                </c:pt>
                <c:pt idx="7645">
                  <c:v>1</c:v>
                </c:pt>
                <c:pt idx="7646">
                  <c:v>6</c:v>
                </c:pt>
                <c:pt idx="7647">
                  <c:v>0</c:v>
                </c:pt>
                <c:pt idx="7648">
                  <c:v>1</c:v>
                </c:pt>
                <c:pt idx="7649">
                  <c:v>0</c:v>
                </c:pt>
                <c:pt idx="7650">
                  <c:v>30</c:v>
                </c:pt>
                <c:pt idx="7651">
                  <c:v>0</c:v>
                </c:pt>
                <c:pt idx="7652">
                  <c:v>0</c:v>
                </c:pt>
                <c:pt idx="7653">
                  <c:v>108</c:v>
                </c:pt>
                <c:pt idx="7654">
                  <c:v>46</c:v>
                </c:pt>
                <c:pt idx="7655">
                  <c:v>56</c:v>
                </c:pt>
                <c:pt idx="7656">
                  <c:v>30</c:v>
                </c:pt>
                <c:pt idx="7657">
                  <c:v>0</c:v>
                </c:pt>
                <c:pt idx="7658">
                  <c:v>36</c:v>
                </c:pt>
                <c:pt idx="7659">
                  <c:v>0</c:v>
                </c:pt>
                <c:pt idx="7660">
                  <c:v>10</c:v>
                </c:pt>
                <c:pt idx="7661">
                  <c:v>14</c:v>
                </c:pt>
                <c:pt idx="7662">
                  <c:v>5</c:v>
                </c:pt>
                <c:pt idx="7663">
                  <c:v>135</c:v>
                </c:pt>
                <c:pt idx="7664">
                  <c:v>0</c:v>
                </c:pt>
                <c:pt idx="7665">
                  <c:v>0</c:v>
                </c:pt>
                <c:pt idx="7666">
                  <c:v>0</c:v>
                </c:pt>
                <c:pt idx="7667">
                  <c:v>7</c:v>
                </c:pt>
                <c:pt idx="7668">
                  <c:v>0</c:v>
                </c:pt>
                <c:pt idx="7669">
                  <c:v>0</c:v>
                </c:pt>
                <c:pt idx="7670">
                  <c:v>321</c:v>
                </c:pt>
                <c:pt idx="7671">
                  <c:v>0</c:v>
                </c:pt>
                <c:pt idx="7672">
                  <c:v>2</c:v>
                </c:pt>
                <c:pt idx="7673">
                  <c:v>36</c:v>
                </c:pt>
                <c:pt idx="7674">
                  <c:v>21</c:v>
                </c:pt>
                <c:pt idx="7675">
                  <c:v>0</c:v>
                </c:pt>
                <c:pt idx="7676">
                  <c:v>0</c:v>
                </c:pt>
                <c:pt idx="7677">
                  <c:v>0</c:v>
                </c:pt>
                <c:pt idx="7678">
                  <c:v>0</c:v>
                </c:pt>
                <c:pt idx="7679">
                  <c:v>0</c:v>
                </c:pt>
                <c:pt idx="7680">
                  <c:v>0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480</c:v>
                </c:pt>
                <c:pt idx="7687">
                  <c:v>0</c:v>
                </c:pt>
                <c:pt idx="7688">
                  <c:v>0</c:v>
                </c:pt>
                <c:pt idx="7689">
                  <c:v>9</c:v>
                </c:pt>
                <c:pt idx="7690">
                  <c:v>0</c:v>
                </c:pt>
                <c:pt idx="7691">
                  <c:v>0</c:v>
                </c:pt>
                <c:pt idx="7692">
                  <c:v>0</c:v>
                </c:pt>
                <c:pt idx="7693">
                  <c:v>50</c:v>
                </c:pt>
                <c:pt idx="7694">
                  <c:v>28</c:v>
                </c:pt>
                <c:pt idx="7695">
                  <c:v>28</c:v>
                </c:pt>
                <c:pt idx="7696">
                  <c:v>130</c:v>
                </c:pt>
                <c:pt idx="7697">
                  <c:v>0</c:v>
                </c:pt>
                <c:pt idx="7698">
                  <c:v>47</c:v>
                </c:pt>
                <c:pt idx="7699">
                  <c:v>495</c:v>
                </c:pt>
                <c:pt idx="7700">
                  <c:v>210</c:v>
                </c:pt>
                <c:pt idx="7701">
                  <c:v>0</c:v>
                </c:pt>
                <c:pt idx="7702">
                  <c:v>396</c:v>
                </c:pt>
                <c:pt idx="7703">
                  <c:v>25</c:v>
                </c:pt>
                <c:pt idx="7704">
                  <c:v>1</c:v>
                </c:pt>
                <c:pt idx="7705">
                  <c:v>290</c:v>
                </c:pt>
                <c:pt idx="7706">
                  <c:v>57</c:v>
                </c:pt>
                <c:pt idx="7707">
                  <c:v>0</c:v>
                </c:pt>
                <c:pt idx="7708">
                  <c:v>0</c:v>
                </c:pt>
                <c:pt idx="7709">
                  <c:v>0</c:v>
                </c:pt>
                <c:pt idx="7710">
                  <c:v>0</c:v>
                </c:pt>
                <c:pt idx="7711">
                  <c:v>16</c:v>
                </c:pt>
                <c:pt idx="7712">
                  <c:v>0</c:v>
                </c:pt>
                <c:pt idx="7713">
                  <c:v>21</c:v>
                </c:pt>
                <c:pt idx="7714">
                  <c:v>150</c:v>
                </c:pt>
                <c:pt idx="7715">
                  <c:v>62</c:v>
                </c:pt>
                <c:pt idx="7716">
                  <c:v>0</c:v>
                </c:pt>
                <c:pt idx="7717">
                  <c:v>21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0</c:v>
                </c:pt>
                <c:pt idx="7722">
                  <c:v>0</c:v>
                </c:pt>
                <c:pt idx="7723">
                  <c:v>60</c:v>
                </c:pt>
                <c:pt idx="7724">
                  <c:v>1</c:v>
                </c:pt>
                <c:pt idx="7725">
                  <c:v>0</c:v>
                </c:pt>
                <c:pt idx="7726">
                  <c:v>0</c:v>
                </c:pt>
                <c:pt idx="7727">
                  <c:v>0</c:v>
                </c:pt>
                <c:pt idx="7728">
                  <c:v>0</c:v>
                </c:pt>
                <c:pt idx="7729">
                  <c:v>54</c:v>
                </c:pt>
                <c:pt idx="7730">
                  <c:v>0</c:v>
                </c:pt>
                <c:pt idx="7731">
                  <c:v>0</c:v>
                </c:pt>
                <c:pt idx="7732">
                  <c:v>0</c:v>
                </c:pt>
                <c:pt idx="7733">
                  <c:v>0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0</c:v>
                </c:pt>
                <c:pt idx="7738">
                  <c:v>7</c:v>
                </c:pt>
                <c:pt idx="7739">
                  <c:v>0</c:v>
                </c:pt>
                <c:pt idx="7740">
                  <c:v>0</c:v>
                </c:pt>
                <c:pt idx="7741">
                  <c:v>6</c:v>
                </c:pt>
                <c:pt idx="7742">
                  <c:v>18</c:v>
                </c:pt>
                <c:pt idx="7743">
                  <c:v>0</c:v>
                </c:pt>
                <c:pt idx="7744">
                  <c:v>0</c:v>
                </c:pt>
                <c:pt idx="7745">
                  <c:v>0</c:v>
                </c:pt>
                <c:pt idx="7746">
                  <c:v>0</c:v>
                </c:pt>
                <c:pt idx="7747">
                  <c:v>4</c:v>
                </c:pt>
                <c:pt idx="7748">
                  <c:v>112</c:v>
                </c:pt>
                <c:pt idx="7749">
                  <c:v>0</c:v>
                </c:pt>
                <c:pt idx="7750">
                  <c:v>0</c:v>
                </c:pt>
                <c:pt idx="7751">
                  <c:v>0</c:v>
                </c:pt>
                <c:pt idx="7752">
                  <c:v>0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90</c:v>
                </c:pt>
                <c:pt idx="7757">
                  <c:v>6</c:v>
                </c:pt>
                <c:pt idx="7758">
                  <c:v>2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2</c:v>
                </c:pt>
                <c:pt idx="7764">
                  <c:v>0</c:v>
                </c:pt>
                <c:pt idx="7765">
                  <c:v>15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56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150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90</c:v>
                </c:pt>
                <c:pt idx="7785">
                  <c:v>0</c:v>
                </c:pt>
                <c:pt idx="7786">
                  <c:v>0</c:v>
                </c:pt>
                <c:pt idx="7787">
                  <c:v>0</c:v>
                </c:pt>
                <c:pt idx="7788">
                  <c:v>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280</c:v>
                </c:pt>
                <c:pt idx="7794">
                  <c:v>40</c:v>
                </c:pt>
                <c:pt idx="7795">
                  <c:v>30</c:v>
                </c:pt>
                <c:pt idx="7796">
                  <c:v>60</c:v>
                </c:pt>
                <c:pt idx="7797">
                  <c:v>0</c:v>
                </c:pt>
                <c:pt idx="7798">
                  <c:v>46</c:v>
                </c:pt>
                <c:pt idx="7799">
                  <c:v>0</c:v>
                </c:pt>
                <c:pt idx="7800">
                  <c:v>0</c:v>
                </c:pt>
                <c:pt idx="7801">
                  <c:v>150</c:v>
                </c:pt>
                <c:pt idx="7802">
                  <c:v>8</c:v>
                </c:pt>
                <c:pt idx="7803">
                  <c:v>0</c:v>
                </c:pt>
                <c:pt idx="7804">
                  <c:v>0</c:v>
                </c:pt>
                <c:pt idx="7805">
                  <c:v>0</c:v>
                </c:pt>
                <c:pt idx="7806">
                  <c:v>13</c:v>
                </c:pt>
                <c:pt idx="7807">
                  <c:v>0</c:v>
                </c:pt>
                <c:pt idx="7808">
                  <c:v>0</c:v>
                </c:pt>
                <c:pt idx="7809">
                  <c:v>0</c:v>
                </c:pt>
                <c:pt idx="7810">
                  <c:v>0</c:v>
                </c:pt>
                <c:pt idx="7811">
                  <c:v>38</c:v>
                </c:pt>
                <c:pt idx="7812">
                  <c:v>21</c:v>
                </c:pt>
                <c:pt idx="7813">
                  <c:v>0</c:v>
                </c:pt>
                <c:pt idx="7814">
                  <c:v>0</c:v>
                </c:pt>
                <c:pt idx="7815">
                  <c:v>0</c:v>
                </c:pt>
                <c:pt idx="7816">
                  <c:v>30</c:v>
                </c:pt>
                <c:pt idx="7817">
                  <c:v>0</c:v>
                </c:pt>
                <c:pt idx="7818">
                  <c:v>0</c:v>
                </c:pt>
                <c:pt idx="7819">
                  <c:v>67</c:v>
                </c:pt>
                <c:pt idx="7820">
                  <c:v>0</c:v>
                </c:pt>
                <c:pt idx="7821">
                  <c:v>0</c:v>
                </c:pt>
                <c:pt idx="7822">
                  <c:v>0</c:v>
                </c:pt>
                <c:pt idx="7823">
                  <c:v>0</c:v>
                </c:pt>
                <c:pt idx="7824">
                  <c:v>0</c:v>
                </c:pt>
                <c:pt idx="7825">
                  <c:v>5</c:v>
                </c:pt>
                <c:pt idx="7826">
                  <c:v>0</c:v>
                </c:pt>
                <c:pt idx="7827">
                  <c:v>0</c:v>
                </c:pt>
                <c:pt idx="7828">
                  <c:v>4</c:v>
                </c:pt>
                <c:pt idx="7829">
                  <c:v>48</c:v>
                </c:pt>
                <c:pt idx="7830">
                  <c:v>11</c:v>
                </c:pt>
                <c:pt idx="7831">
                  <c:v>0</c:v>
                </c:pt>
                <c:pt idx="7832">
                  <c:v>14</c:v>
                </c:pt>
                <c:pt idx="7833">
                  <c:v>0</c:v>
                </c:pt>
                <c:pt idx="7834">
                  <c:v>0</c:v>
                </c:pt>
                <c:pt idx="7835">
                  <c:v>13</c:v>
                </c:pt>
                <c:pt idx="7836">
                  <c:v>0</c:v>
                </c:pt>
                <c:pt idx="7837">
                  <c:v>0</c:v>
                </c:pt>
                <c:pt idx="7838">
                  <c:v>0</c:v>
                </c:pt>
                <c:pt idx="7839">
                  <c:v>0</c:v>
                </c:pt>
                <c:pt idx="7840">
                  <c:v>60</c:v>
                </c:pt>
                <c:pt idx="7841">
                  <c:v>82</c:v>
                </c:pt>
                <c:pt idx="7842">
                  <c:v>1</c:v>
                </c:pt>
                <c:pt idx="7843">
                  <c:v>0</c:v>
                </c:pt>
                <c:pt idx="7844">
                  <c:v>141</c:v>
                </c:pt>
                <c:pt idx="7845">
                  <c:v>0</c:v>
                </c:pt>
                <c:pt idx="7846">
                  <c:v>25</c:v>
                </c:pt>
                <c:pt idx="7847">
                  <c:v>0</c:v>
                </c:pt>
                <c:pt idx="7848">
                  <c:v>10</c:v>
                </c:pt>
                <c:pt idx="7849">
                  <c:v>0</c:v>
                </c:pt>
                <c:pt idx="7850">
                  <c:v>0</c:v>
                </c:pt>
                <c:pt idx="7851">
                  <c:v>0</c:v>
                </c:pt>
                <c:pt idx="7852">
                  <c:v>0</c:v>
                </c:pt>
                <c:pt idx="7853">
                  <c:v>42</c:v>
                </c:pt>
                <c:pt idx="7854">
                  <c:v>0</c:v>
                </c:pt>
                <c:pt idx="7855">
                  <c:v>24</c:v>
                </c:pt>
                <c:pt idx="7856">
                  <c:v>0</c:v>
                </c:pt>
                <c:pt idx="7857">
                  <c:v>0</c:v>
                </c:pt>
                <c:pt idx="7858">
                  <c:v>10</c:v>
                </c:pt>
                <c:pt idx="7859">
                  <c:v>1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0</c:v>
                </c:pt>
                <c:pt idx="7866">
                  <c:v>13</c:v>
                </c:pt>
                <c:pt idx="7867">
                  <c:v>1</c:v>
                </c:pt>
                <c:pt idx="7868">
                  <c:v>5</c:v>
                </c:pt>
                <c:pt idx="7869">
                  <c:v>1</c:v>
                </c:pt>
                <c:pt idx="7870">
                  <c:v>6</c:v>
                </c:pt>
                <c:pt idx="7871">
                  <c:v>0</c:v>
                </c:pt>
                <c:pt idx="7872">
                  <c:v>0</c:v>
                </c:pt>
                <c:pt idx="7873">
                  <c:v>32</c:v>
                </c:pt>
                <c:pt idx="7874">
                  <c:v>54</c:v>
                </c:pt>
                <c:pt idx="7875">
                  <c:v>0</c:v>
                </c:pt>
                <c:pt idx="7876">
                  <c:v>4</c:v>
                </c:pt>
                <c:pt idx="7877">
                  <c:v>34</c:v>
                </c:pt>
                <c:pt idx="7878">
                  <c:v>3</c:v>
                </c:pt>
                <c:pt idx="7879">
                  <c:v>1</c:v>
                </c:pt>
                <c:pt idx="7880">
                  <c:v>69</c:v>
                </c:pt>
                <c:pt idx="7881">
                  <c:v>179</c:v>
                </c:pt>
                <c:pt idx="7882">
                  <c:v>0</c:v>
                </c:pt>
                <c:pt idx="7883">
                  <c:v>8</c:v>
                </c:pt>
                <c:pt idx="7884">
                  <c:v>360</c:v>
                </c:pt>
                <c:pt idx="7885">
                  <c:v>21</c:v>
                </c:pt>
                <c:pt idx="7886">
                  <c:v>0</c:v>
                </c:pt>
                <c:pt idx="7887">
                  <c:v>0</c:v>
                </c:pt>
                <c:pt idx="7888">
                  <c:v>3</c:v>
                </c:pt>
                <c:pt idx="7889">
                  <c:v>0</c:v>
                </c:pt>
                <c:pt idx="7890">
                  <c:v>26</c:v>
                </c:pt>
                <c:pt idx="7891">
                  <c:v>28</c:v>
                </c:pt>
                <c:pt idx="7892">
                  <c:v>9</c:v>
                </c:pt>
                <c:pt idx="7893">
                  <c:v>0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0</c:v>
                </c:pt>
                <c:pt idx="7898">
                  <c:v>0</c:v>
                </c:pt>
                <c:pt idx="7899">
                  <c:v>90</c:v>
                </c:pt>
                <c:pt idx="7900">
                  <c:v>0</c:v>
                </c:pt>
                <c:pt idx="7901">
                  <c:v>0</c:v>
                </c:pt>
                <c:pt idx="7902">
                  <c:v>0</c:v>
                </c:pt>
                <c:pt idx="7903">
                  <c:v>0</c:v>
                </c:pt>
                <c:pt idx="7904">
                  <c:v>0</c:v>
                </c:pt>
                <c:pt idx="7905">
                  <c:v>0</c:v>
                </c:pt>
                <c:pt idx="7906">
                  <c:v>2</c:v>
                </c:pt>
                <c:pt idx="7907">
                  <c:v>30</c:v>
                </c:pt>
                <c:pt idx="7908">
                  <c:v>0</c:v>
                </c:pt>
                <c:pt idx="7909">
                  <c:v>125</c:v>
                </c:pt>
                <c:pt idx="7910">
                  <c:v>0</c:v>
                </c:pt>
                <c:pt idx="7911">
                  <c:v>0</c:v>
                </c:pt>
                <c:pt idx="7912">
                  <c:v>90</c:v>
                </c:pt>
                <c:pt idx="7913">
                  <c:v>46</c:v>
                </c:pt>
                <c:pt idx="7914">
                  <c:v>0</c:v>
                </c:pt>
                <c:pt idx="7915">
                  <c:v>24</c:v>
                </c:pt>
                <c:pt idx="7916">
                  <c:v>0</c:v>
                </c:pt>
                <c:pt idx="7917">
                  <c:v>45</c:v>
                </c:pt>
                <c:pt idx="7918">
                  <c:v>10</c:v>
                </c:pt>
                <c:pt idx="7919">
                  <c:v>40</c:v>
                </c:pt>
                <c:pt idx="7920">
                  <c:v>0</c:v>
                </c:pt>
                <c:pt idx="7921">
                  <c:v>0</c:v>
                </c:pt>
                <c:pt idx="7922">
                  <c:v>8</c:v>
                </c:pt>
                <c:pt idx="7923">
                  <c:v>3</c:v>
                </c:pt>
                <c:pt idx="7924">
                  <c:v>168</c:v>
                </c:pt>
                <c:pt idx="7925">
                  <c:v>2</c:v>
                </c:pt>
                <c:pt idx="7926">
                  <c:v>2</c:v>
                </c:pt>
                <c:pt idx="7927">
                  <c:v>0</c:v>
                </c:pt>
                <c:pt idx="7928">
                  <c:v>18</c:v>
                </c:pt>
                <c:pt idx="7929">
                  <c:v>120</c:v>
                </c:pt>
                <c:pt idx="7930">
                  <c:v>0</c:v>
                </c:pt>
                <c:pt idx="7931">
                  <c:v>0</c:v>
                </c:pt>
                <c:pt idx="7932">
                  <c:v>0</c:v>
                </c:pt>
                <c:pt idx="7933">
                  <c:v>17</c:v>
                </c:pt>
                <c:pt idx="7934">
                  <c:v>13</c:v>
                </c:pt>
                <c:pt idx="7935">
                  <c:v>0</c:v>
                </c:pt>
                <c:pt idx="7936">
                  <c:v>1</c:v>
                </c:pt>
                <c:pt idx="7937">
                  <c:v>3</c:v>
                </c:pt>
                <c:pt idx="7938">
                  <c:v>2</c:v>
                </c:pt>
                <c:pt idx="7939">
                  <c:v>0</c:v>
                </c:pt>
                <c:pt idx="7940">
                  <c:v>0</c:v>
                </c:pt>
                <c:pt idx="7941">
                  <c:v>0</c:v>
                </c:pt>
                <c:pt idx="7942">
                  <c:v>6</c:v>
                </c:pt>
                <c:pt idx="7943">
                  <c:v>28</c:v>
                </c:pt>
                <c:pt idx="7944">
                  <c:v>0</c:v>
                </c:pt>
                <c:pt idx="7945">
                  <c:v>0</c:v>
                </c:pt>
                <c:pt idx="7946">
                  <c:v>56</c:v>
                </c:pt>
                <c:pt idx="7947">
                  <c:v>6</c:v>
                </c:pt>
                <c:pt idx="7948">
                  <c:v>90</c:v>
                </c:pt>
                <c:pt idx="7949">
                  <c:v>0</c:v>
                </c:pt>
                <c:pt idx="7950">
                  <c:v>0</c:v>
                </c:pt>
                <c:pt idx="7951">
                  <c:v>0</c:v>
                </c:pt>
                <c:pt idx="7952">
                  <c:v>0</c:v>
                </c:pt>
                <c:pt idx="7953">
                  <c:v>0</c:v>
                </c:pt>
                <c:pt idx="7954">
                  <c:v>0</c:v>
                </c:pt>
                <c:pt idx="7955">
                  <c:v>18</c:v>
                </c:pt>
                <c:pt idx="7956">
                  <c:v>0</c:v>
                </c:pt>
                <c:pt idx="7957">
                  <c:v>52</c:v>
                </c:pt>
                <c:pt idx="7958">
                  <c:v>0</c:v>
                </c:pt>
                <c:pt idx="7959">
                  <c:v>14</c:v>
                </c:pt>
                <c:pt idx="7960">
                  <c:v>0</c:v>
                </c:pt>
                <c:pt idx="7961">
                  <c:v>140</c:v>
                </c:pt>
                <c:pt idx="7962">
                  <c:v>7</c:v>
                </c:pt>
                <c:pt idx="7963">
                  <c:v>0</c:v>
                </c:pt>
                <c:pt idx="7964">
                  <c:v>0</c:v>
                </c:pt>
                <c:pt idx="7965">
                  <c:v>0</c:v>
                </c:pt>
                <c:pt idx="7966">
                  <c:v>0</c:v>
                </c:pt>
                <c:pt idx="7967">
                  <c:v>19</c:v>
                </c:pt>
                <c:pt idx="7968">
                  <c:v>18</c:v>
                </c:pt>
                <c:pt idx="7969">
                  <c:v>0</c:v>
                </c:pt>
                <c:pt idx="7970">
                  <c:v>16</c:v>
                </c:pt>
                <c:pt idx="7971">
                  <c:v>70</c:v>
                </c:pt>
                <c:pt idx="7972">
                  <c:v>70</c:v>
                </c:pt>
                <c:pt idx="7973">
                  <c:v>80</c:v>
                </c:pt>
                <c:pt idx="7974">
                  <c:v>0</c:v>
                </c:pt>
                <c:pt idx="7975">
                  <c:v>82</c:v>
                </c:pt>
                <c:pt idx="7976">
                  <c:v>16</c:v>
                </c:pt>
                <c:pt idx="7977">
                  <c:v>0</c:v>
                </c:pt>
                <c:pt idx="7978">
                  <c:v>0</c:v>
                </c:pt>
                <c:pt idx="7979">
                  <c:v>0</c:v>
                </c:pt>
                <c:pt idx="7980">
                  <c:v>0</c:v>
                </c:pt>
                <c:pt idx="7981">
                  <c:v>0</c:v>
                </c:pt>
                <c:pt idx="7982">
                  <c:v>0</c:v>
                </c:pt>
                <c:pt idx="7983">
                  <c:v>52</c:v>
                </c:pt>
                <c:pt idx="7984">
                  <c:v>0</c:v>
                </c:pt>
                <c:pt idx="7985">
                  <c:v>0</c:v>
                </c:pt>
                <c:pt idx="7986">
                  <c:v>0</c:v>
                </c:pt>
                <c:pt idx="7987">
                  <c:v>0</c:v>
                </c:pt>
                <c:pt idx="7988">
                  <c:v>0</c:v>
                </c:pt>
                <c:pt idx="7989">
                  <c:v>0</c:v>
                </c:pt>
                <c:pt idx="7990">
                  <c:v>0</c:v>
                </c:pt>
                <c:pt idx="7991">
                  <c:v>0</c:v>
                </c:pt>
                <c:pt idx="7992">
                  <c:v>24</c:v>
                </c:pt>
                <c:pt idx="7993">
                  <c:v>0</c:v>
                </c:pt>
                <c:pt idx="7994">
                  <c:v>0</c:v>
                </c:pt>
                <c:pt idx="7995">
                  <c:v>0</c:v>
                </c:pt>
                <c:pt idx="7996">
                  <c:v>0</c:v>
                </c:pt>
                <c:pt idx="7997">
                  <c:v>0</c:v>
                </c:pt>
                <c:pt idx="7998">
                  <c:v>0</c:v>
                </c:pt>
                <c:pt idx="7999">
                  <c:v>0</c:v>
                </c:pt>
                <c:pt idx="8000">
                  <c:v>0</c:v>
                </c:pt>
                <c:pt idx="8001">
                  <c:v>0</c:v>
                </c:pt>
                <c:pt idx="8002">
                  <c:v>88</c:v>
                </c:pt>
                <c:pt idx="8003">
                  <c:v>0</c:v>
                </c:pt>
                <c:pt idx="8004">
                  <c:v>111</c:v>
                </c:pt>
                <c:pt idx="8005">
                  <c:v>0</c:v>
                </c:pt>
                <c:pt idx="8006">
                  <c:v>0</c:v>
                </c:pt>
                <c:pt idx="8007">
                  <c:v>0</c:v>
                </c:pt>
                <c:pt idx="8008">
                  <c:v>0</c:v>
                </c:pt>
                <c:pt idx="8009">
                  <c:v>0</c:v>
                </c:pt>
                <c:pt idx="8010">
                  <c:v>0</c:v>
                </c:pt>
                <c:pt idx="8011">
                  <c:v>0</c:v>
                </c:pt>
                <c:pt idx="8012">
                  <c:v>0</c:v>
                </c:pt>
                <c:pt idx="8013">
                  <c:v>0</c:v>
                </c:pt>
                <c:pt idx="8014">
                  <c:v>60</c:v>
                </c:pt>
                <c:pt idx="8015">
                  <c:v>0</c:v>
                </c:pt>
                <c:pt idx="8016">
                  <c:v>0</c:v>
                </c:pt>
                <c:pt idx="8017">
                  <c:v>3</c:v>
                </c:pt>
                <c:pt idx="8018">
                  <c:v>0</c:v>
                </c:pt>
                <c:pt idx="8019">
                  <c:v>0</c:v>
                </c:pt>
                <c:pt idx="8020">
                  <c:v>0</c:v>
                </c:pt>
                <c:pt idx="8021">
                  <c:v>0</c:v>
                </c:pt>
                <c:pt idx="8022">
                  <c:v>0</c:v>
                </c:pt>
                <c:pt idx="8023">
                  <c:v>0</c:v>
                </c:pt>
                <c:pt idx="8024">
                  <c:v>39</c:v>
                </c:pt>
                <c:pt idx="8025">
                  <c:v>2</c:v>
                </c:pt>
                <c:pt idx="8026">
                  <c:v>48</c:v>
                </c:pt>
                <c:pt idx="8027">
                  <c:v>80</c:v>
                </c:pt>
                <c:pt idx="8028">
                  <c:v>0</c:v>
                </c:pt>
                <c:pt idx="8029">
                  <c:v>94</c:v>
                </c:pt>
                <c:pt idx="8030">
                  <c:v>60</c:v>
                </c:pt>
                <c:pt idx="8031">
                  <c:v>0</c:v>
                </c:pt>
                <c:pt idx="8032">
                  <c:v>0</c:v>
                </c:pt>
                <c:pt idx="8033">
                  <c:v>0</c:v>
                </c:pt>
                <c:pt idx="8034">
                  <c:v>84</c:v>
                </c:pt>
                <c:pt idx="8035">
                  <c:v>14</c:v>
                </c:pt>
                <c:pt idx="8036">
                  <c:v>50</c:v>
                </c:pt>
                <c:pt idx="8037">
                  <c:v>0</c:v>
                </c:pt>
                <c:pt idx="8038">
                  <c:v>18</c:v>
                </c:pt>
                <c:pt idx="8039">
                  <c:v>12</c:v>
                </c:pt>
                <c:pt idx="8040">
                  <c:v>13</c:v>
                </c:pt>
                <c:pt idx="8041">
                  <c:v>0</c:v>
                </c:pt>
                <c:pt idx="8042">
                  <c:v>30</c:v>
                </c:pt>
                <c:pt idx="8043">
                  <c:v>8</c:v>
                </c:pt>
                <c:pt idx="8044">
                  <c:v>0</c:v>
                </c:pt>
                <c:pt idx="8045">
                  <c:v>0</c:v>
                </c:pt>
                <c:pt idx="8046">
                  <c:v>0</c:v>
                </c:pt>
                <c:pt idx="8047">
                  <c:v>6</c:v>
                </c:pt>
                <c:pt idx="8048">
                  <c:v>44</c:v>
                </c:pt>
                <c:pt idx="8049">
                  <c:v>5</c:v>
                </c:pt>
                <c:pt idx="8050">
                  <c:v>17</c:v>
                </c:pt>
                <c:pt idx="8051">
                  <c:v>0</c:v>
                </c:pt>
                <c:pt idx="8052">
                  <c:v>0</c:v>
                </c:pt>
                <c:pt idx="8053">
                  <c:v>0</c:v>
                </c:pt>
                <c:pt idx="8054">
                  <c:v>0</c:v>
                </c:pt>
                <c:pt idx="8055">
                  <c:v>4</c:v>
                </c:pt>
                <c:pt idx="8056">
                  <c:v>1</c:v>
                </c:pt>
                <c:pt idx="8057">
                  <c:v>0</c:v>
                </c:pt>
                <c:pt idx="8058">
                  <c:v>0</c:v>
                </c:pt>
                <c:pt idx="8059">
                  <c:v>0</c:v>
                </c:pt>
                <c:pt idx="8060">
                  <c:v>0</c:v>
                </c:pt>
                <c:pt idx="8061">
                  <c:v>0</c:v>
                </c:pt>
                <c:pt idx="8062">
                  <c:v>0</c:v>
                </c:pt>
                <c:pt idx="8063">
                  <c:v>0</c:v>
                </c:pt>
                <c:pt idx="8064">
                  <c:v>0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54</c:v>
                </c:pt>
                <c:pt idx="8070">
                  <c:v>0</c:v>
                </c:pt>
                <c:pt idx="8071">
                  <c:v>2</c:v>
                </c:pt>
                <c:pt idx="8072">
                  <c:v>2</c:v>
                </c:pt>
                <c:pt idx="8073">
                  <c:v>28</c:v>
                </c:pt>
                <c:pt idx="8074">
                  <c:v>1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9</c:v>
                </c:pt>
                <c:pt idx="8079">
                  <c:v>45</c:v>
                </c:pt>
                <c:pt idx="8080">
                  <c:v>114</c:v>
                </c:pt>
                <c:pt idx="8081">
                  <c:v>0</c:v>
                </c:pt>
                <c:pt idx="8082">
                  <c:v>0</c:v>
                </c:pt>
                <c:pt idx="8083">
                  <c:v>7</c:v>
                </c:pt>
                <c:pt idx="8084">
                  <c:v>28</c:v>
                </c:pt>
                <c:pt idx="8085">
                  <c:v>0</c:v>
                </c:pt>
                <c:pt idx="8086">
                  <c:v>255</c:v>
                </c:pt>
                <c:pt idx="8087">
                  <c:v>224</c:v>
                </c:pt>
                <c:pt idx="8088">
                  <c:v>0</c:v>
                </c:pt>
                <c:pt idx="8089">
                  <c:v>315</c:v>
                </c:pt>
                <c:pt idx="8090">
                  <c:v>7</c:v>
                </c:pt>
                <c:pt idx="8091">
                  <c:v>67</c:v>
                </c:pt>
                <c:pt idx="8092">
                  <c:v>0</c:v>
                </c:pt>
                <c:pt idx="8093">
                  <c:v>24</c:v>
                </c:pt>
                <c:pt idx="8094">
                  <c:v>0</c:v>
                </c:pt>
                <c:pt idx="8095">
                  <c:v>7</c:v>
                </c:pt>
                <c:pt idx="8096">
                  <c:v>0</c:v>
                </c:pt>
                <c:pt idx="8097">
                  <c:v>0</c:v>
                </c:pt>
                <c:pt idx="8098">
                  <c:v>9</c:v>
                </c:pt>
                <c:pt idx="8099">
                  <c:v>0</c:v>
                </c:pt>
                <c:pt idx="8100">
                  <c:v>5</c:v>
                </c:pt>
                <c:pt idx="8101">
                  <c:v>720</c:v>
                </c:pt>
                <c:pt idx="8102">
                  <c:v>0</c:v>
                </c:pt>
                <c:pt idx="8103">
                  <c:v>390</c:v>
                </c:pt>
                <c:pt idx="8104">
                  <c:v>67</c:v>
                </c:pt>
                <c:pt idx="8105">
                  <c:v>14</c:v>
                </c:pt>
                <c:pt idx="8106">
                  <c:v>32</c:v>
                </c:pt>
                <c:pt idx="8107">
                  <c:v>0</c:v>
                </c:pt>
                <c:pt idx="8108">
                  <c:v>0</c:v>
                </c:pt>
                <c:pt idx="8109">
                  <c:v>30</c:v>
                </c:pt>
                <c:pt idx="8110">
                  <c:v>0</c:v>
                </c:pt>
                <c:pt idx="8111">
                  <c:v>27</c:v>
                </c:pt>
                <c:pt idx="8112">
                  <c:v>92</c:v>
                </c:pt>
                <c:pt idx="8113">
                  <c:v>42</c:v>
                </c:pt>
                <c:pt idx="8114">
                  <c:v>0</c:v>
                </c:pt>
                <c:pt idx="8115">
                  <c:v>0</c:v>
                </c:pt>
                <c:pt idx="8116">
                  <c:v>39</c:v>
                </c:pt>
                <c:pt idx="8117">
                  <c:v>25</c:v>
                </c:pt>
                <c:pt idx="8118">
                  <c:v>0</c:v>
                </c:pt>
                <c:pt idx="8119">
                  <c:v>0</c:v>
                </c:pt>
                <c:pt idx="8120">
                  <c:v>0</c:v>
                </c:pt>
                <c:pt idx="8121">
                  <c:v>0</c:v>
                </c:pt>
                <c:pt idx="8122">
                  <c:v>53</c:v>
                </c:pt>
                <c:pt idx="8123">
                  <c:v>30</c:v>
                </c:pt>
                <c:pt idx="8124">
                  <c:v>0</c:v>
                </c:pt>
                <c:pt idx="8125">
                  <c:v>0</c:v>
                </c:pt>
                <c:pt idx="8126">
                  <c:v>2</c:v>
                </c:pt>
                <c:pt idx="8127">
                  <c:v>7</c:v>
                </c:pt>
                <c:pt idx="8128">
                  <c:v>0</c:v>
                </c:pt>
                <c:pt idx="8129">
                  <c:v>0</c:v>
                </c:pt>
                <c:pt idx="8130">
                  <c:v>94</c:v>
                </c:pt>
                <c:pt idx="8131">
                  <c:v>27</c:v>
                </c:pt>
                <c:pt idx="8132">
                  <c:v>3</c:v>
                </c:pt>
                <c:pt idx="8133">
                  <c:v>0</c:v>
                </c:pt>
                <c:pt idx="8134">
                  <c:v>0</c:v>
                </c:pt>
                <c:pt idx="8135">
                  <c:v>0</c:v>
                </c:pt>
                <c:pt idx="8136">
                  <c:v>2</c:v>
                </c:pt>
                <c:pt idx="8137">
                  <c:v>0</c:v>
                </c:pt>
                <c:pt idx="8138">
                  <c:v>71</c:v>
                </c:pt>
                <c:pt idx="8139">
                  <c:v>98</c:v>
                </c:pt>
                <c:pt idx="8140">
                  <c:v>4</c:v>
                </c:pt>
                <c:pt idx="8141">
                  <c:v>0</c:v>
                </c:pt>
                <c:pt idx="8142">
                  <c:v>0</c:v>
                </c:pt>
                <c:pt idx="8143">
                  <c:v>0</c:v>
                </c:pt>
                <c:pt idx="8144">
                  <c:v>9</c:v>
                </c:pt>
                <c:pt idx="8145">
                  <c:v>6</c:v>
                </c:pt>
                <c:pt idx="8146">
                  <c:v>0</c:v>
                </c:pt>
                <c:pt idx="8147">
                  <c:v>0</c:v>
                </c:pt>
                <c:pt idx="8148">
                  <c:v>0</c:v>
                </c:pt>
                <c:pt idx="8149">
                  <c:v>0</c:v>
                </c:pt>
                <c:pt idx="8150">
                  <c:v>2</c:v>
                </c:pt>
                <c:pt idx="8151">
                  <c:v>47</c:v>
                </c:pt>
                <c:pt idx="8152">
                  <c:v>27</c:v>
                </c:pt>
                <c:pt idx="8153">
                  <c:v>0</c:v>
                </c:pt>
                <c:pt idx="8154">
                  <c:v>48</c:v>
                </c:pt>
                <c:pt idx="8155">
                  <c:v>0</c:v>
                </c:pt>
                <c:pt idx="8156">
                  <c:v>0</c:v>
                </c:pt>
                <c:pt idx="8157">
                  <c:v>4</c:v>
                </c:pt>
                <c:pt idx="8158">
                  <c:v>0</c:v>
                </c:pt>
                <c:pt idx="8159">
                  <c:v>3</c:v>
                </c:pt>
                <c:pt idx="8160">
                  <c:v>180</c:v>
                </c:pt>
                <c:pt idx="8161">
                  <c:v>0</c:v>
                </c:pt>
                <c:pt idx="8162">
                  <c:v>19</c:v>
                </c:pt>
                <c:pt idx="8163">
                  <c:v>21</c:v>
                </c:pt>
                <c:pt idx="8164">
                  <c:v>75</c:v>
                </c:pt>
                <c:pt idx="8165">
                  <c:v>4</c:v>
                </c:pt>
                <c:pt idx="8166">
                  <c:v>7</c:v>
                </c:pt>
                <c:pt idx="8167">
                  <c:v>0</c:v>
                </c:pt>
                <c:pt idx="8168">
                  <c:v>1</c:v>
                </c:pt>
                <c:pt idx="8169">
                  <c:v>0</c:v>
                </c:pt>
                <c:pt idx="8170">
                  <c:v>0</c:v>
                </c:pt>
                <c:pt idx="8171">
                  <c:v>0</c:v>
                </c:pt>
                <c:pt idx="8172">
                  <c:v>0</c:v>
                </c:pt>
                <c:pt idx="8173">
                  <c:v>0</c:v>
                </c:pt>
                <c:pt idx="8174">
                  <c:v>0</c:v>
                </c:pt>
                <c:pt idx="8175">
                  <c:v>0</c:v>
                </c:pt>
                <c:pt idx="8176">
                  <c:v>0</c:v>
                </c:pt>
                <c:pt idx="8177">
                  <c:v>12</c:v>
                </c:pt>
                <c:pt idx="8178">
                  <c:v>0</c:v>
                </c:pt>
                <c:pt idx="8179">
                  <c:v>0</c:v>
                </c:pt>
                <c:pt idx="8180">
                  <c:v>4</c:v>
                </c:pt>
                <c:pt idx="8181">
                  <c:v>0</c:v>
                </c:pt>
                <c:pt idx="8182">
                  <c:v>0</c:v>
                </c:pt>
                <c:pt idx="8183">
                  <c:v>0</c:v>
                </c:pt>
                <c:pt idx="8184">
                  <c:v>60</c:v>
                </c:pt>
                <c:pt idx="8185">
                  <c:v>1</c:v>
                </c:pt>
                <c:pt idx="8186">
                  <c:v>0</c:v>
                </c:pt>
                <c:pt idx="8187">
                  <c:v>0</c:v>
                </c:pt>
                <c:pt idx="8188">
                  <c:v>154</c:v>
                </c:pt>
                <c:pt idx="8189">
                  <c:v>105</c:v>
                </c:pt>
                <c:pt idx="8190">
                  <c:v>7</c:v>
                </c:pt>
                <c:pt idx="8191">
                  <c:v>0</c:v>
                </c:pt>
                <c:pt idx="8192">
                  <c:v>0</c:v>
                </c:pt>
                <c:pt idx="8193">
                  <c:v>0</c:v>
                </c:pt>
                <c:pt idx="8194">
                  <c:v>450</c:v>
                </c:pt>
                <c:pt idx="8195">
                  <c:v>0</c:v>
                </c:pt>
                <c:pt idx="8196">
                  <c:v>12</c:v>
                </c:pt>
                <c:pt idx="8197">
                  <c:v>28</c:v>
                </c:pt>
                <c:pt idx="8198">
                  <c:v>0</c:v>
                </c:pt>
                <c:pt idx="8199">
                  <c:v>0</c:v>
                </c:pt>
                <c:pt idx="8200">
                  <c:v>0</c:v>
                </c:pt>
                <c:pt idx="8201">
                  <c:v>8</c:v>
                </c:pt>
                <c:pt idx="8202">
                  <c:v>0</c:v>
                </c:pt>
                <c:pt idx="8203">
                  <c:v>40</c:v>
                </c:pt>
                <c:pt idx="8204">
                  <c:v>4</c:v>
                </c:pt>
                <c:pt idx="8205">
                  <c:v>72</c:v>
                </c:pt>
                <c:pt idx="8206">
                  <c:v>0</c:v>
                </c:pt>
                <c:pt idx="8207">
                  <c:v>0</c:v>
                </c:pt>
                <c:pt idx="8208">
                  <c:v>72</c:v>
                </c:pt>
                <c:pt idx="8209">
                  <c:v>0</c:v>
                </c:pt>
                <c:pt idx="8210">
                  <c:v>14</c:v>
                </c:pt>
                <c:pt idx="8211">
                  <c:v>0</c:v>
                </c:pt>
                <c:pt idx="8212">
                  <c:v>23</c:v>
                </c:pt>
                <c:pt idx="8213">
                  <c:v>1</c:v>
                </c:pt>
                <c:pt idx="8214">
                  <c:v>7</c:v>
                </c:pt>
                <c:pt idx="8215">
                  <c:v>10</c:v>
                </c:pt>
                <c:pt idx="8216">
                  <c:v>0</c:v>
                </c:pt>
                <c:pt idx="8217">
                  <c:v>30</c:v>
                </c:pt>
                <c:pt idx="8218">
                  <c:v>0</c:v>
                </c:pt>
                <c:pt idx="8219">
                  <c:v>3</c:v>
                </c:pt>
                <c:pt idx="8220">
                  <c:v>0</c:v>
                </c:pt>
                <c:pt idx="8221">
                  <c:v>0</c:v>
                </c:pt>
                <c:pt idx="8222">
                  <c:v>66</c:v>
                </c:pt>
                <c:pt idx="8223">
                  <c:v>0</c:v>
                </c:pt>
                <c:pt idx="8224">
                  <c:v>1</c:v>
                </c:pt>
                <c:pt idx="8225">
                  <c:v>18</c:v>
                </c:pt>
                <c:pt idx="8226">
                  <c:v>8</c:v>
                </c:pt>
                <c:pt idx="8227">
                  <c:v>32</c:v>
                </c:pt>
                <c:pt idx="8228">
                  <c:v>6</c:v>
                </c:pt>
                <c:pt idx="8229">
                  <c:v>6</c:v>
                </c:pt>
                <c:pt idx="8230">
                  <c:v>1</c:v>
                </c:pt>
                <c:pt idx="8231">
                  <c:v>12</c:v>
                </c:pt>
                <c:pt idx="8232">
                  <c:v>3</c:v>
                </c:pt>
                <c:pt idx="8233">
                  <c:v>2</c:v>
                </c:pt>
                <c:pt idx="8234">
                  <c:v>98</c:v>
                </c:pt>
                <c:pt idx="8235">
                  <c:v>4</c:v>
                </c:pt>
                <c:pt idx="8236">
                  <c:v>11</c:v>
                </c:pt>
                <c:pt idx="8237">
                  <c:v>0</c:v>
                </c:pt>
                <c:pt idx="8238">
                  <c:v>0</c:v>
                </c:pt>
                <c:pt idx="8239">
                  <c:v>360</c:v>
                </c:pt>
                <c:pt idx="8240">
                  <c:v>46</c:v>
                </c:pt>
                <c:pt idx="8241">
                  <c:v>0</c:v>
                </c:pt>
                <c:pt idx="8242">
                  <c:v>0</c:v>
                </c:pt>
                <c:pt idx="8243">
                  <c:v>0</c:v>
                </c:pt>
                <c:pt idx="8244">
                  <c:v>60</c:v>
                </c:pt>
                <c:pt idx="8245">
                  <c:v>0</c:v>
                </c:pt>
                <c:pt idx="8246">
                  <c:v>3</c:v>
                </c:pt>
                <c:pt idx="8247">
                  <c:v>56</c:v>
                </c:pt>
                <c:pt idx="8248">
                  <c:v>0</c:v>
                </c:pt>
                <c:pt idx="8249">
                  <c:v>0</c:v>
                </c:pt>
                <c:pt idx="8250">
                  <c:v>7</c:v>
                </c:pt>
                <c:pt idx="8251">
                  <c:v>5</c:v>
                </c:pt>
                <c:pt idx="8252">
                  <c:v>5</c:v>
                </c:pt>
                <c:pt idx="8253">
                  <c:v>0</c:v>
                </c:pt>
                <c:pt idx="8254">
                  <c:v>10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154</c:v>
                </c:pt>
                <c:pt idx="8259">
                  <c:v>0</c:v>
                </c:pt>
                <c:pt idx="8260">
                  <c:v>0</c:v>
                </c:pt>
                <c:pt idx="8261">
                  <c:v>224</c:v>
                </c:pt>
                <c:pt idx="8262">
                  <c:v>140</c:v>
                </c:pt>
                <c:pt idx="8263">
                  <c:v>2</c:v>
                </c:pt>
                <c:pt idx="8264">
                  <c:v>5</c:v>
                </c:pt>
                <c:pt idx="8265">
                  <c:v>183</c:v>
                </c:pt>
                <c:pt idx="8266">
                  <c:v>2</c:v>
                </c:pt>
                <c:pt idx="8267">
                  <c:v>1</c:v>
                </c:pt>
                <c:pt idx="8268">
                  <c:v>0</c:v>
                </c:pt>
                <c:pt idx="8269">
                  <c:v>135</c:v>
                </c:pt>
                <c:pt idx="8270">
                  <c:v>0</c:v>
                </c:pt>
                <c:pt idx="8271">
                  <c:v>1</c:v>
                </c:pt>
                <c:pt idx="8272">
                  <c:v>118</c:v>
                </c:pt>
                <c:pt idx="8273">
                  <c:v>0</c:v>
                </c:pt>
                <c:pt idx="8274">
                  <c:v>0</c:v>
                </c:pt>
                <c:pt idx="8275">
                  <c:v>0</c:v>
                </c:pt>
                <c:pt idx="8276">
                  <c:v>180</c:v>
                </c:pt>
                <c:pt idx="8277">
                  <c:v>0</c:v>
                </c:pt>
                <c:pt idx="8278">
                  <c:v>10</c:v>
                </c:pt>
                <c:pt idx="8279">
                  <c:v>0</c:v>
                </c:pt>
                <c:pt idx="8280">
                  <c:v>0</c:v>
                </c:pt>
                <c:pt idx="8281">
                  <c:v>0</c:v>
                </c:pt>
                <c:pt idx="8282">
                  <c:v>54</c:v>
                </c:pt>
                <c:pt idx="8283">
                  <c:v>26</c:v>
                </c:pt>
                <c:pt idx="8284">
                  <c:v>0</c:v>
                </c:pt>
                <c:pt idx="8285">
                  <c:v>14</c:v>
                </c:pt>
                <c:pt idx="8286">
                  <c:v>0</c:v>
                </c:pt>
                <c:pt idx="8287">
                  <c:v>0</c:v>
                </c:pt>
                <c:pt idx="8288">
                  <c:v>16</c:v>
                </c:pt>
                <c:pt idx="8289">
                  <c:v>0</c:v>
                </c:pt>
                <c:pt idx="8290">
                  <c:v>12</c:v>
                </c:pt>
                <c:pt idx="8291">
                  <c:v>0</c:v>
                </c:pt>
                <c:pt idx="8292">
                  <c:v>0</c:v>
                </c:pt>
                <c:pt idx="8293">
                  <c:v>168</c:v>
                </c:pt>
                <c:pt idx="8294">
                  <c:v>0</c:v>
                </c:pt>
                <c:pt idx="8295">
                  <c:v>0</c:v>
                </c:pt>
                <c:pt idx="8296">
                  <c:v>0</c:v>
                </c:pt>
                <c:pt idx="8297">
                  <c:v>3</c:v>
                </c:pt>
                <c:pt idx="8298">
                  <c:v>27</c:v>
                </c:pt>
                <c:pt idx="8299">
                  <c:v>5</c:v>
                </c:pt>
                <c:pt idx="8300">
                  <c:v>6</c:v>
                </c:pt>
                <c:pt idx="8301">
                  <c:v>0</c:v>
                </c:pt>
                <c:pt idx="8302">
                  <c:v>34</c:v>
                </c:pt>
                <c:pt idx="8303">
                  <c:v>0</c:v>
                </c:pt>
                <c:pt idx="8304">
                  <c:v>240</c:v>
                </c:pt>
                <c:pt idx="8305">
                  <c:v>0</c:v>
                </c:pt>
                <c:pt idx="8306">
                  <c:v>0</c:v>
                </c:pt>
                <c:pt idx="8307">
                  <c:v>66</c:v>
                </c:pt>
                <c:pt idx="8308">
                  <c:v>20</c:v>
                </c:pt>
                <c:pt idx="8309">
                  <c:v>0</c:v>
                </c:pt>
                <c:pt idx="8310">
                  <c:v>30</c:v>
                </c:pt>
                <c:pt idx="8311">
                  <c:v>24</c:v>
                </c:pt>
                <c:pt idx="8312">
                  <c:v>18</c:v>
                </c:pt>
                <c:pt idx="8313">
                  <c:v>0</c:v>
                </c:pt>
                <c:pt idx="8314">
                  <c:v>0</c:v>
                </c:pt>
                <c:pt idx="8315">
                  <c:v>38</c:v>
                </c:pt>
                <c:pt idx="8316">
                  <c:v>0</c:v>
                </c:pt>
                <c:pt idx="8317">
                  <c:v>0</c:v>
                </c:pt>
                <c:pt idx="8318">
                  <c:v>0</c:v>
                </c:pt>
                <c:pt idx="8319">
                  <c:v>72</c:v>
                </c:pt>
                <c:pt idx="8320">
                  <c:v>4</c:v>
                </c:pt>
                <c:pt idx="8321">
                  <c:v>165</c:v>
                </c:pt>
                <c:pt idx="8322">
                  <c:v>86</c:v>
                </c:pt>
                <c:pt idx="8323">
                  <c:v>0</c:v>
                </c:pt>
                <c:pt idx="8324">
                  <c:v>280</c:v>
                </c:pt>
                <c:pt idx="8325">
                  <c:v>0</c:v>
                </c:pt>
                <c:pt idx="8326">
                  <c:v>70</c:v>
                </c:pt>
                <c:pt idx="8327">
                  <c:v>3</c:v>
                </c:pt>
                <c:pt idx="8328">
                  <c:v>0</c:v>
                </c:pt>
                <c:pt idx="8329">
                  <c:v>0</c:v>
                </c:pt>
                <c:pt idx="8330">
                  <c:v>1</c:v>
                </c:pt>
                <c:pt idx="8331">
                  <c:v>72</c:v>
                </c:pt>
                <c:pt idx="8332">
                  <c:v>40</c:v>
                </c:pt>
                <c:pt idx="8333">
                  <c:v>0</c:v>
                </c:pt>
                <c:pt idx="8334">
                  <c:v>0</c:v>
                </c:pt>
                <c:pt idx="8335">
                  <c:v>0</c:v>
                </c:pt>
                <c:pt idx="8336">
                  <c:v>0</c:v>
                </c:pt>
                <c:pt idx="8337">
                  <c:v>1</c:v>
                </c:pt>
                <c:pt idx="8338">
                  <c:v>0</c:v>
                </c:pt>
                <c:pt idx="8339">
                  <c:v>0</c:v>
                </c:pt>
                <c:pt idx="8340">
                  <c:v>40</c:v>
                </c:pt>
                <c:pt idx="8341">
                  <c:v>52</c:v>
                </c:pt>
                <c:pt idx="8342">
                  <c:v>0</c:v>
                </c:pt>
                <c:pt idx="8343">
                  <c:v>0</c:v>
                </c:pt>
                <c:pt idx="8344">
                  <c:v>0</c:v>
                </c:pt>
                <c:pt idx="8345">
                  <c:v>0</c:v>
                </c:pt>
                <c:pt idx="8346">
                  <c:v>0</c:v>
                </c:pt>
                <c:pt idx="8347">
                  <c:v>0</c:v>
                </c:pt>
                <c:pt idx="8348">
                  <c:v>0</c:v>
                </c:pt>
                <c:pt idx="8349">
                  <c:v>15</c:v>
                </c:pt>
                <c:pt idx="8350">
                  <c:v>0</c:v>
                </c:pt>
                <c:pt idx="8351">
                  <c:v>0</c:v>
                </c:pt>
                <c:pt idx="8352">
                  <c:v>60</c:v>
                </c:pt>
                <c:pt idx="8353">
                  <c:v>0</c:v>
                </c:pt>
                <c:pt idx="8354">
                  <c:v>21</c:v>
                </c:pt>
                <c:pt idx="8355">
                  <c:v>21</c:v>
                </c:pt>
                <c:pt idx="8356">
                  <c:v>210</c:v>
                </c:pt>
                <c:pt idx="8357">
                  <c:v>22</c:v>
                </c:pt>
                <c:pt idx="8358">
                  <c:v>25</c:v>
                </c:pt>
                <c:pt idx="8359">
                  <c:v>88</c:v>
                </c:pt>
                <c:pt idx="8360">
                  <c:v>0</c:v>
                </c:pt>
                <c:pt idx="8361">
                  <c:v>120</c:v>
                </c:pt>
                <c:pt idx="8362">
                  <c:v>18</c:v>
                </c:pt>
                <c:pt idx="8363">
                  <c:v>140</c:v>
                </c:pt>
                <c:pt idx="8364">
                  <c:v>0</c:v>
                </c:pt>
                <c:pt idx="8365">
                  <c:v>5</c:v>
                </c:pt>
                <c:pt idx="8366">
                  <c:v>52</c:v>
                </c:pt>
                <c:pt idx="8367">
                  <c:v>176</c:v>
                </c:pt>
                <c:pt idx="8368">
                  <c:v>6</c:v>
                </c:pt>
                <c:pt idx="8369">
                  <c:v>0</c:v>
                </c:pt>
                <c:pt idx="8370">
                  <c:v>84</c:v>
                </c:pt>
                <c:pt idx="8371">
                  <c:v>0</c:v>
                </c:pt>
                <c:pt idx="8372">
                  <c:v>0</c:v>
                </c:pt>
                <c:pt idx="8373">
                  <c:v>0</c:v>
                </c:pt>
                <c:pt idx="8374">
                  <c:v>67</c:v>
                </c:pt>
                <c:pt idx="8375">
                  <c:v>0</c:v>
                </c:pt>
                <c:pt idx="8376">
                  <c:v>112</c:v>
                </c:pt>
                <c:pt idx="8377">
                  <c:v>60</c:v>
                </c:pt>
                <c:pt idx="8378">
                  <c:v>22</c:v>
                </c:pt>
                <c:pt idx="8379">
                  <c:v>0</c:v>
                </c:pt>
                <c:pt idx="8380">
                  <c:v>14</c:v>
                </c:pt>
                <c:pt idx="8381">
                  <c:v>1</c:v>
                </c:pt>
                <c:pt idx="8382">
                  <c:v>0</c:v>
                </c:pt>
                <c:pt idx="8383">
                  <c:v>0</c:v>
                </c:pt>
                <c:pt idx="8384">
                  <c:v>0</c:v>
                </c:pt>
                <c:pt idx="8385">
                  <c:v>0</c:v>
                </c:pt>
                <c:pt idx="8386">
                  <c:v>0</c:v>
                </c:pt>
                <c:pt idx="8387">
                  <c:v>0</c:v>
                </c:pt>
                <c:pt idx="8388">
                  <c:v>1</c:v>
                </c:pt>
                <c:pt idx="8389">
                  <c:v>0</c:v>
                </c:pt>
                <c:pt idx="8390">
                  <c:v>0</c:v>
                </c:pt>
                <c:pt idx="8391">
                  <c:v>0</c:v>
                </c:pt>
                <c:pt idx="8392">
                  <c:v>30</c:v>
                </c:pt>
                <c:pt idx="8393">
                  <c:v>21</c:v>
                </c:pt>
                <c:pt idx="8394">
                  <c:v>15</c:v>
                </c:pt>
                <c:pt idx="8395">
                  <c:v>0</c:v>
                </c:pt>
                <c:pt idx="8396">
                  <c:v>40</c:v>
                </c:pt>
                <c:pt idx="8397">
                  <c:v>75</c:v>
                </c:pt>
                <c:pt idx="8398">
                  <c:v>30</c:v>
                </c:pt>
                <c:pt idx="8399">
                  <c:v>0</c:v>
                </c:pt>
                <c:pt idx="8400">
                  <c:v>60</c:v>
                </c:pt>
                <c:pt idx="8401">
                  <c:v>1</c:v>
                </c:pt>
                <c:pt idx="8402">
                  <c:v>30</c:v>
                </c:pt>
                <c:pt idx="8403">
                  <c:v>2</c:v>
                </c:pt>
                <c:pt idx="8404">
                  <c:v>690</c:v>
                </c:pt>
                <c:pt idx="8405">
                  <c:v>0</c:v>
                </c:pt>
                <c:pt idx="8406">
                  <c:v>66</c:v>
                </c:pt>
                <c:pt idx="8407">
                  <c:v>19</c:v>
                </c:pt>
                <c:pt idx="8408">
                  <c:v>0</c:v>
                </c:pt>
                <c:pt idx="8409">
                  <c:v>84</c:v>
                </c:pt>
                <c:pt idx="8410">
                  <c:v>70</c:v>
                </c:pt>
                <c:pt idx="8411">
                  <c:v>56</c:v>
                </c:pt>
                <c:pt idx="8412">
                  <c:v>90</c:v>
                </c:pt>
                <c:pt idx="8413">
                  <c:v>7</c:v>
                </c:pt>
                <c:pt idx="8414">
                  <c:v>5</c:v>
                </c:pt>
                <c:pt idx="8415">
                  <c:v>12</c:v>
                </c:pt>
                <c:pt idx="8416">
                  <c:v>3</c:v>
                </c:pt>
                <c:pt idx="8417">
                  <c:v>24</c:v>
                </c:pt>
                <c:pt idx="8418">
                  <c:v>210</c:v>
                </c:pt>
                <c:pt idx="8419">
                  <c:v>20</c:v>
                </c:pt>
                <c:pt idx="8420">
                  <c:v>0</c:v>
                </c:pt>
                <c:pt idx="8421">
                  <c:v>0</c:v>
                </c:pt>
                <c:pt idx="8422">
                  <c:v>30</c:v>
                </c:pt>
                <c:pt idx="8423">
                  <c:v>0</c:v>
                </c:pt>
                <c:pt idx="8424">
                  <c:v>0</c:v>
                </c:pt>
                <c:pt idx="8425">
                  <c:v>0</c:v>
                </c:pt>
                <c:pt idx="8426">
                  <c:v>13</c:v>
                </c:pt>
                <c:pt idx="8427">
                  <c:v>0</c:v>
                </c:pt>
                <c:pt idx="8428">
                  <c:v>0</c:v>
                </c:pt>
                <c:pt idx="8429">
                  <c:v>0</c:v>
                </c:pt>
                <c:pt idx="8430">
                  <c:v>0</c:v>
                </c:pt>
                <c:pt idx="8431">
                  <c:v>1</c:v>
                </c:pt>
                <c:pt idx="8432">
                  <c:v>24</c:v>
                </c:pt>
                <c:pt idx="8433">
                  <c:v>45</c:v>
                </c:pt>
                <c:pt idx="8434">
                  <c:v>2</c:v>
                </c:pt>
                <c:pt idx="8435">
                  <c:v>48</c:v>
                </c:pt>
                <c:pt idx="8436">
                  <c:v>0</c:v>
                </c:pt>
                <c:pt idx="8437">
                  <c:v>0</c:v>
                </c:pt>
                <c:pt idx="8438">
                  <c:v>1</c:v>
                </c:pt>
                <c:pt idx="8439">
                  <c:v>168</c:v>
                </c:pt>
                <c:pt idx="8440">
                  <c:v>0</c:v>
                </c:pt>
                <c:pt idx="8441">
                  <c:v>0</c:v>
                </c:pt>
                <c:pt idx="8442">
                  <c:v>150</c:v>
                </c:pt>
                <c:pt idx="8443">
                  <c:v>3</c:v>
                </c:pt>
                <c:pt idx="8444">
                  <c:v>4</c:v>
                </c:pt>
                <c:pt idx="8445">
                  <c:v>11</c:v>
                </c:pt>
                <c:pt idx="8446">
                  <c:v>13</c:v>
                </c:pt>
                <c:pt idx="8447">
                  <c:v>1</c:v>
                </c:pt>
                <c:pt idx="8448">
                  <c:v>0</c:v>
                </c:pt>
                <c:pt idx="8449">
                  <c:v>75</c:v>
                </c:pt>
                <c:pt idx="8450">
                  <c:v>0</c:v>
                </c:pt>
                <c:pt idx="8451">
                  <c:v>0</c:v>
                </c:pt>
                <c:pt idx="8452">
                  <c:v>0</c:v>
                </c:pt>
                <c:pt idx="8453">
                  <c:v>6</c:v>
                </c:pt>
                <c:pt idx="8454">
                  <c:v>8</c:v>
                </c:pt>
                <c:pt idx="8455">
                  <c:v>5</c:v>
                </c:pt>
                <c:pt idx="8456">
                  <c:v>2</c:v>
                </c:pt>
                <c:pt idx="8457">
                  <c:v>4</c:v>
                </c:pt>
                <c:pt idx="8458">
                  <c:v>4</c:v>
                </c:pt>
                <c:pt idx="8459">
                  <c:v>3</c:v>
                </c:pt>
                <c:pt idx="8460">
                  <c:v>46</c:v>
                </c:pt>
                <c:pt idx="8461">
                  <c:v>0</c:v>
                </c:pt>
                <c:pt idx="8462">
                  <c:v>5</c:v>
                </c:pt>
                <c:pt idx="8463">
                  <c:v>0</c:v>
                </c:pt>
                <c:pt idx="8464">
                  <c:v>72</c:v>
                </c:pt>
                <c:pt idx="8465">
                  <c:v>0</c:v>
                </c:pt>
                <c:pt idx="8466">
                  <c:v>66</c:v>
                </c:pt>
                <c:pt idx="8467">
                  <c:v>60</c:v>
                </c:pt>
                <c:pt idx="8468">
                  <c:v>0</c:v>
                </c:pt>
                <c:pt idx="8469">
                  <c:v>0</c:v>
                </c:pt>
                <c:pt idx="8470">
                  <c:v>10</c:v>
                </c:pt>
                <c:pt idx="8471">
                  <c:v>0</c:v>
                </c:pt>
                <c:pt idx="8472">
                  <c:v>0</c:v>
                </c:pt>
                <c:pt idx="8473">
                  <c:v>0</c:v>
                </c:pt>
                <c:pt idx="8474">
                  <c:v>0</c:v>
                </c:pt>
                <c:pt idx="8475">
                  <c:v>2</c:v>
                </c:pt>
                <c:pt idx="8476">
                  <c:v>0</c:v>
                </c:pt>
                <c:pt idx="8477">
                  <c:v>0</c:v>
                </c:pt>
                <c:pt idx="8478">
                  <c:v>18</c:v>
                </c:pt>
                <c:pt idx="8479">
                  <c:v>80</c:v>
                </c:pt>
                <c:pt idx="8480">
                  <c:v>180</c:v>
                </c:pt>
                <c:pt idx="8481">
                  <c:v>24</c:v>
                </c:pt>
                <c:pt idx="8482">
                  <c:v>66</c:v>
                </c:pt>
                <c:pt idx="8483">
                  <c:v>6</c:v>
                </c:pt>
                <c:pt idx="8484">
                  <c:v>34</c:v>
                </c:pt>
                <c:pt idx="8485">
                  <c:v>60</c:v>
                </c:pt>
                <c:pt idx="8486">
                  <c:v>3</c:v>
                </c:pt>
                <c:pt idx="8487">
                  <c:v>4</c:v>
                </c:pt>
                <c:pt idx="8488">
                  <c:v>0</c:v>
                </c:pt>
                <c:pt idx="8489">
                  <c:v>0</c:v>
                </c:pt>
                <c:pt idx="8490">
                  <c:v>0</c:v>
                </c:pt>
                <c:pt idx="8491">
                  <c:v>0</c:v>
                </c:pt>
                <c:pt idx="8492">
                  <c:v>0</c:v>
                </c:pt>
                <c:pt idx="8493">
                  <c:v>0</c:v>
                </c:pt>
                <c:pt idx="8494">
                  <c:v>9</c:v>
                </c:pt>
                <c:pt idx="8495">
                  <c:v>0</c:v>
                </c:pt>
                <c:pt idx="8496">
                  <c:v>12</c:v>
                </c:pt>
                <c:pt idx="8497">
                  <c:v>0</c:v>
                </c:pt>
                <c:pt idx="8498">
                  <c:v>0</c:v>
                </c:pt>
                <c:pt idx="8499">
                  <c:v>0</c:v>
                </c:pt>
                <c:pt idx="8500">
                  <c:v>0</c:v>
                </c:pt>
                <c:pt idx="8501">
                  <c:v>0</c:v>
                </c:pt>
                <c:pt idx="8502">
                  <c:v>14</c:v>
                </c:pt>
                <c:pt idx="8503">
                  <c:v>0</c:v>
                </c:pt>
                <c:pt idx="8504">
                  <c:v>1</c:v>
                </c:pt>
                <c:pt idx="8505">
                  <c:v>0</c:v>
                </c:pt>
                <c:pt idx="8506">
                  <c:v>1</c:v>
                </c:pt>
                <c:pt idx="8507">
                  <c:v>0</c:v>
                </c:pt>
                <c:pt idx="8508">
                  <c:v>0</c:v>
                </c:pt>
                <c:pt idx="8509">
                  <c:v>54</c:v>
                </c:pt>
                <c:pt idx="8510">
                  <c:v>0</c:v>
                </c:pt>
                <c:pt idx="8511">
                  <c:v>0</c:v>
                </c:pt>
                <c:pt idx="8512">
                  <c:v>8</c:v>
                </c:pt>
                <c:pt idx="8513">
                  <c:v>0</c:v>
                </c:pt>
                <c:pt idx="8514">
                  <c:v>0</c:v>
                </c:pt>
                <c:pt idx="8515">
                  <c:v>46</c:v>
                </c:pt>
                <c:pt idx="8516">
                  <c:v>0</c:v>
                </c:pt>
                <c:pt idx="8517">
                  <c:v>0</c:v>
                </c:pt>
                <c:pt idx="8518">
                  <c:v>0</c:v>
                </c:pt>
                <c:pt idx="8519">
                  <c:v>0</c:v>
                </c:pt>
                <c:pt idx="8520">
                  <c:v>36</c:v>
                </c:pt>
                <c:pt idx="8521">
                  <c:v>0</c:v>
                </c:pt>
                <c:pt idx="8522">
                  <c:v>0</c:v>
                </c:pt>
                <c:pt idx="8523">
                  <c:v>2</c:v>
                </c:pt>
                <c:pt idx="8524">
                  <c:v>0</c:v>
                </c:pt>
                <c:pt idx="8525">
                  <c:v>0</c:v>
                </c:pt>
                <c:pt idx="8526">
                  <c:v>34</c:v>
                </c:pt>
                <c:pt idx="8527">
                  <c:v>0</c:v>
                </c:pt>
                <c:pt idx="8528">
                  <c:v>6</c:v>
                </c:pt>
                <c:pt idx="8529">
                  <c:v>2</c:v>
                </c:pt>
                <c:pt idx="8530">
                  <c:v>5</c:v>
                </c:pt>
                <c:pt idx="8531">
                  <c:v>49</c:v>
                </c:pt>
                <c:pt idx="8532">
                  <c:v>0</c:v>
                </c:pt>
                <c:pt idx="8533">
                  <c:v>0</c:v>
                </c:pt>
                <c:pt idx="8534">
                  <c:v>60</c:v>
                </c:pt>
                <c:pt idx="8535">
                  <c:v>0</c:v>
                </c:pt>
                <c:pt idx="8536">
                  <c:v>35</c:v>
                </c:pt>
                <c:pt idx="8537">
                  <c:v>18</c:v>
                </c:pt>
                <c:pt idx="8538">
                  <c:v>0</c:v>
                </c:pt>
                <c:pt idx="8539">
                  <c:v>200</c:v>
                </c:pt>
                <c:pt idx="8540">
                  <c:v>0</c:v>
                </c:pt>
                <c:pt idx="8541">
                  <c:v>2</c:v>
                </c:pt>
                <c:pt idx="8542">
                  <c:v>0</c:v>
                </c:pt>
                <c:pt idx="8543">
                  <c:v>0</c:v>
                </c:pt>
                <c:pt idx="8544">
                  <c:v>9</c:v>
                </c:pt>
                <c:pt idx="8545">
                  <c:v>0</c:v>
                </c:pt>
                <c:pt idx="8546">
                  <c:v>0</c:v>
                </c:pt>
                <c:pt idx="8547">
                  <c:v>0</c:v>
                </c:pt>
                <c:pt idx="8548">
                  <c:v>0</c:v>
                </c:pt>
                <c:pt idx="8549">
                  <c:v>180</c:v>
                </c:pt>
                <c:pt idx="8550">
                  <c:v>1</c:v>
                </c:pt>
                <c:pt idx="8551">
                  <c:v>56</c:v>
                </c:pt>
                <c:pt idx="8552">
                  <c:v>0</c:v>
                </c:pt>
                <c:pt idx="8553">
                  <c:v>0</c:v>
                </c:pt>
                <c:pt idx="8554">
                  <c:v>30</c:v>
                </c:pt>
                <c:pt idx="8555">
                  <c:v>0</c:v>
                </c:pt>
                <c:pt idx="8556">
                  <c:v>60</c:v>
                </c:pt>
                <c:pt idx="8557">
                  <c:v>15</c:v>
                </c:pt>
                <c:pt idx="8558">
                  <c:v>180</c:v>
                </c:pt>
                <c:pt idx="8559">
                  <c:v>4</c:v>
                </c:pt>
                <c:pt idx="8560">
                  <c:v>0</c:v>
                </c:pt>
                <c:pt idx="8561">
                  <c:v>6</c:v>
                </c:pt>
                <c:pt idx="8562">
                  <c:v>0</c:v>
                </c:pt>
                <c:pt idx="8563">
                  <c:v>40</c:v>
                </c:pt>
                <c:pt idx="8564">
                  <c:v>0</c:v>
                </c:pt>
                <c:pt idx="8565">
                  <c:v>0</c:v>
                </c:pt>
                <c:pt idx="8566">
                  <c:v>150</c:v>
                </c:pt>
                <c:pt idx="8567">
                  <c:v>0</c:v>
                </c:pt>
                <c:pt idx="8568">
                  <c:v>18</c:v>
                </c:pt>
                <c:pt idx="8569">
                  <c:v>84</c:v>
                </c:pt>
                <c:pt idx="8570">
                  <c:v>60</c:v>
                </c:pt>
                <c:pt idx="8571">
                  <c:v>0</c:v>
                </c:pt>
                <c:pt idx="8572">
                  <c:v>0</c:v>
                </c:pt>
                <c:pt idx="8573">
                  <c:v>5</c:v>
                </c:pt>
                <c:pt idx="8574">
                  <c:v>0</c:v>
                </c:pt>
                <c:pt idx="8575">
                  <c:v>0</c:v>
                </c:pt>
                <c:pt idx="8576">
                  <c:v>56</c:v>
                </c:pt>
                <c:pt idx="8577">
                  <c:v>90</c:v>
                </c:pt>
                <c:pt idx="8578">
                  <c:v>5</c:v>
                </c:pt>
                <c:pt idx="8579">
                  <c:v>25</c:v>
                </c:pt>
                <c:pt idx="8580">
                  <c:v>86</c:v>
                </c:pt>
                <c:pt idx="8581">
                  <c:v>0</c:v>
                </c:pt>
                <c:pt idx="8582">
                  <c:v>0</c:v>
                </c:pt>
                <c:pt idx="8583">
                  <c:v>84</c:v>
                </c:pt>
                <c:pt idx="8584">
                  <c:v>0</c:v>
                </c:pt>
                <c:pt idx="8585">
                  <c:v>0</c:v>
                </c:pt>
                <c:pt idx="8586">
                  <c:v>0</c:v>
                </c:pt>
                <c:pt idx="8587">
                  <c:v>30</c:v>
                </c:pt>
                <c:pt idx="8588">
                  <c:v>64</c:v>
                </c:pt>
                <c:pt idx="8589">
                  <c:v>150</c:v>
                </c:pt>
                <c:pt idx="8590">
                  <c:v>17</c:v>
                </c:pt>
                <c:pt idx="8591">
                  <c:v>0</c:v>
                </c:pt>
                <c:pt idx="8592">
                  <c:v>10</c:v>
                </c:pt>
                <c:pt idx="8593">
                  <c:v>0</c:v>
                </c:pt>
                <c:pt idx="8594">
                  <c:v>0</c:v>
                </c:pt>
                <c:pt idx="8595">
                  <c:v>0</c:v>
                </c:pt>
                <c:pt idx="8596">
                  <c:v>0</c:v>
                </c:pt>
                <c:pt idx="8597">
                  <c:v>0</c:v>
                </c:pt>
                <c:pt idx="8598">
                  <c:v>10</c:v>
                </c:pt>
                <c:pt idx="8599">
                  <c:v>28</c:v>
                </c:pt>
                <c:pt idx="8600">
                  <c:v>6</c:v>
                </c:pt>
                <c:pt idx="8601">
                  <c:v>12</c:v>
                </c:pt>
                <c:pt idx="8602">
                  <c:v>0</c:v>
                </c:pt>
                <c:pt idx="8603">
                  <c:v>45</c:v>
                </c:pt>
                <c:pt idx="8604">
                  <c:v>0</c:v>
                </c:pt>
                <c:pt idx="8605">
                  <c:v>0</c:v>
                </c:pt>
                <c:pt idx="8606">
                  <c:v>0</c:v>
                </c:pt>
                <c:pt idx="8607">
                  <c:v>9</c:v>
                </c:pt>
                <c:pt idx="8608">
                  <c:v>125</c:v>
                </c:pt>
                <c:pt idx="8609">
                  <c:v>168</c:v>
                </c:pt>
                <c:pt idx="8610">
                  <c:v>0</c:v>
                </c:pt>
                <c:pt idx="8611">
                  <c:v>50</c:v>
                </c:pt>
                <c:pt idx="8612">
                  <c:v>0</c:v>
                </c:pt>
                <c:pt idx="8613">
                  <c:v>0</c:v>
                </c:pt>
                <c:pt idx="8614">
                  <c:v>0</c:v>
                </c:pt>
                <c:pt idx="8615">
                  <c:v>0</c:v>
                </c:pt>
                <c:pt idx="8616">
                  <c:v>0</c:v>
                </c:pt>
                <c:pt idx="8617">
                  <c:v>0</c:v>
                </c:pt>
                <c:pt idx="8618">
                  <c:v>0</c:v>
                </c:pt>
                <c:pt idx="8619">
                  <c:v>0</c:v>
                </c:pt>
                <c:pt idx="8620">
                  <c:v>20</c:v>
                </c:pt>
                <c:pt idx="8621">
                  <c:v>0</c:v>
                </c:pt>
                <c:pt idx="8622">
                  <c:v>0</c:v>
                </c:pt>
                <c:pt idx="8623">
                  <c:v>0</c:v>
                </c:pt>
                <c:pt idx="8624">
                  <c:v>80</c:v>
                </c:pt>
                <c:pt idx="8625">
                  <c:v>57</c:v>
                </c:pt>
                <c:pt idx="8626">
                  <c:v>60</c:v>
                </c:pt>
                <c:pt idx="8627">
                  <c:v>0</c:v>
                </c:pt>
                <c:pt idx="8628">
                  <c:v>0</c:v>
                </c:pt>
                <c:pt idx="8629">
                  <c:v>0</c:v>
                </c:pt>
                <c:pt idx="8630">
                  <c:v>0</c:v>
                </c:pt>
                <c:pt idx="8631">
                  <c:v>300</c:v>
                </c:pt>
                <c:pt idx="8632">
                  <c:v>180</c:v>
                </c:pt>
                <c:pt idx="8633">
                  <c:v>0</c:v>
                </c:pt>
                <c:pt idx="8634">
                  <c:v>100</c:v>
                </c:pt>
                <c:pt idx="8635">
                  <c:v>6</c:v>
                </c:pt>
                <c:pt idx="8636">
                  <c:v>0</c:v>
                </c:pt>
                <c:pt idx="8637">
                  <c:v>0</c:v>
                </c:pt>
                <c:pt idx="8638">
                  <c:v>0</c:v>
                </c:pt>
                <c:pt idx="8639">
                  <c:v>0</c:v>
                </c:pt>
                <c:pt idx="8640">
                  <c:v>27</c:v>
                </c:pt>
                <c:pt idx="8641">
                  <c:v>0</c:v>
                </c:pt>
                <c:pt idx="8642">
                  <c:v>0</c:v>
                </c:pt>
                <c:pt idx="8643">
                  <c:v>0</c:v>
                </c:pt>
                <c:pt idx="8644">
                  <c:v>60</c:v>
                </c:pt>
                <c:pt idx="8645">
                  <c:v>3</c:v>
                </c:pt>
                <c:pt idx="8646">
                  <c:v>0</c:v>
                </c:pt>
                <c:pt idx="8647">
                  <c:v>190</c:v>
                </c:pt>
                <c:pt idx="8648">
                  <c:v>30</c:v>
                </c:pt>
                <c:pt idx="8649">
                  <c:v>0</c:v>
                </c:pt>
                <c:pt idx="8650">
                  <c:v>0</c:v>
                </c:pt>
                <c:pt idx="8651">
                  <c:v>8</c:v>
                </c:pt>
                <c:pt idx="8652">
                  <c:v>0</c:v>
                </c:pt>
                <c:pt idx="8653">
                  <c:v>10</c:v>
                </c:pt>
                <c:pt idx="8654">
                  <c:v>117</c:v>
                </c:pt>
                <c:pt idx="8655">
                  <c:v>0</c:v>
                </c:pt>
                <c:pt idx="8656">
                  <c:v>0</c:v>
                </c:pt>
                <c:pt idx="8657">
                  <c:v>0</c:v>
                </c:pt>
                <c:pt idx="8658">
                  <c:v>0</c:v>
                </c:pt>
                <c:pt idx="8659">
                  <c:v>84</c:v>
                </c:pt>
                <c:pt idx="8660">
                  <c:v>0</c:v>
                </c:pt>
                <c:pt idx="8661">
                  <c:v>0</c:v>
                </c:pt>
                <c:pt idx="8662">
                  <c:v>0</c:v>
                </c:pt>
                <c:pt idx="8663">
                  <c:v>0</c:v>
                </c:pt>
                <c:pt idx="8664">
                  <c:v>0</c:v>
                </c:pt>
                <c:pt idx="8665">
                  <c:v>70</c:v>
                </c:pt>
                <c:pt idx="8666">
                  <c:v>0</c:v>
                </c:pt>
                <c:pt idx="8667">
                  <c:v>0</c:v>
                </c:pt>
                <c:pt idx="8668">
                  <c:v>0</c:v>
                </c:pt>
                <c:pt idx="8669">
                  <c:v>0</c:v>
                </c:pt>
                <c:pt idx="8670">
                  <c:v>0</c:v>
                </c:pt>
                <c:pt idx="8671">
                  <c:v>0</c:v>
                </c:pt>
                <c:pt idx="8672">
                  <c:v>0</c:v>
                </c:pt>
                <c:pt idx="8673">
                  <c:v>0</c:v>
                </c:pt>
                <c:pt idx="8674">
                  <c:v>0</c:v>
                </c:pt>
                <c:pt idx="8675">
                  <c:v>0</c:v>
                </c:pt>
                <c:pt idx="8676">
                  <c:v>10</c:v>
                </c:pt>
                <c:pt idx="8677">
                  <c:v>0</c:v>
                </c:pt>
                <c:pt idx="8678">
                  <c:v>0</c:v>
                </c:pt>
                <c:pt idx="8679">
                  <c:v>3</c:v>
                </c:pt>
                <c:pt idx="8680">
                  <c:v>0</c:v>
                </c:pt>
                <c:pt idx="8681">
                  <c:v>0</c:v>
                </c:pt>
                <c:pt idx="8682">
                  <c:v>0</c:v>
                </c:pt>
                <c:pt idx="8683">
                  <c:v>50</c:v>
                </c:pt>
                <c:pt idx="8684">
                  <c:v>0</c:v>
                </c:pt>
                <c:pt idx="8685">
                  <c:v>8</c:v>
                </c:pt>
                <c:pt idx="8686">
                  <c:v>60</c:v>
                </c:pt>
                <c:pt idx="8687">
                  <c:v>0</c:v>
                </c:pt>
                <c:pt idx="8688">
                  <c:v>0</c:v>
                </c:pt>
                <c:pt idx="8689">
                  <c:v>0</c:v>
                </c:pt>
                <c:pt idx="8690">
                  <c:v>0</c:v>
                </c:pt>
                <c:pt idx="8691">
                  <c:v>7</c:v>
                </c:pt>
                <c:pt idx="8692">
                  <c:v>0</c:v>
                </c:pt>
                <c:pt idx="8693">
                  <c:v>6</c:v>
                </c:pt>
                <c:pt idx="8694">
                  <c:v>10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7</c:v>
                </c:pt>
                <c:pt idx="8699">
                  <c:v>1</c:v>
                </c:pt>
                <c:pt idx="8700">
                  <c:v>0</c:v>
                </c:pt>
                <c:pt idx="8701">
                  <c:v>0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6</c:v>
                </c:pt>
                <c:pt idx="8707">
                  <c:v>0</c:v>
                </c:pt>
                <c:pt idx="8708">
                  <c:v>0</c:v>
                </c:pt>
                <c:pt idx="8709">
                  <c:v>0</c:v>
                </c:pt>
                <c:pt idx="8710">
                  <c:v>0</c:v>
                </c:pt>
                <c:pt idx="8711">
                  <c:v>9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0</c:v>
                </c:pt>
                <c:pt idx="8716">
                  <c:v>0</c:v>
                </c:pt>
                <c:pt idx="8717">
                  <c:v>30</c:v>
                </c:pt>
                <c:pt idx="8718">
                  <c:v>140</c:v>
                </c:pt>
                <c:pt idx="8719">
                  <c:v>0</c:v>
                </c:pt>
                <c:pt idx="8720">
                  <c:v>0</c:v>
                </c:pt>
                <c:pt idx="8721">
                  <c:v>0</c:v>
                </c:pt>
                <c:pt idx="8722">
                  <c:v>1</c:v>
                </c:pt>
                <c:pt idx="8723">
                  <c:v>1</c:v>
                </c:pt>
                <c:pt idx="8724">
                  <c:v>0</c:v>
                </c:pt>
                <c:pt idx="8725">
                  <c:v>30</c:v>
                </c:pt>
                <c:pt idx="8726">
                  <c:v>180</c:v>
                </c:pt>
                <c:pt idx="8727">
                  <c:v>0</c:v>
                </c:pt>
                <c:pt idx="8728">
                  <c:v>60</c:v>
                </c:pt>
                <c:pt idx="8729">
                  <c:v>0</c:v>
                </c:pt>
                <c:pt idx="8730">
                  <c:v>0</c:v>
                </c:pt>
                <c:pt idx="8731">
                  <c:v>1</c:v>
                </c:pt>
                <c:pt idx="8732">
                  <c:v>0</c:v>
                </c:pt>
                <c:pt idx="8733">
                  <c:v>66</c:v>
                </c:pt>
                <c:pt idx="8734">
                  <c:v>0</c:v>
                </c:pt>
                <c:pt idx="8735">
                  <c:v>0</c:v>
                </c:pt>
                <c:pt idx="8736">
                  <c:v>0</c:v>
                </c:pt>
                <c:pt idx="8737">
                  <c:v>8</c:v>
                </c:pt>
                <c:pt idx="8738">
                  <c:v>0</c:v>
                </c:pt>
                <c:pt idx="8739">
                  <c:v>15</c:v>
                </c:pt>
                <c:pt idx="8740">
                  <c:v>16</c:v>
                </c:pt>
                <c:pt idx="8741">
                  <c:v>84</c:v>
                </c:pt>
                <c:pt idx="8742">
                  <c:v>1</c:v>
                </c:pt>
                <c:pt idx="8743">
                  <c:v>0</c:v>
                </c:pt>
                <c:pt idx="8744">
                  <c:v>0</c:v>
                </c:pt>
                <c:pt idx="8745">
                  <c:v>0</c:v>
                </c:pt>
                <c:pt idx="8746">
                  <c:v>0</c:v>
                </c:pt>
                <c:pt idx="8747">
                  <c:v>1</c:v>
                </c:pt>
                <c:pt idx="8748">
                  <c:v>4</c:v>
                </c:pt>
                <c:pt idx="8749">
                  <c:v>5</c:v>
                </c:pt>
                <c:pt idx="8750">
                  <c:v>45</c:v>
                </c:pt>
                <c:pt idx="8751">
                  <c:v>0</c:v>
                </c:pt>
                <c:pt idx="8752">
                  <c:v>0</c:v>
                </c:pt>
                <c:pt idx="8753">
                  <c:v>1</c:v>
                </c:pt>
                <c:pt idx="8754">
                  <c:v>0</c:v>
                </c:pt>
                <c:pt idx="8755">
                  <c:v>0</c:v>
                </c:pt>
                <c:pt idx="8756">
                  <c:v>2</c:v>
                </c:pt>
                <c:pt idx="8757">
                  <c:v>0</c:v>
                </c:pt>
                <c:pt idx="8758">
                  <c:v>2</c:v>
                </c:pt>
                <c:pt idx="8759">
                  <c:v>148</c:v>
                </c:pt>
                <c:pt idx="8760">
                  <c:v>2</c:v>
                </c:pt>
                <c:pt idx="8761">
                  <c:v>52</c:v>
                </c:pt>
                <c:pt idx="8762">
                  <c:v>5</c:v>
                </c:pt>
                <c:pt idx="8763">
                  <c:v>42</c:v>
                </c:pt>
                <c:pt idx="8764">
                  <c:v>9</c:v>
                </c:pt>
                <c:pt idx="8765">
                  <c:v>6</c:v>
                </c:pt>
                <c:pt idx="8766">
                  <c:v>0</c:v>
                </c:pt>
                <c:pt idx="8767">
                  <c:v>18</c:v>
                </c:pt>
                <c:pt idx="8768">
                  <c:v>0</c:v>
                </c:pt>
                <c:pt idx="8769">
                  <c:v>2</c:v>
                </c:pt>
                <c:pt idx="8770">
                  <c:v>0</c:v>
                </c:pt>
                <c:pt idx="8771">
                  <c:v>0</c:v>
                </c:pt>
                <c:pt idx="8772">
                  <c:v>0</c:v>
                </c:pt>
                <c:pt idx="8773">
                  <c:v>0</c:v>
                </c:pt>
                <c:pt idx="8774">
                  <c:v>0</c:v>
                </c:pt>
                <c:pt idx="8775">
                  <c:v>32</c:v>
                </c:pt>
                <c:pt idx="8776">
                  <c:v>0</c:v>
                </c:pt>
                <c:pt idx="8777">
                  <c:v>0</c:v>
                </c:pt>
                <c:pt idx="8778">
                  <c:v>43</c:v>
                </c:pt>
                <c:pt idx="8779">
                  <c:v>0</c:v>
                </c:pt>
                <c:pt idx="8780">
                  <c:v>0</c:v>
                </c:pt>
                <c:pt idx="8781">
                  <c:v>0</c:v>
                </c:pt>
                <c:pt idx="8782">
                  <c:v>0</c:v>
                </c:pt>
                <c:pt idx="8783">
                  <c:v>203</c:v>
                </c:pt>
                <c:pt idx="8784">
                  <c:v>16</c:v>
                </c:pt>
                <c:pt idx="8785">
                  <c:v>3</c:v>
                </c:pt>
                <c:pt idx="8786">
                  <c:v>14</c:v>
                </c:pt>
                <c:pt idx="8787">
                  <c:v>36</c:v>
                </c:pt>
                <c:pt idx="8788">
                  <c:v>84</c:v>
                </c:pt>
                <c:pt idx="8789">
                  <c:v>4</c:v>
                </c:pt>
                <c:pt idx="8790">
                  <c:v>0</c:v>
                </c:pt>
                <c:pt idx="8791">
                  <c:v>0</c:v>
                </c:pt>
                <c:pt idx="8792">
                  <c:v>0</c:v>
                </c:pt>
                <c:pt idx="8793">
                  <c:v>0</c:v>
                </c:pt>
                <c:pt idx="8794">
                  <c:v>0</c:v>
                </c:pt>
                <c:pt idx="8795">
                  <c:v>87</c:v>
                </c:pt>
                <c:pt idx="8796">
                  <c:v>150</c:v>
                </c:pt>
                <c:pt idx="8797">
                  <c:v>145</c:v>
                </c:pt>
                <c:pt idx="8798">
                  <c:v>0</c:v>
                </c:pt>
                <c:pt idx="8799">
                  <c:v>0</c:v>
                </c:pt>
                <c:pt idx="8800">
                  <c:v>0</c:v>
                </c:pt>
                <c:pt idx="8801">
                  <c:v>0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0</c:v>
                </c:pt>
                <c:pt idx="8806">
                  <c:v>0</c:v>
                </c:pt>
                <c:pt idx="8807">
                  <c:v>120</c:v>
                </c:pt>
                <c:pt idx="8808">
                  <c:v>0</c:v>
                </c:pt>
                <c:pt idx="8809">
                  <c:v>0</c:v>
                </c:pt>
                <c:pt idx="8810">
                  <c:v>0</c:v>
                </c:pt>
                <c:pt idx="8811">
                  <c:v>1</c:v>
                </c:pt>
                <c:pt idx="8812">
                  <c:v>1</c:v>
                </c:pt>
                <c:pt idx="8813">
                  <c:v>1</c:v>
                </c:pt>
                <c:pt idx="8814">
                  <c:v>1</c:v>
                </c:pt>
                <c:pt idx="8815">
                  <c:v>0</c:v>
                </c:pt>
                <c:pt idx="8816">
                  <c:v>15</c:v>
                </c:pt>
                <c:pt idx="8817">
                  <c:v>0</c:v>
                </c:pt>
                <c:pt idx="8818">
                  <c:v>0</c:v>
                </c:pt>
                <c:pt idx="8819">
                  <c:v>3</c:v>
                </c:pt>
                <c:pt idx="8820">
                  <c:v>0</c:v>
                </c:pt>
                <c:pt idx="8821">
                  <c:v>19</c:v>
                </c:pt>
                <c:pt idx="8822">
                  <c:v>1</c:v>
                </c:pt>
                <c:pt idx="8823">
                  <c:v>35</c:v>
                </c:pt>
                <c:pt idx="8824">
                  <c:v>0</c:v>
                </c:pt>
                <c:pt idx="8825">
                  <c:v>2</c:v>
                </c:pt>
                <c:pt idx="8826">
                  <c:v>0</c:v>
                </c:pt>
                <c:pt idx="8827">
                  <c:v>0</c:v>
                </c:pt>
                <c:pt idx="8828">
                  <c:v>0</c:v>
                </c:pt>
                <c:pt idx="8829">
                  <c:v>19</c:v>
                </c:pt>
                <c:pt idx="8830">
                  <c:v>2</c:v>
                </c:pt>
                <c:pt idx="8831">
                  <c:v>26</c:v>
                </c:pt>
                <c:pt idx="8832">
                  <c:v>0</c:v>
                </c:pt>
                <c:pt idx="8833">
                  <c:v>49</c:v>
                </c:pt>
                <c:pt idx="8834">
                  <c:v>84</c:v>
                </c:pt>
                <c:pt idx="8835">
                  <c:v>19</c:v>
                </c:pt>
                <c:pt idx="8836">
                  <c:v>5</c:v>
                </c:pt>
                <c:pt idx="8837">
                  <c:v>12</c:v>
                </c:pt>
                <c:pt idx="8838">
                  <c:v>0</c:v>
                </c:pt>
                <c:pt idx="8839">
                  <c:v>0</c:v>
                </c:pt>
                <c:pt idx="8840">
                  <c:v>21</c:v>
                </c:pt>
                <c:pt idx="8841">
                  <c:v>48</c:v>
                </c:pt>
                <c:pt idx="8842">
                  <c:v>13</c:v>
                </c:pt>
                <c:pt idx="8843">
                  <c:v>0</c:v>
                </c:pt>
                <c:pt idx="8844">
                  <c:v>0</c:v>
                </c:pt>
                <c:pt idx="8845">
                  <c:v>0</c:v>
                </c:pt>
                <c:pt idx="8846">
                  <c:v>0</c:v>
                </c:pt>
                <c:pt idx="8847">
                  <c:v>210</c:v>
                </c:pt>
                <c:pt idx="8848">
                  <c:v>2</c:v>
                </c:pt>
                <c:pt idx="8849">
                  <c:v>88</c:v>
                </c:pt>
                <c:pt idx="8850">
                  <c:v>3</c:v>
                </c:pt>
                <c:pt idx="8851">
                  <c:v>180</c:v>
                </c:pt>
                <c:pt idx="8852">
                  <c:v>0</c:v>
                </c:pt>
                <c:pt idx="8853">
                  <c:v>0</c:v>
                </c:pt>
                <c:pt idx="8854">
                  <c:v>294</c:v>
                </c:pt>
                <c:pt idx="8855">
                  <c:v>0</c:v>
                </c:pt>
                <c:pt idx="8856">
                  <c:v>42</c:v>
                </c:pt>
                <c:pt idx="8857">
                  <c:v>14</c:v>
                </c:pt>
                <c:pt idx="8858">
                  <c:v>720</c:v>
                </c:pt>
                <c:pt idx="8859">
                  <c:v>138</c:v>
                </c:pt>
                <c:pt idx="8860">
                  <c:v>0</c:v>
                </c:pt>
                <c:pt idx="8861">
                  <c:v>0</c:v>
                </c:pt>
                <c:pt idx="8862">
                  <c:v>0</c:v>
                </c:pt>
                <c:pt idx="8863">
                  <c:v>0</c:v>
                </c:pt>
                <c:pt idx="8864">
                  <c:v>0</c:v>
                </c:pt>
                <c:pt idx="8865">
                  <c:v>0</c:v>
                </c:pt>
                <c:pt idx="8866">
                  <c:v>0</c:v>
                </c:pt>
                <c:pt idx="8867">
                  <c:v>0</c:v>
                </c:pt>
                <c:pt idx="8868">
                  <c:v>8</c:v>
                </c:pt>
                <c:pt idx="8869">
                  <c:v>0</c:v>
                </c:pt>
                <c:pt idx="8870">
                  <c:v>84</c:v>
                </c:pt>
                <c:pt idx="8871">
                  <c:v>196</c:v>
                </c:pt>
                <c:pt idx="8872">
                  <c:v>0</c:v>
                </c:pt>
                <c:pt idx="8873">
                  <c:v>0</c:v>
                </c:pt>
                <c:pt idx="8874">
                  <c:v>0</c:v>
                </c:pt>
                <c:pt idx="8875">
                  <c:v>0</c:v>
                </c:pt>
                <c:pt idx="8876">
                  <c:v>1</c:v>
                </c:pt>
                <c:pt idx="8877">
                  <c:v>0</c:v>
                </c:pt>
                <c:pt idx="8878">
                  <c:v>3</c:v>
                </c:pt>
                <c:pt idx="8879">
                  <c:v>0</c:v>
                </c:pt>
                <c:pt idx="8880">
                  <c:v>0</c:v>
                </c:pt>
                <c:pt idx="8881">
                  <c:v>2</c:v>
                </c:pt>
                <c:pt idx="8882">
                  <c:v>13</c:v>
                </c:pt>
                <c:pt idx="8883">
                  <c:v>30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34</c:v>
                </c:pt>
                <c:pt idx="8889">
                  <c:v>0</c:v>
                </c:pt>
                <c:pt idx="8890">
                  <c:v>0</c:v>
                </c:pt>
                <c:pt idx="8891">
                  <c:v>6</c:v>
                </c:pt>
                <c:pt idx="8892">
                  <c:v>0</c:v>
                </c:pt>
                <c:pt idx="8893">
                  <c:v>4</c:v>
                </c:pt>
                <c:pt idx="8894">
                  <c:v>3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60</c:v>
                </c:pt>
                <c:pt idx="8905">
                  <c:v>0</c:v>
                </c:pt>
                <c:pt idx="8906">
                  <c:v>0</c:v>
                </c:pt>
                <c:pt idx="8907">
                  <c:v>24</c:v>
                </c:pt>
                <c:pt idx="8908">
                  <c:v>0</c:v>
                </c:pt>
                <c:pt idx="8909">
                  <c:v>0</c:v>
                </c:pt>
                <c:pt idx="8910">
                  <c:v>1</c:v>
                </c:pt>
                <c:pt idx="8911">
                  <c:v>2</c:v>
                </c:pt>
                <c:pt idx="8912">
                  <c:v>0</c:v>
                </c:pt>
                <c:pt idx="8913">
                  <c:v>2</c:v>
                </c:pt>
                <c:pt idx="8914">
                  <c:v>0</c:v>
                </c:pt>
                <c:pt idx="8915">
                  <c:v>300</c:v>
                </c:pt>
                <c:pt idx="8916">
                  <c:v>30</c:v>
                </c:pt>
                <c:pt idx="8917">
                  <c:v>90</c:v>
                </c:pt>
                <c:pt idx="8918">
                  <c:v>0</c:v>
                </c:pt>
                <c:pt idx="8919">
                  <c:v>0</c:v>
                </c:pt>
                <c:pt idx="8920">
                  <c:v>140</c:v>
                </c:pt>
                <c:pt idx="8921">
                  <c:v>0</c:v>
                </c:pt>
                <c:pt idx="8922">
                  <c:v>0</c:v>
                </c:pt>
                <c:pt idx="8923">
                  <c:v>0</c:v>
                </c:pt>
                <c:pt idx="8924">
                  <c:v>1</c:v>
                </c:pt>
                <c:pt idx="8925">
                  <c:v>0</c:v>
                </c:pt>
                <c:pt idx="8926">
                  <c:v>0</c:v>
                </c:pt>
                <c:pt idx="8927">
                  <c:v>52</c:v>
                </c:pt>
                <c:pt idx="8928">
                  <c:v>126</c:v>
                </c:pt>
                <c:pt idx="8929">
                  <c:v>0</c:v>
                </c:pt>
                <c:pt idx="8930">
                  <c:v>45</c:v>
                </c:pt>
                <c:pt idx="8931">
                  <c:v>0</c:v>
                </c:pt>
                <c:pt idx="8932">
                  <c:v>10</c:v>
                </c:pt>
                <c:pt idx="8933">
                  <c:v>0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0</c:v>
                </c:pt>
                <c:pt idx="8938">
                  <c:v>0</c:v>
                </c:pt>
                <c:pt idx="8939">
                  <c:v>0</c:v>
                </c:pt>
                <c:pt idx="8940">
                  <c:v>2</c:v>
                </c:pt>
                <c:pt idx="8941">
                  <c:v>1</c:v>
                </c:pt>
                <c:pt idx="8942">
                  <c:v>0</c:v>
                </c:pt>
                <c:pt idx="8943">
                  <c:v>0</c:v>
                </c:pt>
                <c:pt idx="8944">
                  <c:v>0</c:v>
                </c:pt>
                <c:pt idx="8945">
                  <c:v>2</c:v>
                </c:pt>
                <c:pt idx="8946">
                  <c:v>11</c:v>
                </c:pt>
                <c:pt idx="8947">
                  <c:v>0</c:v>
                </c:pt>
                <c:pt idx="8948">
                  <c:v>1</c:v>
                </c:pt>
                <c:pt idx="8949">
                  <c:v>0</c:v>
                </c:pt>
                <c:pt idx="8950">
                  <c:v>0</c:v>
                </c:pt>
                <c:pt idx="8951">
                  <c:v>0</c:v>
                </c:pt>
                <c:pt idx="8952">
                  <c:v>0</c:v>
                </c:pt>
                <c:pt idx="8953">
                  <c:v>0</c:v>
                </c:pt>
                <c:pt idx="8954">
                  <c:v>0</c:v>
                </c:pt>
                <c:pt idx="8955">
                  <c:v>0</c:v>
                </c:pt>
                <c:pt idx="8956">
                  <c:v>0</c:v>
                </c:pt>
                <c:pt idx="8957">
                  <c:v>2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2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0</c:v>
                </c:pt>
                <c:pt idx="8969">
                  <c:v>0</c:v>
                </c:pt>
                <c:pt idx="8970">
                  <c:v>30</c:v>
                </c:pt>
                <c:pt idx="8971">
                  <c:v>45</c:v>
                </c:pt>
                <c:pt idx="8972">
                  <c:v>14</c:v>
                </c:pt>
                <c:pt idx="8973">
                  <c:v>70</c:v>
                </c:pt>
                <c:pt idx="8974">
                  <c:v>7</c:v>
                </c:pt>
                <c:pt idx="8975">
                  <c:v>128</c:v>
                </c:pt>
                <c:pt idx="8976">
                  <c:v>0</c:v>
                </c:pt>
                <c:pt idx="8977">
                  <c:v>0</c:v>
                </c:pt>
                <c:pt idx="8978">
                  <c:v>0</c:v>
                </c:pt>
                <c:pt idx="8979">
                  <c:v>0</c:v>
                </c:pt>
                <c:pt idx="8980">
                  <c:v>112</c:v>
                </c:pt>
                <c:pt idx="8981">
                  <c:v>140</c:v>
                </c:pt>
                <c:pt idx="8982">
                  <c:v>0</c:v>
                </c:pt>
                <c:pt idx="8983">
                  <c:v>28</c:v>
                </c:pt>
                <c:pt idx="8984">
                  <c:v>0</c:v>
                </c:pt>
                <c:pt idx="8985">
                  <c:v>0</c:v>
                </c:pt>
                <c:pt idx="8986">
                  <c:v>20</c:v>
                </c:pt>
                <c:pt idx="8987">
                  <c:v>0</c:v>
                </c:pt>
                <c:pt idx="8988">
                  <c:v>0</c:v>
                </c:pt>
                <c:pt idx="8989">
                  <c:v>2</c:v>
                </c:pt>
                <c:pt idx="8990">
                  <c:v>0</c:v>
                </c:pt>
                <c:pt idx="8991">
                  <c:v>0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19</c:v>
                </c:pt>
                <c:pt idx="8998">
                  <c:v>22</c:v>
                </c:pt>
                <c:pt idx="8999">
                  <c:v>85</c:v>
                </c:pt>
                <c:pt idx="9000">
                  <c:v>21</c:v>
                </c:pt>
                <c:pt idx="9001">
                  <c:v>90</c:v>
                </c:pt>
                <c:pt idx="9002">
                  <c:v>0</c:v>
                </c:pt>
                <c:pt idx="9003">
                  <c:v>50</c:v>
                </c:pt>
                <c:pt idx="9004">
                  <c:v>0</c:v>
                </c:pt>
                <c:pt idx="9005">
                  <c:v>60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0</c:v>
                </c:pt>
                <c:pt idx="9010">
                  <c:v>0</c:v>
                </c:pt>
                <c:pt idx="9011">
                  <c:v>0</c:v>
                </c:pt>
                <c:pt idx="9012">
                  <c:v>11</c:v>
                </c:pt>
                <c:pt idx="9013">
                  <c:v>0</c:v>
                </c:pt>
                <c:pt idx="9014">
                  <c:v>1</c:v>
                </c:pt>
                <c:pt idx="9015">
                  <c:v>23</c:v>
                </c:pt>
                <c:pt idx="9016">
                  <c:v>170</c:v>
                </c:pt>
                <c:pt idx="9017">
                  <c:v>0</c:v>
                </c:pt>
                <c:pt idx="9018">
                  <c:v>0</c:v>
                </c:pt>
                <c:pt idx="9019">
                  <c:v>2</c:v>
                </c:pt>
                <c:pt idx="9020">
                  <c:v>0</c:v>
                </c:pt>
                <c:pt idx="9021">
                  <c:v>0</c:v>
                </c:pt>
                <c:pt idx="9022">
                  <c:v>39</c:v>
                </c:pt>
                <c:pt idx="9023">
                  <c:v>7</c:v>
                </c:pt>
                <c:pt idx="9024">
                  <c:v>0</c:v>
                </c:pt>
                <c:pt idx="9025">
                  <c:v>0</c:v>
                </c:pt>
                <c:pt idx="9026">
                  <c:v>0</c:v>
                </c:pt>
                <c:pt idx="9027">
                  <c:v>0</c:v>
                </c:pt>
                <c:pt idx="9028">
                  <c:v>30</c:v>
                </c:pt>
                <c:pt idx="9029">
                  <c:v>26</c:v>
                </c:pt>
                <c:pt idx="9030">
                  <c:v>0</c:v>
                </c:pt>
                <c:pt idx="9031">
                  <c:v>0</c:v>
                </c:pt>
                <c:pt idx="9032">
                  <c:v>28</c:v>
                </c:pt>
                <c:pt idx="9033">
                  <c:v>56</c:v>
                </c:pt>
                <c:pt idx="9034">
                  <c:v>150</c:v>
                </c:pt>
                <c:pt idx="9035">
                  <c:v>0</c:v>
                </c:pt>
                <c:pt idx="9036">
                  <c:v>28</c:v>
                </c:pt>
                <c:pt idx="9037">
                  <c:v>0</c:v>
                </c:pt>
                <c:pt idx="9038">
                  <c:v>40</c:v>
                </c:pt>
                <c:pt idx="9039">
                  <c:v>70</c:v>
                </c:pt>
                <c:pt idx="9040">
                  <c:v>0</c:v>
                </c:pt>
                <c:pt idx="9041">
                  <c:v>0</c:v>
                </c:pt>
                <c:pt idx="9042">
                  <c:v>4</c:v>
                </c:pt>
                <c:pt idx="9043">
                  <c:v>0</c:v>
                </c:pt>
                <c:pt idx="9044">
                  <c:v>18</c:v>
                </c:pt>
                <c:pt idx="9045">
                  <c:v>0</c:v>
                </c:pt>
                <c:pt idx="9046">
                  <c:v>0</c:v>
                </c:pt>
                <c:pt idx="9047">
                  <c:v>0</c:v>
                </c:pt>
                <c:pt idx="9048">
                  <c:v>0</c:v>
                </c:pt>
                <c:pt idx="9049">
                  <c:v>0</c:v>
                </c:pt>
                <c:pt idx="9050">
                  <c:v>0</c:v>
                </c:pt>
                <c:pt idx="9051">
                  <c:v>0</c:v>
                </c:pt>
                <c:pt idx="9052">
                  <c:v>0</c:v>
                </c:pt>
                <c:pt idx="9053">
                  <c:v>35</c:v>
                </c:pt>
                <c:pt idx="9054">
                  <c:v>0</c:v>
                </c:pt>
                <c:pt idx="9055">
                  <c:v>0</c:v>
                </c:pt>
                <c:pt idx="9056">
                  <c:v>136</c:v>
                </c:pt>
                <c:pt idx="9057">
                  <c:v>0</c:v>
                </c:pt>
                <c:pt idx="9058">
                  <c:v>0</c:v>
                </c:pt>
                <c:pt idx="9059">
                  <c:v>7</c:v>
                </c:pt>
                <c:pt idx="9060">
                  <c:v>0</c:v>
                </c:pt>
                <c:pt idx="9061">
                  <c:v>0</c:v>
                </c:pt>
                <c:pt idx="9062">
                  <c:v>3</c:v>
                </c:pt>
                <c:pt idx="9063">
                  <c:v>1</c:v>
                </c:pt>
                <c:pt idx="9064">
                  <c:v>100</c:v>
                </c:pt>
                <c:pt idx="9065">
                  <c:v>3</c:v>
                </c:pt>
                <c:pt idx="9066">
                  <c:v>45</c:v>
                </c:pt>
                <c:pt idx="9067">
                  <c:v>4</c:v>
                </c:pt>
                <c:pt idx="9068">
                  <c:v>270</c:v>
                </c:pt>
                <c:pt idx="9069">
                  <c:v>0</c:v>
                </c:pt>
                <c:pt idx="9070">
                  <c:v>0</c:v>
                </c:pt>
                <c:pt idx="9071">
                  <c:v>0</c:v>
                </c:pt>
                <c:pt idx="9072">
                  <c:v>30</c:v>
                </c:pt>
                <c:pt idx="9073">
                  <c:v>0</c:v>
                </c:pt>
                <c:pt idx="9074">
                  <c:v>0</c:v>
                </c:pt>
                <c:pt idx="9075">
                  <c:v>0</c:v>
                </c:pt>
                <c:pt idx="9076">
                  <c:v>0</c:v>
                </c:pt>
                <c:pt idx="9077">
                  <c:v>18</c:v>
                </c:pt>
                <c:pt idx="9078">
                  <c:v>0</c:v>
                </c:pt>
                <c:pt idx="9079">
                  <c:v>105</c:v>
                </c:pt>
                <c:pt idx="9080">
                  <c:v>0</c:v>
                </c:pt>
                <c:pt idx="9081">
                  <c:v>0</c:v>
                </c:pt>
                <c:pt idx="9082">
                  <c:v>168</c:v>
                </c:pt>
                <c:pt idx="9083">
                  <c:v>28</c:v>
                </c:pt>
                <c:pt idx="9084">
                  <c:v>0</c:v>
                </c:pt>
                <c:pt idx="9085">
                  <c:v>0</c:v>
                </c:pt>
                <c:pt idx="9086">
                  <c:v>0</c:v>
                </c:pt>
                <c:pt idx="9087">
                  <c:v>1</c:v>
                </c:pt>
                <c:pt idx="9088">
                  <c:v>0</c:v>
                </c:pt>
                <c:pt idx="9089">
                  <c:v>0</c:v>
                </c:pt>
                <c:pt idx="9090">
                  <c:v>0</c:v>
                </c:pt>
                <c:pt idx="9091">
                  <c:v>0</c:v>
                </c:pt>
                <c:pt idx="9092">
                  <c:v>0</c:v>
                </c:pt>
                <c:pt idx="9093">
                  <c:v>0</c:v>
                </c:pt>
                <c:pt idx="9094">
                  <c:v>1</c:v>
                </c:pt>
                <c:pt idx="9095">
                  <c:v>0</c:v>
                </c:pt>
                <c:pt idx="9096">
                  <c:v>0</c:v>
                </c:pt>
                <c:pt idx="9097">
                  <c:v>0</c:v>
                </c:pt>
                <c:pt idx="9098">
                  <c:v>5</c:v>
                </c:pt>
                <c:pt idx="9099">
                  <c:v>0</c:v>
                </c:pt>
                <c:pt idx="9100">
                  <c:v>0</c:v>
                </c:pt>
                <c:pt idx="9101">
                  <c:v>210</c:v>
                </c:pt>
                <c:pt idx="9102">
                  <c:v>0</c:v>
                </c:pt>
                <c:pt idx="9103">
                  <c:v>0</c:v>
                </c:pt>
                <c:pt idx="9104">
                  <c:v>0</c:v>
                </c:pt>
                <c:pt idx="9105">
                  <c:v>0</c:v>
                </c:pt>
                <c:pt idx="9106">
                  <c:v>65</c:v>
                </c:pt>
                <c:pt idx="9107">
                  <c:v>0</c:v>
                </c:pt>
                <c:pt idx="9108">
                  <c:v>0</c:v>
                </c:pt>
                <c:pt idx="9109">
                  <c:v>0</c:v>
                </c:pt>
                <c:pt idx="9110">
                  <c:v>0</c:v>
                </c:pt>
                <c:pt idx="9111">
                  <c:v>168</c:v>
                </c:pt>
                <c:pt idx="9112">
                  <c:v>0</c:v>
                </c:pt>
                <c:pt idx="9113">
                  <c:v>0</c:v>
                </c:pt>
                <c:pt idx="9114">
                  <c:v>112</c:v>
                </c:pt>
                <c:pt idx="9115">
                  <c:v>0</c:v>
                </c:pt>
                <c:pt idx="9116">
                  <c:v>0</c:v>
                </c:pt>
                <c:pt idx="9117">
                  <c:v>0</c:v>
                </c:pt>
                <c:pt idx="9118">
                  <c:v>1</c:v>
                </c:pt>
                <c:pt idx="9119">
                  <c:v>0</c:v>
                </c:pt>
                <c:pt idx="9120">
                  <c:v>0</c:v>
                </c:pt>
                <c:pt idx="9121">
                  <c:v>1</c:v>
                </c:pt>
                <c:pt idx="9122">
                  <c:v>0</c:v>
                </c:pt>
                <c:pt idx="9123">
                  <c:v>1</c:v>
                </c:pt>
                <c:pt idx="9124">
                  <c:v>0</c:v>
                </c:pt>
                <c:pt idx="9125">
                  <c:v>0</c:v>
                </c:pt>
                <c:pt idx="9126">
                  <c:v>8</c:v>
                </c:pt>
                <c:pt idx="9127">
                  <c:v>2</c:v>
                </c:pt>
                <c:pt idx="9128">
                  <c:v>300</c:v>
                </c:pt>
                <c:pt idx="9129">
                  <c:v>0</c:v>
                </c:pt>
                <c:pt idx="9130">
                  <c:v>5</c:v>
                </c:pt>
                <c:pt idx="9131">
                  <c:v>15</c:v>
                </c:pt>
                <c:pt idx="9132">
                  <c:v>7</c:v>
                </c:pt>
                <c:pt idx="9133">
                  <c:v>0</c:v>
                </c:pt>
                <c:pt idx="9134">
                  <c:v>0</c:v>
                </c:pt>
                <c:pt idx="9135">
                  <c:v>1</c:v>
                </c:pt>
                <c:pt idx="9136">
                  <c:v>3</c:v>
                </c:pt>
                <c:pt idx="9137">
                  <c:v>34</c:v>
                </c:pt>
                <c:pt idx="9138">
                  <c:v>6</c:v>
                </c:pt>
                <c:pt idx="9139">
                  <c:v>24</c:v>
                </c:pt>
                <c:pt idx="9140">
                  <c:v>21</c:v>
                </c:pt>
                <c:pt idx="9141">
                  <c:v>0</c:v>
                </c:pt>
                <c:pt idx="9142">
                  <c:v>87</c:v>
                </c:pt>
                <c:pt idx="9143">
                  <c:v>63</c:v>
                </c:pt>
                <c:pt idx="9144">
                  <c:v>1</c:v>
                </c:pt>
                <c:pt idx="9145">
                  <c:v>168</c:v>
                </c:pt>
                <c:pt idx="9146">
                  <c:v>336</c:v>
                </c:pt>
                <c:pt idx="9147">
                  <c:v>56</c:v>
                </c:pt>
                <c:pt idx="9148">
                  <c:v>0</c:v>
                </c:pt>
                <c:pt idx="9149">
                  <c:v>0</c:v>
                </c:pt>
                <c:pt idx="9150">
                  <c:v>0</c:v>
                </c:pt>
                <c:pt idx="9151">
                  <c:v>45</c:v>
                </c:pt>
                <c:pt idx="9152">
                  <c:v>34</c:v>
                </c:pt>
                <c:pt idx="9153">
                  <c:v>120</c:v>
                </c:pt>
                <c:pt idx="9154">
                  <c:v>0</c:v>
                </c:pt>
                <c:pt idx="9155">
                  <c:v>0</c:v>
                </c:pt>
                <c:pt idx="9156">
                  <c:v>26</c:v>
                </c:pt>
                <c:pt idx="9157">
                  <c:v>0</c:v>
                </c:pt>
                <c:pt idx="9158">
                  <c:v>0</c:v>
                </c:pt>
                <c:pt idx="9159">
                  <c:v>2</c:v>
                </c:pt>
                <c:pt idx="9160">
                  <c:v>12</c:v>
                </c:pt>
                <c:pt idx="9161">
                  <c:v>0</c:v>
                </c:pt>
                <c:pt idx="9162">
                  <c:v>60</c:v>
                </c:pt>
                <c:pt idx="9163">
                  <c:v>1</c:v>
                </c:pt>
                <c:pt idx="9164">
                  <c:v>1</c:v>
                </c:pt>
                <c:pt idx="9165">
                  <c:v>1</c:v>
                </c:pt>
                <c:pt idx="9166">
                  <c:v>0</c:v>
                </c:pt>
                <c:pt idx="9167">
                  <c:v>0</c:v>
                </c:pt>
                <c:pt idx="9168">
                  <c:v>6</c:v>
                </c:pt>
                <c:pt idx="9169">
                  <c:v>0</c:v>
                </c:pt>
                <c:pt idx="9170">
                  <c:v>0</c:v>
                </c:pt>
                <c:pt idx="9171">
                  <c:v>1</c:v>
                </c:pt>
                <c:pt idx="9172">
                  <c:v>0</c:v>
                </c:pt>
                <c:pt idx="9173">
                  <c:v>0</c:v>
                </c:pt>
                <c:pt idx="9174">
                  <c:v>0</c:v>
                </c:pt>
                <c:pt idx="9175">
                  <c:v>0</c:v>
                </c:pt>
                <c:pt idx="9176">
                  <c:v>0</c:v>
                </c:pt>
                <c:pt idx="9177">
                  <c:v>2</c:v>
                </c:pt>
                <c:pt idx="9178">
                  <c:v>0</c:v>
                </c:pt>
                <c:pt idx="9179">
                  <c:v>0</c:v>
                </c:pt>
                <c:pt idx="9180">
                  <c:v>0</c:v>
                </c:pt>
                <c:pt idx="9181">
                  <c:v>0</c:v>
                </c:pt>
                <c:pt idx="9182">
                  <c:v>0</c:v>
                </c:pt>
                <c:pt idx="9183">
                  <c:v>0</c:v>
                </c:pt>
                <c:pt idx="9184">
                  <c:v>7</c:v>
                </c:pt>
                <c:pt idx="9185">
                  <c:v>0</c:v>
                </c:pt>
                <c:pt idx="9186">
                  <c:v>0</c:v>
                </c:pt>
                <c:pt idx="9187">
                  <c:v>11</c:v>
                </c:pt>
                <c:pt idx="9188">
                  <c:v>3</c:v>
                </c:pt>
                <c:pt idx="9189">
                  <c:v>5</c:v>
                </c:pt>
                <c:pt idx="9190">
                  <c:v>300</c:v>
                </c:pt>
                <c:pt idx="9191">
                  <c:v>2</c:v>
                </c:pt>
                <c:pt idx="9192">
                  <c:v>0</c:v>
                </c:pt>
                <c:pt idx="9193">
                  <c:v>0</c:v>
                </c:pt>
                <c:pt idx="9194">
                  <c:v>29</c:v>
                </c:pt>
                <c:pt idx="9195">
                  <c:v>0</c:v>
                </c:pt>
                <c:pt idx="9196">
                  <c:v>0</c:v>
                </c:pt>
                <c:pt idx="9197">
                  <c:v>224</c:v>
                </c:pt>
                <c:pt idx="9198">
                  <c:v>0</c:v>
                </c:pt>
                <c:pt idx="9199">
                  <c:v>0</c:v>
                </c:pt>
                <c:pt idx="9200">
                  <c:v>0</c:v>
                </c:pt>
                <c:pt idx="9201">
                  <c:v>0</c:v>
                </c:pt>
                <c:pt idx="9202">
                  <c:v>0</c:v>
                </c:pt>
                <c:pt idx="9203">
                  <c:v>11</c:v>
                </c:pt>
                <c:pt idx="9204">
                  <c:v>90</c:v>
                </c:pt>
                <c:pt idx="9205">
                  <c:v>0</c:v>
                </c:pt>
                <c:pt idx="9206">
                  <c:v>0</c:v>
                </c:pt>
                <c:pt idx="9207">
                  <c:v>232</c:v>
                </c:pt>
                <c:pt idx="9208">
                  <c:v>0</c:v>
                </c:pt>
                <c:pt idx="9209">
                  <c:v>252</c:v>
                </c:pt>
                <c:pt idx="9210">
                  <c:v>0</c:v>
                </c:pt>
                <c:pt idx="9211">
                  <c:v>35</c:v>
                </c:pt>
                <c:pt idx="9212">
                  <c:v>0</c:v>
                </c:pt>
                <c:pt idx="9213">
                  <c:v>160</c:v>
                </c:pt>
                <c:pt idx="9214">
                  <c:v>116</c:v>
                </c:pt>
                <c:pt idx="9215">
                  <c:v>0</c:v>
                </c:pt>
                <c:pt idx="9216">
                  <c:v>2</c:v>
                </c:pt>
                <c:pt idx="9217">
                  <c:v>14</c:v>
                </c:pt>
                <c:pt idx="9218">
                  <c:v>0</c:v>
                </c:pt>
                <c:pt idx="9219">
                  <c:v>0</c:v>
                </c:pt>
                <c:pt idx="9220">
                  <c:v>0</c:v>
                </c:pt>
                <c:pt idx="9221">
                  <c:v>0</c:v>
                </c:pt>
                <c:pt idx="9222">
                  <c:v>150</c:v>
                </c:pt>
                <c:pt idx="9223">
                  <c:v>1</c:v>
                </c:pt>
                <c:pt idx="9224">
                  <c:v>1</c:v>
                </c:pt>
                <c:pt idx="9225">
                  <c:v>40</c:v>
                </c:pt>
                <c:pt idx="9226">
                  <c:v>3</c:v>
                </c:pt>
                <c:pt idx="9227">
                  <c:v>30</c:v>
                </c:pt>
                <c:pt idx="9228">
                  <c:v>0</c:v>
                </c:pt>
                <c:pt idx="9229">
                  <c:v>30</c:v>
                </c:pt>
                <c:pt idx="9230">
                  <c:v>0</c:v>
                </c:pt>
                <c:pt idx="9231">
                  <c:v>7</c:v>
                </c:pt>
                <c:pt idx="9232">
                  <c:v>11</c:v>
                </c:pt>
                <c:pt idx="9233">
                  <c:v>14</c:v>
                </c:pt>
                <c:pt idx="9234">
                  <c:v>47</c:v>
                </c:pt>
                <c:pt idx="9235">
                  <c:v>0</c:v>
                </c:pt>
                <c:pt idx="9236">
                  <c:v>4</c:v>
                </c:pt>
                <c:pt idx="9237">
                  <c:v>110</c:v>
                </c:pt>
                <c:pt idx="9238">
                  <c:v>55</c:v>
                </c:pt>
                <c:pt idx="9239">
                  <c:v>48</c:v>
                </c:pt>
                <c:pt idx="9240">
                  <c:v>135</c:v>
                </c:pt>
                <c:pt idx="9241">
                  <c:v>0</c:v>
                </c:pt>
                <c:pt idx="9242">
                  <c:v>8</c:v>
                </c:pt>
                <c:pt idx="9243">
                  <c:v>21</c:v>
                </c:pt>
                <c:pt idx="9244">
                  <c:v>0</c:v>
                </c:pt>
                <c:pt idx="9245">
                  <c:v>0</c:v>
                </c:pt>
                <c:pt idx="9246">
                  <c:v>0</c:v>
                </c:pt>
                <c:pt idx="9247">
                  <c:v>90</c:v>
                </c:pt>
                <c:pt idx="9248">
                  <c:v>60</c:v>
                </c:pt>
                <c:pt idx="9249">
                  <c:v>175</c:v>
                </c:pt>
                <c:pt idx="9250">
                  <c:v>3</c:v>
                </c:pt>
                <c:pt idx="9251">
                  <c:v>40</c:v>
                </c:pt>
                <c:pt idx="9252">
                  <c:v>4</c:v>
                </c:pt>
                <c:pt idx="9253">
                  <c:v>15</c:v>
                </c:pt>
                <c:pt idx="9254">
                  <c:v>24</c:v>
                </c:pt>
                <c:pt idx="9255">
                  <c:v>0</c:v>
                </c:pt>
                <c:pt idx="9256">
                  <c:v>123</c:v>
                </c:pt>
                <c:pt idx="9257">
                  <c:v>0</c:v>
                </c:pt>
                <c:pt idx="9258">
                  <c:v>4</c:v>
                </c:pt>
                <c:pt idx="9259">
                  <c:v>32</c:v>
                </c:pt>
                <c:pt idx="9260">
                  <c:v>46</c:v>
                </c:pt>
                <c:pt idx="9261">
                  <c:v>0</c:v>
                </c:pt>
                <c:pt idx="9262">
                  <c:v>13</c:v>
                </c:pt>
                <c:pt idx="9263">
                  <c:v>30</c:v>
                </c:pt>
                <c:pt idx="9264">
                  <c:v>28</c:v>
                </c:pt>
                <c:pt idx="9265">
                  <c:v>0</c:v>
                </c:pt>
                <c:pt idx="9266">
                  <c:v>60</c:v>
                </c:pt>
                <c:pt idx="9267">
                  <c:v>16</c:v>
                </c:pt>
                <c:pt idx="9268">
                  <c:v>56</c:v>
                </c:pt>
                <c:pt idx="9269">
                  <c:v>0</c:v>
                </c:pt>
                <c:pt idx="9270">
                  <c:v>27</c:v>
                </c:pt>
                <c:pt idx="9271">
                  <c:v>0</c:v>
                </c:pt>
                <c:pt idx="9272">
                  <c:v>9</c:v>
                </c:pt>
                <c:pt idx="9273">
                  <c:v>19</c:v>
                </c:pt>
                <c:pt idx="9274">
                  <c:v>330</c:v>
                </c:pt>
                <c:pt idx="9275">
                  <c:v>8</c:v>
                </c:pt>
                <c:pt idx="9276">
                  <c:v>8</c:v>
                </c:pt>
                <c:pt idx="9277">
                  <c:v>0</c:v>
                </c:pt>
                <c:pt idx="9278">
                  <c:v>50</c:v>
                </c:pt>
                <c:pt idx="9279">
                  <c:v>91</c:v>
                </c:pt>
                <c:pt idx="9280">
                  <c:v>0</c:v>
                </c:pt>
                <c:pt idx="9281">
                  <c:v>2</c:v>
                </c:pt>
                <c:pt idx="9282">
                  <c:v>0</c:v>
                </c:pt>
                <c:pt idx="9283">
                  <c:v>33</c:v>
                </c:pt>
                <c:pt idx="9284">
                  <c:v>0</c:v>
                </c:pt>
                <c:pt idx="9285">
                  <c:v>0</c:v>
                </c:pt>
                <c:pt idx="9286">
                  <c:v>150</c:v>
                </c:pt>
                <c:pt idx="9287">
                  <c:v>0</c:v>
                </c:pt>
                <c:pt idx="9288">
                  <c:v>0</c:v>
                </c:pt>
                <c:pt idx="9289">
                  <c:v>0</c:v>
                </c:pt>
                <c:pt idx="9290">
                  <c:v>0</c:v>
                </c:pt>
                <c:pt idx="9291">
                  <c:v>0</c:v>
                </c:pt>
                <c:pt idx="9292">
                  <c:v>96</c:v>
                </c:pt>
                <c:pt idx="9293">
                  <c:v>0</c:v>
                </c:pt>
                <c:pt idx="9294">
                  <c:v>0</c:v>
                </c:pt>
                <c:pt idx="9295">
                  <c:v>0</c:v>
                </c:pt>
                <c:pt idx="9296">
                  <c:v>0</c:v>
                </c:pt>
                <c:pt idx="9297">
                  <c:v>0</c:v>
                </c:pt>
                <c:pt idx="9298">
                  <c:v>1</c:v>
                </c:pt>
                <c:pt idx="9299">
                  <c:v>0</c:v>
                </c:pt>
                <c:pt idx="9300">
                  <c:v>150</c:v>
                </c:pt>
                <c:pt idx="9301">
                  <c:v>0</c:v>
                </c:pt>
                <c:pt idx="9302">
                  <c:v>0</c:v>
                </c:pt>
                <c:pt idx="9303">
                  <c:v>0</c:v>
                </c:pt>
                <c:pt idx="9304">
                  <c:v>25</c:v>
                </c:pt>
                <c:pt idx="9305">
                  <c:v>1</c:v>
                </c:pt>
                <c:pt idx="9306">
                  <c:v>2</c:v>
                </c:pt>
                <c:pt idx="9307">
                  <c:v>0</c:v>
                </c:pt>
                <c:pt idx="9308">
                  <c:v>0</c:v>
                </c:pt>
                <c:pt idx="9309">
                  <c:v>0</c:v>
                </c:pt>
                <c:pt idx="9310">
                  <c:v>5</c:v>
                </c:pt>
                <c:pt idx="9311">
                  <c:v>24</c:v>
                </c:pt>
                <c:pt idx="9312">
                  <c:v>30</c:v>
                </c:pt>
                <c:pt idx="9313">
                  <c:v>23</c:v>
                </c:pt>
                <c:pt idx="9314">
                  <c:v>0</c:v>
                </c:pt>
                <c:pt idx="9315">
                  <c:v>1</c:v>
                </c:pt>
                <c:pt idx="9316">
                  <c:v>0</c:v>
                </c:pt>
                <c:pt idx="9317">
                  <c:v>0</c:v>
                </c:pt>
                <c:pt idx="9318">
                  <c:v>0</c:v>
                </c:pt>
                <c:pt idx="9319">
                  <c:v>0</c:v>
                </c:pt>
                <c:pt idx="9320">
                  <c:v>0</c:v>
                </c:pt>
                <c:pt idx="9321">
                  <c:v>60</c:v>
                </c:pt>
                <c:pt idx="9322">
                  <c:v>4</c:v>
                </c:pt>
                <c:pt idx="9323">
                  <c:v>0</c:v>
                </c:pt>
                <c:pt idx="9324">
                  <c:v>0</c:v>
                </c:pt>
                <c:pt idx="9325">
                  <c:v>140</c:v>
                </c:pt>
                <c:pt idx="9326">
                  <c:v>120</c:v>
                </c:pt>
                <c:pt idx="9327">
                  <c:v>2</c:v>
                </c:pt>
                <c:pt idx="9328">
                  <c:v>0</c:v>
                </c:pt>
                <c:pt idx="9329">
                  <c:v>0</c:v>
                </c:pt>
                <c:pt idx="9330">
                  <c:v>0</c:v>
                </c:pt>
                <c:pt idx="9331">
                  <c:v>31</c:v>
                </c:pt>
                <c:pt idx="9332">
                  <c:v>21</c:v>
                </c:pt>
                <c:pt idx="9333">
                  <c:v>0</c:v>
                </c:pt>
                <c:pt idx="9334">
                  <c:v>0</c:v>
                </c:pt>
                <c:pt idx="9335">
                  <c:v>84</c:v>
                </c:pt>
                <c:pt idx="9336">
                  <c:v>28</c:v>
                </c:pt>
                <c:pt idx="9337">
                  <c:v>144</c:v>
                </c:pt>
                <c:pt idx="9338">
                  <c:v>0</c:v>
                </c:pt>
                <c:pt idx="9339">
                  <c:v>66</c:v>
                </c:pt>
                <c:pt idx="9340">
                  <c:v>0</c:v>
                </c:pt>
                <c:pt idx="9341">
                  <c:v>0</c:v>
                </c:pt>
                <c:pt idx="9342">
                  <c:v>6</c:v>
                </c:pt>
                <c:pt idx="9343">
                  <c:v>10</c:v>
                </c:pt>
                <c:pt idx="9344">
                  <c:v>18</c:v>
                </c:pt>
                <c:pt idx="9345">
                  <c:v>0</c:v>
                </c:pt>
                <c:pt idx="9346">
                  <c:v>1</c:v>
                </c:pt>
                <c:pt idx="9347">
                  <c:v>2</c:v>
                </c:pt>
                <c:pt idx="9348">
                  <c:v>0</c:v>
                </c:pt>
                <c:pt idx="9349">
                  <c:v>7</c:v>
                </c:pt>
                <c:pt idx="9350">
                  <c:v>365</c:v>
                </c:pt>
                <c:pt idx="9351">
                  <c:v>0</c:v>
                </c:pt>
                <c:pt idx="9352">
                  <c:v>270</c:v>
                </c:pt>
                <c:pt idx="9353">
                  <c:v>0</c:v>
                </c:pt>
                <c:pt idx="9354">
                  <c:v>0</c:v>
                </c:pt>
                <c:pt idx="9355">
                  <c:v>0</c:v>
                </c:pt>
                <c:pt idx="9356">
                  <c:v>0</c:v>
                </c:pt>
                <c:pt idx="9357">
                  <c:v>0</c:v>
                </c:pt>
                <c:pt idx="9358">
                  <c:v>0</c:v>
                </c:pt>
                <c:pt idx="9359">
                  <c:v>0</c:v>
                </c:pt>
                <c:pt idx="9360">
                  <c:v>0</c:v>
                </c:pt>
                <c:pt idx="9361">
                  <c:v>0</c:v>
                </c:pt>
                <c:pt idx="9362">
                  <c:v>0</c:v>
                </c:pt>
                <c:pt idx="9363">
                  <c:v>0</c:v>
                </c:pt>
                <c:pt idx="9364">
                  <c:v>0</c:v>
                </c:pt>
                <c:pt idx="9365">
                  <c:v>0</c:v>
                </c:pt>
                <c:pt idx="9366">
                  <c:v>48</c:v>
                </c:pt>
                <c:pt idx="9367">
                  <c:v>0</c:v>
                </c:pt>
                <c:pt idx="9368">
                  <c:v>0</c:v>
                </c:pt>
                <c:pt idx="9369">
                  <c:v>0</c:v>
                </c:pt>
                <c:pt idx="9370">
                  <c:v>0</c:v>
                </c:pt>
                <c:pt idx="9371">
                  <c:v>0</c:v>
                </c:pt>
                <c:pt idx="9372">
                  <c:v>0</c:v>
                </c:pt>
                <c:pt idx="9373">
                  <c:v>0</c:v>
                </c:pt>
                <c:pt idx="9374">
                  <c:v>0</c:v>
                </c:pt>
                <c:pt idx="9375">
                  <c:v>145</c:v>
                </c:pt>
                <c:pt idx="9376">
                  <c:v>180</c:v>
                </c:pt>
                <c:pt idx="9377">
                  <c:v>0</c:v>
                </c:pt>
                <c:pt idx="9378">
                  <c:v>98</c:v>
                </c:pt>
                <c:pt idx="9379">
                  <c:v>2</c:v>
                </c:pt>
                <c:pt idx="9380">
                  <c:v>0</c:v>
                </c:pt>
                <c:pt idx="9381">
                  <c:v>4</c:v>
                </c:pt>
                <c:pt idx="9382">
                  <c:v>0</c:v>
                </c:pt>
                <c:pt idx="9383">
                  <c:v>0</c:v>
                </c:pt>
                <c:pt idx="9384">
                  <c:v>0</c:v>
                </c:pt>
                <c:pt idx="9385">
                  <c:v>0</c:v>
                </c:pt>
                <c:pt idx="9386">
                  <c:v>0</c:v>
                </c:pt>
                <c:pt idx="9387">
                  <c:v>63</c:v>
                </c:pt>
                <c:pt idx="9388">
                  <c:v>0</c:v>
                </c:pt>
                <c:pt idx="9389">
                  <c:v>14</c:v>
                </c:pt>
                <c:pt idx="9390">
                  <c:v>11</c:v>
                </c:pt>
                <c:pt idx="9391">
                  <c:v>0</c:v>
                </c:pt>
                <c:pt idx="9392">
                  <c:v>0</c:v>
                </c:pt>
                <c:pt idx="9393">
                  <c:v>0</c:v>
                </c:pt>
                <c:pt idx="9394">
                  <c:v>30</c:v>
                </c:pt>
                <c:pt idx="9395">
                  <c:v>60</c:v>
                </c:pt>
                <c:pt idx="9396">
                  <c:v>0</c:v>
                </c:pt>
                <c:pt idx="9397">
                  <c:v>88</c:v>
                </c:pt>
                <c:pt idx="9398">
                  <c:v>86</c:v>
                </c:pt>
                <c:pt idx="9399">
                  <c:v>46</c:v>
                </c:pt>
                <c:pt idx="9400">
                  <c:v>0</c:v>
                </c:pt>
                <c:pt idx="9401">
                  <c:v>0</c:v>
                </c:pt>
                <c:pt idx="9402">
                  <c:v>0</c:v>
                </c:pt>
                <c:pt idx="9403">
                  <c:v>0</c:v>
                </c:pt>
                <c:pt idx="9404">
                  <c:v>0</c:v>
                </c:pt>
                <c:pt idx="9405">
                  <c:v>3</c:v>
                </c:pt>
                <c:pt idx="9406">
                  <c:v>2</c:v>
                </c:pt>
                <c:pt idx="9407">
                  <c:v>12</c:v>
                </c:pt>
                <c:pt idx="9408">
                  <c:v>0</c:v>
                </c:pt>
                <c:pt idx="9409">
                  <c:v>10</c:v>
                </c:pt>
                <c:pt idx="9410">
                  <c:v>4</c:v>
                </c:pt>
                <c:pt idx="9411">
                  <c:v>1</c:v>
                </c:pt>
                <c:pt idx="9412">
                  <c:v>0</c:v>
                </c:pt>
                <c:pt idx="9413">
                  <c:v>0</c:v>
                </c:pt>
                <c:pt idx="9414">
                  <c:v>0</c:v>
                </c:pt>
                <c:pt idx="9415">
                  <c:v>0</c:v>
                </c:pt>
                <c:pt idx="9416">
                  <c:v>8</c:v>
                </c:pt>
                <c:pt idx="9417">
                  <c:v>25</c:v>
                </c:pt>
                <c:pt idx="9418">
                  <c:v>15</c:v>
                </c:pt>
                <c:pt idx="9419">
                  <c:v>0</c:v>
                </c:pt>
                <c:pt idx="9420">
                  <c:v>0</c:v>
                </c:pt>
                <c:pt idx="9421">
                  <c:v>0</c:v>
                </c:pt>
                <c:pt idx="9422">
                  <c:v>0</c:v>
                </c:pt>
                <c:pt idx="9423">
                  <c:v>0</c:v>
                </c:pt>
                <c:pt idx="9424">
                  <c:v>0</c:v>
                </c:pt>
                <c:pt idx="9425">
                  <c:v>0</c:v>
                </c:pt>
                <c:pt idx="9426">
                  <c:v>9</c:v>
                </c:pt>
                <c:pt idx="9427">
                  <c:v>16</c:v>
                </c:pt>
                <c:pt idx="9428">
                  <c:v>0</c:v>
                </c:pt>
                <c:pt idx="9429">
                  <c:v>0</c:v>
                </c:pt>
                <c:pt idx="9430">
                  <c:v>0</c:v>
                </c:pt>
                <c:pt idx="9431">
                  <c:v>5</c:v>
                </c:pt>
                <c:pt idx="9432">
                  <c:v>0</c:v>
                </c:pt>
                <c:pt idx="9433">
                  <c:v>2</c:v>
                </c:pt>
                <c:pt idx="9434">
                  <c:v>210</c:v>
                </c:pt>
                <c:pt idx="9435">
                  <c:v>0</c:v>
                </c:pt>
                <c:pt idx="9436">
                  <c:v>0</c:v>
                </c:pt>
                <c:pt idx="9437">
                  <c:v>84</c:v>
                </c:pt>
                <c:pt idx="9438">
                  <c:v>0</c:v>
                </c:pt>
                <c:pt idx="9439">
                  <c:v>0</c:v>
                </c:pt>
                <c:pt idx="9440">
                  <c:v>0</c:v>
                </c:pt>
                <c:pt idx="9441">
                  <c:v>0</c:v>
                </c:pt>
                <c:pt idx="9442">
                  <c:v>14</c:v>
                </c:pt>
                <c:pt idx="9443">
                  <c:v>92</c:v>
                </c:pt>
                <c:pt idx="9444">
                  <c:v>28</c:v>
                </c:pt>
                <c:pt idx="9445">
                  <c:v>32</c:v>
                </c:pt>
                <c:pt idx="9446">
                  <c:v>0</c:v>
                </c:pt>
                <c:pt idx="9447">
                  <c:v>0</c:v>
                </c:pt>
                <c:pt idx="9448">
                  <c:v>0</c:v>
                </c:pt>
                <c:pt idx="9449">
                  <c:v>0</c:v>
                </c:pt>
                <c:pt idx="9450">
                  <c:v>0</c:v>
                </c:pt>
                <c:pt idx="9451">
                  <c:v>0</c:v>
                </c:pt>
                <c:pt idx="9452">
                  <c:v>0</c:v>
                </c:pt>
                <c:pt idx="9453">
                  <c:v>0</c:v>
                </c:pt>
                <c:pt idx="9454">
                  <c:v>0</c:v>
                </c:pt>
                <c:pt idx="9455">
                  <c:v>0</c:v>
                </c:pt>
                <c:pt idx="9456">
                  <c:v>0</c:v>
                </c:pt>
                <c:pt idx="9457">
                  <c:v>0</c:v>
                </c:pt>
                <c:pt idx="9458">
                  <c:v>0</c:v>
                </c:pt>
                <c:pt idx="9459">
                  <c:v>0</c:v>
                </c:pt>
                <c:pt idx="9460">
                  <c:v>28</c:v>
                </c:pt>
                <c:pt idx="9461">
                  <c:v>0</c:v>
                </c:pt>
                <c:pt idx="9462">
                  <c:v>26</c:v>
                </c:pt>
                <c:pt idx="9463">
                  <c:v>0</c:v>
                </c:pt>
                <c:pt idx="9464">
                  <c:v>0</c:v>
                </c:pt>
                <c:pt idx="9465">
                  <c:v>0</c:v>
                </c:pt>
                <c:pt idx="9466">
                  <c:v>0</c:v>
                </c:pt>
                <c:pt idx="9467">
                  <c:v>24</c:v>
                </c:pt>
                <c:pt idx="9468">
                  <c:v>39</c:v>
                </c:pt>
                <c:pt idx="9469">
                  <c:v>1</c:v>
                </c:pt>
                <c:pt idx="9470">
                  <c:v>180</c:v>
                </c:pt>
                <c:pt idx="9471">
                  <c:v>0</c:v>
                </c:pt>
                <c:pt idx="9472">
                  <c:v>2</c:v>
                </c:pt>
                <c:pt idx="9473">
                  <c:v>4</c:v>
                </c:pt>
                <c:pt idx="9474">
                  <c:v>39</c:v>
                </c:pt>
                <c:pt idx="9475">
                  <c:v>7</c:v>
                </c:pt>
                <c:pt idx="9476">
                  <c:v>2</c:v>
                </c:pt>
                <c:pt idx="9477">
                  <c:v>0</c:v>
                </c:pt>
                <c:pt idx="9478">
                  <c:v>0</c:v>
                </c:pt>
                <c:pt idx="9479">
                  <c:v>0</c:v>
                </c:pt>
                <c:pt idx="9480">
                  <c:v>0</c:v>
                </c:pt>
                <c:pt idx="9481">
                  <c:v>0</c:v>
                </c:pt>
                <c:pt idx="9482">
                  <c:v>0</c:v>
                </c:pt>
                <c:pt idx="9483">
                  <c:v>0</c:v>
                </c:pt>
                <c:pt idx="9484">
                  <c:v>0</c:v>
                </c:pt>
                <c:pt idx="9485">
                  <c:v>0</c:v>
                </c:pt>
                <c:pt idx="9486">
                  <c:v>52</c:v>
                </c:pt>
                <c:pt idx="9487">
                  <c:v>6</c:v>
                </c:pt>
                <c:pt idx="9488">
                  <c:v>31</c:v>
                </c:pt>
                <c:pt idx="9489">
                  <c:v>0</c:v>
                </c:pt>
                <c:pt idx="9490">
                  <c:v>35</c:v>
                </c:pt>
                <c:pt idx="9491">
                  <c:v>240</c:v>
                </c:pt>
                <c:pt idx="9492">
                  <c:v>0</c:v>
                </c:pt>
                <c:pt idx="9493">
                  <c:v>1</c:v>
                </c:pt>
                <c:pt idx="9494">
                  <c:v>14</c:v>
                </c:pt>
                <c:pt idx="9495">
                  <c:v>70</c:v>
                </c:pt>
                <c:pt idx="9496">
                  <c:v>14</c:v>
                </c:pt>
                <c:pt idx="9497">
                  <c:v>0</c:v>
                </c:pt>
                <c:pt idx="9498">
                  <c:v>168</c:v>
                </c:pt>
                <c:pt idx="9499">
                  <c:v>9</c:v>
                </c:pt>
                <c:pt idx="9500">
                  <c:v>0</c:v>
                </c:pt>
                <c:pt idx="9501">
                  <c:v>70</c:v>
                </c:pt>
                <c:pt idx="9502">
                  <c:v>75</c:v>
                </c:pt>
                <c:pt idx="9503">
                  <c:v>22</c:v>
                </c:pt>
                <c:pt idx="9504">
                  <c:v>0</c:v>
                </c:pt>
                <c:pt idx="9505">
                  <c:v>0</c:v>
                </c:pt>
                <c:pt idx="9506">
                  <c:v>1</c:v>
                </c:pt>
                <c:pt idx="9507">
                  <c:v>65</c:v>
                </c:pt>
                <c:pt idx="9508">
                  <c:v>60</c:v>
                </c:pt>
                <c:pt idx="9509">
                  <c:v>2</c:v>
                </c:pt>
                <c:pt idx="9510">
                  <c:v>2</c:v>
                </c:pt>
                <c:pt idx="9511">
                  <c:v>0</c:v>
                </c:pt>
                <c:pt idx="9512">
                  <c:v>0</c:v>
                </c:pt>
                <c:pt idx="9513">
                  <c:v>0</c:v>
                </c:pt>
                <c:pt idx="9514">
                  <c:v>5</c:v>
                </c:pt>
                <c:pt idx="9515">
                  <c:v>0</c:v>
                </c:pt>
                <c:pt idx="9516">
                  <c:v>0</c:v>
                </c:pt>
                <c:pt idx="9517">
                  <c:v>0</c:v>
                </c:pt>
                <c:pt idx="9518">
                  <c:v>60</c:v>
                </c:pt>
                <c:pt idx="9519">
                  <c:v>0</c:v>
                </c:pt>
                <c:pt idx="9520">
                  <c:v>30</c:v>
                </c:pt>
                <c:pt idx="9521">
                  <c:v>60</c:v>
                </c:pt>
                <c:pt idx="9522">
                  <c:v>1</c:v>
                </c:pt>
                <c:pt idx="9523">
                  <c:v>16</c:v>
                </c:pt>
                <c:pt idx="9524">
                  <c:v>32</c:v>
                </c:pt>
                <c:pt idx="9525">
                  <c:v>70</c:v>
                </c:pt>
                <c:pt idx="9526">
                  <c:v>52</c:v>
                </c:pt>
                <c:pt idx="9527">
                  <c:v>0</c:v>
                </c:pt>
                <c:pt idx="9528">
                  <c:v>84</c:v>
                </c:pt>
                <c:pt idx="9529">
                  <c:v>2</c:v>
                </c:pt>
                <c:pt idx="9530">
                  <c:v>0</c:v>
                </c:pt>
                <c:pt idx="9531">
                  <c:v>30</c:v>
                </c:pt>
                <c:pt idx="9532">
                  <c:v>0</c:v>
                </c:pt>
                <c:pt idx="9533">
                  <c:v>0</c:v>
                </c:pt>
                <c:pt idx="9534">
                  <c:v>28</c:v>
                </c:pt>
                <c:pt idx="9535">
                  <c:v>0</c:v>
                </c:pt>
                <c:pt idx="9536">
                  <c:v>0</c:v>
                </c:pt>
                <c:pt idx="9537">
                  <c:v>0</c:v>
                </c:pt>
                <c:pt idx="9538">
                  <c:v>0</c:v>
                </c:pt>
                <c:pt idx="9539">
                  <c:v>16</c:v>
                </c:pt>
                <c:pt idx="9540">
                  <c:v>4</c:v>
                </c:pt>
                <c:pt idx="9541">
                  <c:v>2</c:v>
                </c:pt>
                <c:pt idx="9542">
                  <c:v>30</c:v>
                </c:pt>
                <c:pt idx="9543">
                  <c:v>0</c:v>
                </c:pt>
                <c:pt idx="9544">
                  <c:v>224</c:v>
                </c:pt>
                <c:pt idx="9545">
                  <c:v>23</c:v>
                </c:pt>
                <c:pt idx="9546">
                  <c:v>2</c:v>
                </c:pt>
                <c:pt idx="9547">
                  <c:v>6</c:v>
                </c:pt>
                <c:pt idx="9548">
                  <c:v>4</c:v>
                </c:pt>
                <c:pt idx="9549">
                  <c:v>0</c:v>
                </c:pt>
                <c:pt idx="9550">
                  <c:v>81</c:v>
                </c:pt>
                <c:pt idx="9551">
                  <c:v>20</c:v>
                </c:pt>
                <c:pt idx="9552">
                  <c:v>5</c:v>
                </c:pt>
                <c:pt idx="9553">
                  <c:v>0</c:v>
                </c:pt>
                <c:pt idx="9554">
                  <c:v>0</c:v>
                </c:pt>
                <c:pt idx="9555">
                  <c:v>21</c:v>
                </c:pt>
                <c:pt idx="9556">
                  <c:v>2</c:v>
                </c:pt>
                <c:pt idx="9557">
                  <c:v>105</c:v>
                </c:pt>
                <c:pt idx="9558">
                  <c:v>35</c:v>
                </c:pt>
                <c:pt idx="9559">
                  <c:v>20</c:v>
                </c:pt>
                <c:pt idx="9560">
                  <c:v>35</c:v>
                </c:pt>
                <c:pt idx="9561">
                  <c:v>2</c:v>
                </c:pt>
                <c:pt idx="9562">
                  <c:v>150</c:v>
                </c:pt>
                <c:pt idx="9563">
                  <c:v>32</c:v>
                </c:pt>
                <c:pt idx="9564">
                  <c:v>1</c:v>
                </c:pt>
                <c:pt idx="9565">
                  <c:v>0</c:v>
                </c:pt>
                <c:pt idx="9566">
                  <c:v>1</c:v>
                </c:pt>
                <c:pt idx="9567">
                  <c:v>0</c:v>
                </c:pt>
                <c:pt idx="9568">
                  <c:v>50</c:v>
                </c:pt>
                <c:pt idx="9569">
                  <c:v>0</c:v>
                </c:pt>
                <c:pt idx="9570">
                  <c:v>0</c:v>
                </c:pt>
                <c:pt idx="9571">
                  <c:v>1</c:v>
                </c:pt>
                <c:pt idx="9572">
                  <c:v>28</c:v>
                </c:pt>
                <c:pt idx="9573">
                  <c:v>19</c:v>
                </c:pt>
                <c:pt idx="9574">
                  <c:v>4</c:v>
                </c:pt>
                <c:pt idx="9575">
                  <c:v>14</c:v>
                </c:pt>
                <c:pt idx="9576">
                  <c:v>1</c:v>
                </c:pt>
                <c:pt idx="9577">
                  <c:v>60</c:v>
                </c:pt>
                <c:pt idx="9578">
                  <c:v>147</c:v>
                </c:pt>
                <c:pt idx="9579">
                  <c:v>224</c:v>
                </c:pt>
                <c:pt idx="9580">
                  <c:v>39</c:v>
                </c:pt>
                <c:pt idx="9581">
                  <c:v>1</c:v>
                </c:pt>
                <c:pt idx="9582">
                  <c:v>25</c:v>
                </c:pt>
                <c:pt idx="9583">
                  <c:v>112</c:v>
                </c:pt>
                <c:pt idx="9584">
                  <c:v>0</c:v>
                </c:pt>
                <c:pt idx="9585">
                  <c:v>60</c:v>
                </c:pt>
                <c:pt idx="9586">
                  <c:v>0</c:v>
                </c:pt>
                <c:pt idx="9587">
                  <c:v>0</c:v>
                </c:pt>
                <c:pt idx="9588">
                  <c:v>4</c:v>
                </c:pt>
                <c:pt idx="9589">
                  <c:v>6</c:v>
                </c:pt>
                <c:pt idx="9590">
                  <c:v>120</c:v>
                </c:pt>
                <c:pt idx="9591">
                  <c:v>0</c:v>
                </c:pt>
                <c:pt idx="9592">
                  <c:v>30</c:v>
                </c:pt>
                <c:pt idx="9593">
                  <c:v>0</c:v>
                </c:pt>
                <c:pt idx="9594">
                  <c:v>120</c:v>
                </c:pt>
                <c:pt idx="9595">
                  <c:v>60</c:v>
                </c:pt>
                <c:pt idx="9596">
                  <c:v>112</c:v>
                </c:pt>
                <c:pt idx="9597">
                  <c:v>72</c:v>
                </c:pt>
                <c:pt idx="9598">
                  <c:v>0</c:v>
                </c:pt>
                <c:pt idx="9599">
                  <c:v>0</c:v>
                </c:pt>
                <c:pt idx="9600">
                  <c:v>0</c:v>
                </c:pt>
                <c:pt idx="9601">
                  <c:v>48</c:v>
                </c:pt>
                <c:pt idx="9602">
                  <c:v>3</c:v>
                </c:pt>
                <c:pt idx="9603">
                  <c:v>0</c:v>
                </c:pt>
                <c:pt idx="9604">
                  <c:v>0</c:v>
                </c:pt>
                <c:pt idx="9605">
                  <c:v>1</c:v>
                </c:pt>
                <c:pt idx="9606">
                  <c:v>2</c:v>
                </c:pt>
                <c:pt idx="9607">
                  <c:v>0</c:v>
                </c:pt>
                <c:pt idx="9608">
                  <c:v>216</c:v>
                </c:pt>
                <c:pt idx="9609">
                  <c:v>140</c:v>
                </c:pt>
                <c:pt idx="9610">
                  <c:v>1</c:v>
                </c:pt>
                <c:pt idx="9611">
                  <c:v>36</c:v>
                </c:pt>
                <c:pt idx="9612">
                  <c:v>0</c:v>
                </c:pt>
                <c:pt idx="9613">
                  <c:v>43</c:v>
                </c:pt>
                <c:pt idx="9614">
                  <c:v>19</c:v>
                </c:pt>
                <c:pt idx="9615">
                  <c:v>0</c:v>
                </c:pt>
                <c:pt idx="9616">
                  <c:v>88</c:v>
                </c:pt>
                <c:pt idx="9617">
                  <c:v>1</c:v>
                </c:pt>
                <c:pt idx="9618">
                  <c:v>8</c:v>
                </c:pt>
                <c:pt idx="9619">
                  <c:v>78</c:v>
                </c:pt>
                <c:pt idx="9620">
                  <c:v>0</c:v>
                </c:pt>
                <c:pt idx="9621">
                  <c:v>0</c:v>
                </c:pt>
                <c:pt idx="9622">
                  <c:v>25</c:v>
                </c:pt>
                <c:pt idx="9623">
                  <c:v>0</c:v>
                </c:pt>
                <c:pt idx="9624">
                  <c:v>240</c:v>
                </c:pt>
                <c:pt idx="9625">
                  <c:v>1860</c:v>
                </c:pt>
                <c:pt idx="9626">
                  <c:v>9</c:v>
                </c:pt>
                <c:pt idx="9627">
                  <c:v>0</c:v>
                </c:pt>
                <c:pt idx="9628">
                  <c:v>0</c:v>
                </c:pt>
                <c:pt idx="9629">
                  <c:v>4</c:v>
                </c:pt>
                <c:pt idx="9630">
                  <c:v>140</c:v>
                </c:pt>
                <c:pt idx="9631">
                  <c:v>0</c:v>
                </c:pt>
                <c:pt idx="9632">
                  <c:v>0</c:v>
                </c:pt>
                <c:pt idx="9633">
                  <c:v>26</c:v>
                </c:pt>
                <c:pt idx="9634">
                  <c:v>40</c:v>
                </c:pt>
                <c:pt idx="9635">
                  <c:v>240</c:v>
                </c:pt>
                <c:pt idx="9636">
                  <c:v>30</c:v>
                </c:pt>
                <c:pt idx="9637">
                  <c:v>0</c:v>
                </c:pt>
                <c:pt idx="9638">
                  <c:v>0</c:v>
                </c:pt>
                <c:pt idx="9639">
                  <c:v>12</c:v>
                </c:pt>
                <c:pt idx="9640">
                  <c:v>0</c:v>
                </c:pt>
                <c:pt idx="9641">
                  <c:v>0</c:v>
                </c:pt>
                <c:pt idx="9642">
                  <c:v>12</c:v>
                </c:pt>
                <c:pt idx="9643">
                  <c:v>24</c:v>
                </c:pt>
                <c:pt idx="9644">
                  <c:v>60</c:v>
                </c:pt>
                <c:pt idx="9645">
                  <c:v>0</c:v>
                </c:pt>
                <c:pt idx="9646">
                  <c:v>0</c:v>
                </c:pt>
                <c:pt idx="9647">
                  <c:v>60</c:v>
                </c:pt>
                <c:pt idx="9648">
                  <c:v>1</c:v>
                </c:pt>
                <c:pt idx="9649">
                  <c:v>0</c:v>
                </c:pt>
                <c:pt idx="9650">
                  <c:v>5</c:v>
                </c:pt>
                <c:pt idx="9651">
                  <c:v>0</c:v>
                </c:pt>
                <c:pt idx="9652">
                  <c:v>20</c:v>
                </c:pt>
                <c:pt idx="9653">
                  <c:v>0</c:v>
                </c:pt>
                <c:pt idx="9654">
                  <c:v>0</c:v>
                </c:pt>
                <c:pt idx="9655">
                  <c:v>0</c:v>
                </c:pt>
                <c:pt idx="9656">
                  <c:v>0</c:v>
                </c:pt>
                <c:pt idx="9657">
                  <c:v>0</c:v>
                </c:pt>
                <c:pt idx="9658">
                  <c:v>121</c:v>
                </c:pt>
                <c:pt idx="9659">
                  <c:v>0</c:v>
                </c:pt>
                <c:pt idx="9660">
                  <c:v>0</c:v>
                </c:pt>
                <c:pt idx="9661">
                  <c:v>0</c:v>
                </c:pt>
                <c:pt idx="9662">
                  <c:v>0</c:v>
                </c:pt>
                <c:pt idx="9663">
                  <c:v>0</c:v>
                </c:pt>
                <c:pt idx="9664">
                  <c:v>0</c:v>
                </c:pt>
                <c:pt idx="9665">
                  <c:v>15</c:v>
                </c:pt>
                <c:pt idx="9666">
                  <c:v>175</c:v>
                </c:pt>
                <c:pt idx="9667">
                  <c:v>20</c:v>
                </c:pt>
                <c:pt idx="9668">
                  <c:v>80</c:v>
                </c:pt>
                <c:pt idx="9669">
                  <c:v>1</c:v>
                </c:pt>
                <c:pt idx="9670">
                  <c:v>0</c:v>
                </c:pt>
                <c:pt idx="9671">
                  <c:v>0</c:v>
                </c:pt>
                <c:pt idx="9672">
                  <c:v>0</c:v>
                </c:pt>
                <c:pt idx="9673">
                  <c:v>15</c:v>
                </c:pt>
                <c:pt idx="9674">
                  <c:v>189</c:v>
                </c:pt>
                <c:pt idx="9675">
                  <c:v>30</c:v>
                </c:pt>
                <c:pt idx="9676">
                  <c:v>0</c:v>
                </c:pt>
                <c:pt idx="9677">
                  <c:v>0</c:v>
                </c:pt>
                <c:pt idx="9678">
                  <c:v>0</c:v>
                </c:pt>
                <c:pt idx="9679">
                  <c:v>0</c:v>
                </c:pt>
                <c:pt idx="9680">
                  <c:v>0</c:v>
                </c:pt>
                <c:pt idx="9681">
                  <c:v>0</c:v>
                </c:pt>
                <c:pt idx="9682">
                  <c:v>0</c:v>
                </c:pt>
                <c:pt idx="9683">
                  <c:v>0</c:v>
                </c:pt>
                <c:pt idx="9684">
                  <c:v>35</c:v>
                </c:pt>
                <c:pt idx="9685">
                  <c:v>2</c:v>
                </c:pt>
                <c:pt idx="9686">
                  <c:v>0</c:v>
                </c:pt>
                <c:pt idx="9687">
                  <c:v>0</c:v>
                </c:pt>
                <c:pt idx="9688">
                  <c:v>0</c:v>
                </c:pt>
                <c:pt idx="9689">
                  <c:v>10</c:v>
                </c:pt>
                <c:pt idx="9690">
                  <c:v>6</c:v>
                </c:pt>
                <c:pt idx="9691">
                  <c:v>0</c:v>
                </c:pt>
                <c:pt idx="9692">
                  <c:v>210</c:v>
                </c:pt>
                <c:pt idx="9693">
                  <c:v>24</c:v>
                </c:pt>
                <c:pt idx="9694">
                  <c:v>34</c:v>
                </c:pt>
                <c:pt idx="9695">
                  <c:v>60</c:v>
                </c:pt>
                <c:pt idx="9696">
                  <c:v>40</c:v>
                </c:pt>
                <c:pt idx="9697">
                  <c:v>0</c:v>
                </c:pt>
                <c:pt idx="9698">
                  <c:v>0</c:v>
                </c:pt>
                <c:pt idx="9699">
                  <c:v>3</c:v>
                </c:pt>
                <c:pt idx="9700">
                  <c:v>0</c:v>
                </c:pt>
                <c:pt idx="9701">
                  <c:v>0</c:v>
                </c:pt>
                <c:pt idx="9702">
                  <c:v>0</c:v>
                </c:pt>
                <c:pt idx="9703">
                  <c:v>0</c:v>
                </c:pt>
                <c:pt idx="9704">
                  <c:v>18</c:v>
                </c:pt>
                <c:pt idx="9705">
                  <c:v>0</c:v>
                </c:pt>
                <c:pt idx="9706">
                  <c:v>36</c:v>
                </c:pt>
                <c:pt idx="9707">
                  <c:v>22</c:v>
                </c:pt>
                <c:pt idx="9708">
                  <c:v>5</c:v>
                </c:pt>
                <c:pt idx="9709">
                  <c:v>0</c:v>
                </c:pt>
                <c:pt idx="9710">
                  <c:v>168</c:v>
                </c:pt>
                <c:pt idx="9711">
                  <c:v>10</c:v>
                </c:pt>
                <c:pt idx="9712">
                  <c:v>240</c:v>
                </c:pt>
                <c:pt idx="9713">
                  <c:v>28</c:v>
                </c:pt>
                <c:pt idx="9714">
                  <c:v>1</c:v>
                </c:pt>
                <c:pt idx="9715">
                  <c:v>111</c:v>
                </c:pt>
                <c:pt idx="9716">
                  <c:v>2</c:v>
                </c:pt>
                <c:pt idx="9717">
                  <c:v>1</c:v>
                </c:pt>
                <c:pt idx="9718">
                  <c:v>0</c:v>
                </c:pt>
                <c:pt idx="9719">
                  <c:v>60</c:v>
                </c:pt>
                <c:pt idx="9720">
                  <c:v>7</c:v>
                </c:pt>
                <c:pt idx="9721">
                  <c:v>0</c:v>
                </c:pt>
                <c:pt idx="9722">
                  <c:v>2</c:v>
                </c:pt>
                <c:pt idx="9723">
                  <c:v>60</c:v>
                </c:pt>
                <c:pt idx="9724">
                  <c:v>135</c:v>
                </c:pt>
                <c:pt idx="9725">
                  <c:v>93</c:v>
                </c:pt>
                <c:pt idx="9726">
                  <c:v>24</c:v>
                </c:pt>
                <c:pt idx="9727">
                  <c:v>0</c:v>
                </c:pt>
                <c:pt idx="9728">
                  <c:v>0</c:v>
                </c:pt>
                <c:pt idx="9729">
                  <c:v>29</c:v>
                </c:pt>
                <c:pt idx="9730">
                  <c:v>28</c:v>
                </c:pt>
                <c:pt idx="9731">
                  <c:v>0</c:v>
                </c:pt>
                <c:pt idx="9732">
                  <c:v>112</c:v>
                </c:pt>
                <c:pt idx="9733">
                  <c:v>0</c:v>
                </c:pt>
                <c:pt idx="9734">
                  <c:v>2</c:v>
                </c:pt>
                <c:pt idx="9735">
                  <c:v>0</c:v>
                </c:pt>
                <c:pt idx="9736">
                  <c:v>1</c:v>
                </c:pt>
                <c:pt idx="9737">
                  <c:v>4</c:v>
                </c:pt>
                <c:pt idx="9738">
                  <c:v>65</c:v>
                </c:pt>
                <c:pt idx="9739">
                  <c:v>0</c:v>
                </c:pt>
                <c:pt idx="9740">
                  <c:v>18</c:v>
                </c:pt>
                <c:pt idx="9741">
                  <c:v>120</c:v>
                </c:pt>
                <c:pt idx="9742">
                  <c:v>0</c:v>
                </c:pt>
                <c:pt idx="9743">
                  <c:v>150</c:v>
                </c:pt>
                <c:pt idx="9744">
                  <c:v>28</c:v>
                </c:pt>
                <c:pt idx="9745">
                  <c:v>1</c:v>
                </c:pt>
                <c:pt idx="9746">
                  <c:v>1</c:v>
                </c:pt>
                <c:pt idx="9747">
                  <c:v>0</c:v>
                </c:pt>
                <c:pt idx="9748">
                  <c:v>0</c:v>
                </c:pt>
                <c:pt idx="9749">
                  <c:v>0</c:v>
                </c:pt>
                <c:pt idx="9750">
                  <c:v>385</c:v>
                </c:pt>
                <c:pt idx="9751">
                  <c:v>0</c:v>
                </c:pt>
                <c:pt idx="9752">
                  <c:v>0</c:v>
                </c:pt>
                <c:pt idx="9753">
                  <c:v>0</c:v>
                </c:pt>
                <c:pt idx="9754">
                  <c:v>24</c:v>
                </c:pt>
                <c:pt idx="9755">
                  <c:v>30</c:v>
                </c:pt>
                <c:pt idx="9756">
                  <c:v>2</c:v>
                </c:pt>
                <c:pt idx="9757">
                  <c:v>0</c:v>
                </c:pt>
                <c:pt idx="9758">
                  <c:v>105</c:v>
                </c:pt>
                <c:pt idx="9759">
                  <c:v>0</c:v>
                </c:pt>
                <c:pt idx="9760">
                  <c:v>0</c:v>
                </c:pt>
                <c:pt idx="9761">
                  <c:v>72</c:v>
                </c:pt>
                <c:pt idx="9762">
                  <c:v>168</c:v>
                </c:pt>
                <c:pt idx="9763">
                  <c:v>0</c:v>
                </c:pt>
                <c:pt idx="9764">
                  <c:v>0</c:v>
                </c:pt>
                <c:pt idx="9765">
                  <c:v>30</c:v>
                </c:pt>
                <c:pt idx="9766">
                  <c:v>30</c:v>
                </c:pt>
                <c:pt idx="9767">
                  <c:v>42</c:v>
                </c:pt>
                <c:pt idx="9768">
                  <c:v>16</c:v>
                </c:pt>
                <c:pt idx="9769">
                  <c:v>3</c:v>
                </c:pt>
                <c:pt idx="9770">
                  <c:v>9</c:v>
                </c:pt>
                <c:pt idx="9771">
                  <c:v>0</c:v>
                </c:pt>
                <c:pt idx="9772">
                  <c:v>0</c:v>
                </c:pt>
                <c:pt idx="9773">
                  <c:v>0</c:v>
                </c:pt>
                <c:pt idx="9774">
                  <c:v>2</c:v>
                </c:pt>
                <c:pt idx="9775">
                  <c:v>11</c:v>
                </c:pt>
                <c:pt idx="9776">
                  <c:v>0</c:v>
                </c:pt>
                <c:pt idx="9777">
                  <c:v>0</c:v>
                </c:pt>
                <c:pt idx="9778">
                  <c:v>0</c:v>
                </c:pt>
                <c:pt idx="9779">
                  <c:v>42</c:v>
                </c:pt>
                <c:pt idx="9780">
                  <c:v>0</c:v>
                </c:pt>
                <c:pt idx="9781">
                  <c:v>10</c:v>
                </c:pt>
                <c:pt idx="9782">
                  <c:v>0</c:v>
                </c:pt>
                <c:pt idx="9783">
                  <c:v>174</c:v>
                </c:pt>
                <c:pt idx="9784">
                  <c:v>0</c:v>
                </c:pt>
                <c:pt idx="9785">
                  <c:v>30</c:v>
                </c:pt>
                <c:pt idx="9786">
                  <c:v>140</c:v>
                </c:pt>
                <c:pt idx="9787">
                  <c:v>27</c:v>
                </c:pt>
                <c:pt idx="9788">
                  <c:v>36</c:v>
                </c:pt>
                <c:pt idx="9789">
                  <c:v>55</c:v>
                </c:pt>
                <c:pt idx="9790">
                  <c:v>6</c:v>
                </c:pt>
                <c:pt idx="9791">
                  <c:v>70</c:v>
                </c:pt>
                <c:pt idx="9792">
                  <c:v>112</c:v>
                </c:pt>
                <c:pt idx="9793">
                  <c:v>89</c:v>
                </c:pt>
                <c:pt idx="9794">
                  <c:v>0</c:v>
                </c:pt>
                <c:pt idx="9795">
                  <c:v>0</c:v>
                </c:pt>
                <c:pt idx="9796">
                  <c:v>0</c:v>
                </c:pt>
                <c:pt idx="9797">
                  <c:v>162</c:v>
                </c:pt>
                <c:pt idx="9798">
                  <c:v>23</c:v>
                </c:pt>
                <c:pt idx="9799">
                  <c:v>930</c:v>
                </c:pt>
                <c:pt idx="9800">
                  <c:v>0</c:v>
                </c:pt>
                <c:pt idx="9801">
                  <c:v>0</c:v>
                </c:pt>
                <c:pt idx="9802">
                  <c:v>0</c:v>
                </c:pt>
                <c:pt idx="9803">
                  <c:v>15</c:v>
                </c:pt>
                <c:pt idx="9804">
                  <c:v>1</c:v>
                </c:pt>
                <c:pt idx="9805">
                  <c:v>1</c:v>
                </c:pt>
                <c:pt idx="9806">
                  <c:v>0</c:v>
                </c:pt>
                <c:pt idx="9807">
                  <c:v>24</c:v>
                </c:pt>
                <c:pt idx="9808">
                  <c:v>0</c:v>
                </c:pt>
                <c:pt idx="9809">
                  <c:v>30</c:v>
                </c:pt>
                <c:pt idx="9810">
                  <c:v>0</c:v>
                </c:pt>
                <c:pt idx="9811">
                  <c:v>28</c:v>
                </c:pt>
                <c:pt idx="9812">
                  <c:v>0</c:v>
                </c:pt>
                <c:pt idx="9813">
                  <c:v>0</c:v>
                </c:pt>
                <c:pt idx="9814">
                  <c:v>0</c:v>
                </c:pt>
                <c:pt idx="9815">
                  <c:v>0</c:v>
                </c:pt>
                <c:pt idx="9816">
                  <c:v>0</c:v>
                </c:pt>
                <c:pt idx="9817">
                  <c:v>30</c:v>
                </c:pt>
                <c:pt idx="9818">
                  <c:v>180</c:v>
                </c:pt>
                <c:pt idx="9819">
                  <c:v>308</c:v>
                </c:pt>
                <c:pt idx="9820">
                  <c:v>0</c:v>
                </c:pt>
                <c:pt idx="9821">
                  <c:v>177</c:v>
                </c:pt>
                <c:pt idx="9822">
                  <c:v>72</c:v>
                </c:pt>
                <c:pt idx="9823">
                  <c:v>3</c:v>
                </c:pt>
                <c:pt idx="9824">
                  <c:v>84</c:v>
                </c:pt>
                <c:pt idx="9825">
                  <c:v>16</c:v>
                </c:pt>
                <c:pt idx="9826">
                  <c:v>6</c:v>
                </c:pt>
                <c:pt idx="9827">
                  <c:v>140</c:v>
                </c:pt>
                <c:pt idx="9828">
                  <c:v>20</c:v>
                </c:pt>
                <c:pt idx="9829">
                  <c:v>150</c:v>
                </c:pt>
                <c:pt idx="9830">
                  <c:v>0</c:v>
                </c:pt>
                <c:pt idx="9831">
                  <c:v>20</c:v>
                </c:pt>
                <c:pt idx="9832">
                  <c:v>132</c:v>
                </c:pt>
                <c:pt idx="9833">
                  <c:v>136</c:v>
                </c:pt>
                <c:pt idx="9834">
                  <c:v>42</c:v>
                </c:pt>
                <c:pt idx="9835">
                  <c:v>13</c:v>
                </c:pt>
                <c:pt idx="9836">
                  <c:v>4</c:v>
                </c:pt>
                <c:pt idx="9837">
                  <c:v>20</c:v>
                </c:pt>
                <c:pt idx="9838">
                  <c:v>0</c:v>
                </c:pt>
                <c:pt idx="9839">
                  <c:v>0</c:v>
                </c:pt>
                <c:pt idx="9840">
                  <c:v>180</c:v>
                </c:pt>
                <c:pt idx="9841">
                  <c:v>0</c:v>
                </c:pt>
                <c:pt idx="9842">
                  <c:v>70</c:v>
                </c:pt>
                <c:pt idx="9843">
                  <c:v>112</c:v>
                </c:pt>
                <c:pt idx="9844">
                  <c:v>30</c:v>
                </c:pt>
                <c:pt idx="9845">
                  <c:v>0</c:v>
                </c:pt>
                <c:pt idx="9846">
                  <c:v>17</c:v>
                </c:pt>
                <c:pt idx="9847">
                  <c:v>6</c:v>
                </c:pt>
                <c:pt idx="9848">
                  <c:v>60</c:v>
                </c:pt>
                <c:pt idx="9849">
                  <c:v>0</c:v>
                </c:pt>
                <c:pt idx="9850">
                  <c:v>84</c:v>
                </c:pt>
                <c:pt idx="9851">
                  <c:v>0</c:v>
                </c:pt>
                <c:pt idx="9852">
                  <c:v>0</c:v>
                </c:pt>
                <c:pt idx="9853">
                  <c:v>0</c:v>
                </c:pt>
                <c:pt idx="9854">
                  <c:v>10</c:v>
                </c:pt>
                <c:pt idx="9855">
                  <c:v>15</c:v>
                </c:pt>
                <c:pt idx="9856">
                  <c:v>17</c:v>
                </c:pt>
                <c:pt idx="9857">
                  <c:v>19</c:v>
                </c:pt>
                <c:pt idx="9858">
                  <c:v>0</c:v>
                </c:pt>
                <c:pt idx="9859">
                  <c:v>24</c:v>
                </c:pt>
                <c:pt idx="9860">
                  <c:v>3</c:v>
                </c:pt>
                <c:pt idx="9861">
                  <c:v>60</c:v>
                </c:pt>
                <c:pt idx="9862">
                  <c:v>20</c:v>
                </c:pt>
                <c:pt idx="9863">
                  <c:v>9</c:v>
                </c:pt>
                <c:pt idx="9864">
                  <c:v>3</c:v>
                </c:pt>
                <c:pt idx="9865">
                  <c:v>60</c:v>
                </c:pt>
                <c:pt idx="9866">
                  <c:v>0</c:v>
                </c:pt>
                <c:pt idx="9867">
                  <c:v>3</c:v>
                </c:pt>
                <c:pt idx="9868">
                  <c:v>15</c:v>
                </c:pt>
                <c:pt idx="9869">
                  <c:v>33</c:v>
                </c:pt>
                <c:pt idx="9870">
                  <c:v>0</c:v>
                </c:pt>
                <c:pt idx="9871">
                  <c:v>0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0</c:v>
                </c:pt>
                <c:pt idx="9876">
                  <c:v>0</c:v>
                </c:pt>
                <c:pt idx="9877">
                  <c:v>15</c:v>
                </c:pt>
                <c:pt idx="9878">
                  <c:v>112</c:v>
                </c:pt>
                <c:pt idx="9879">
                  <c:v>0</c:v>
                </c:pt>
                <c:pt idx="9880">
                  <c:v>0</c:v>
                </c:pt>
                <c:pt idx="9881">
                  <c:v>0</c:v>
                </c:pt>
                <c:pt idx="9882">
                  <c:v>0</c:v>
                </c:pt>
                <c:pt idx="9883">
                  <c:v>0</c:v>
                </c:pt>
                <c:pt idx="9884">
                  <c:v>6</c:v>
                </c:pt>
                <c:pt idx="9885">
                  <c:v>4</c:v>
                </c:pt>
                <c:pt idx="9886">
                  <c:v>1</c:v>
                </c:pt>
                <c:pt idx="9887">
                  <c:v>0</c:v>
                </c:pt>
                <c:pt idx="9888">
                  <c:v>72</c:v>
                </c:pt>
                <c:pt idx="9889">
                  <c:v>0</c:v>
                </c:pt>
                <c:pt idx="9890">
                  <c:v>0</c:v>
                </c:pt>
                <c:pt idx="9891">
                  <c:v>0</c:v>
                </c:pt>
                <c:pt idx="9892">
                  <c:v>0</c:v>
                </c:pt>
                <c:pt idx="9893">
                  <c:v>70</c:v>
                </c:pt>
                <c:pt idx="9894">
                  <c:v>83</c:v>
                </c:pt>
                <c:pt idx="9895">
                  <c:v>100</c:v>
                </c:pt>
                <c:pt idx="9896">
                  <c:v>24</c:v>
                </c:pt>
                <c:pt idx="9897">
                  <c:v>21</c:v>
                </c:pt>
                <c:pt idx="9898">
                  <c:v>105</c:v>
                </c:pt>
                <c:pt idx="9899">
                  <c:v>90</c:v>
                </c:pt>
                <c:pt idx="9900">
                  <c:v>140</c:v>
                </c:pt>
                <c:pt idx="9901">
                  <c:v>0</c:v>
                </c:pt>
                <c:pt idx="9902">
                  <c:v>0</c:v>
                </c:pt>
                <c:pt idx="9903">
                  <c:v>0</c:v>
                </c:pt>
                <c:pt idx="9904">
                  <c:v>1</c:v>
                </c:pt>
                <c:pt idx="9905">
                  <c:v>0</c:v>
                </c:pt>
                <c:pt idx="9906">
                  <c:v>22</c:v>
                </c:pt>
                <c:pt idx="9907">
                  <c:v>26</c:v>
                </c:pt>
                <c:pt idx="9908">
                  <c:v>60</c:v>
                </c:pt>
                <c:pt idx="9909">
                  <c:v>0</c:v>
                </c:pt>
                <c:pt idx="9910">
                  <c:v>180</c:v>
                </c:pt>
                <c:pt idx="9911">
                  <c:v>150</c:v>
                </c:pt>
                <c:pt idx="9912">
                  <c:v>0</c:v>
                </c:pt>
                <c:pt idx="9913">
                  <c:v>0</c:v>
                </c:pt>
                <c:pt idx="9914">
                  <c:v>30</c:v>
                </c:pt>
                <c:pt idx="9915">
                  <c:v>0</c:v>
                </c:pt>
                <c:pt idx="9916">
                  <c:v>60</c:v>
                </c:pt>
                <c:pt idx="9917">
                  <c:v>0</c:v>
                </c:pt>
                <c:pt idx="9918">
                  <c:v>0</c:v>
                </c:pt>
                <c:pt idx="9919">
                  <c:v>7</c:v>
                </c:pt>
                <c:pt idx="9920">
                  <c:v>210</c:v>
                </c:pt>
                <c:pt idx="9921">
                  <c:v>0</c:v>
                </c:pt>
                <c:pt idx="9922">
                  <c:v>0</c:v>
                </c:pt>
                <c:pt idx="9923">
                  <c:v>0</c:v>
                </c:pt>
                <c:pt idx="9924">
                  <c:v>0</c:v>
                </c:pt>
                <c:pt idx="9925">
                  <c:v>3</c:v>
                </c:pt>
                <c:pt idx="9926">
                  <c:v>23</c:v>
                </c:pt>
                <c:pt idx="9927">
                  <c:v>6</c:v>
                </c:pt>
                <c:pt idx="9928">
                  <c:v>4</c:v>
                </c:pt>
                <c:pt idx="9929">
                  <c:v>64</c:v>
                </c:pt>
                <c:pt idx="9930">
                  <c:v>0</c:v>
                </c:pt>
                <c:pt idx="9931">
                  <c:v>0</c:v>
                </c:pt>
                <c:pt idx="9932">
                  <c:v>30</c:v>
                </c:pt>
                <c:pt idx="9933">
                  <c:v>0</c:v>
                </c:pt>
                <c:pt idx="9934">
                  <c:v>2</c:v>
                </c:pt>
                <c:pt idx="9935">
                  <c:v>30</c:v>
                </c:pt>
                <c:pt idx="9936">
                  <c:v>0</c:v>
                </c:pt>
                <c:pt idx="9937">
                  <c:v>1</c:v>
                </c:pt>
                <c:pt idx="9938">
                  <c:v>7</c:v>
                </c:pt>
                <c:pt idx="9939">
                  <c:v>13</c:v>
                </c:pt>
                <c:pt idx="9940">
                  <c:v>7</c:v>
                </c:pt>
                <c:pt idx="9941">
                  <c:v>3</c:v>
                </c:pt>
                <c:pt idx="9942">
                  <c:v>0</c:v>
                </c:pt>
                <c:pt idx="9943">
                  <c:v>130</c:v>
                </c:pt>
                <c:pt idx="9944">
                  <c:v>0</c:v>
                </c:pt>
                <c:pt idx="9945">
                  <c:v>375</c:v>
                </c:pt>
                <c:pt idx="9946">
                  <c:v>168</c:v>
                </c:pt>
                <c:pt idx="9947">
                  <c:v>0</c:v>
                </c:pt>
                <c:pt idx="9948">
                  <c:v>0</c:v>
                </c:pt>
                <c:pt idx="9949">
                  <c:v>0</c:v>
                </c:pt>
                <c:pt idx="9950">
                  <c:v>6</c:v>
                </c:pt>
                <c:pt idx="9951">
                  <c:v>10</c:v>
                </c:pt>
                <c:pt idx="9952">
                  <c:v>1</c:v>
                </c:pt>
                <c:pt idx="9953">
                  <c:v>1</c:v>
                </c:pt>
                <c:pt idx="9954">
                  <c:v>0</c:v>
                </c:pt>
                <c:pt idx="9955">
                  <c:v>0</c:v>
                </c:pt>
                <c:pt idx="9956">
                  <c:v>2</c:v>
                </c:pt>
                <c:pt idx="9957">
                  <c:v>0</c:v>
                </c:pt>
                <c:pt idx="9958">
                  <c:v>21</c:v>
                </c:pt>
                <c:pt idx="9959">
                  <c:v>0</c:v>
                </c:pt>
                <c:pt idx="9960">
                  <c:v>27</c:v>
                </c:pt>
                <c:pt idx="9961">
                  <c:v>15</c:v>
                </c:pt>
                <c:pt idx="9962">
                  <c:v>0</c:v>
                </c:pt>
                <c:pt idx="9963">
                  <c:v>0</c:v>
                </c:pt>
                <c:pt idx="9964">
                  <c:v>0</c:v>
                </c:pt>
                <c:pt idx="9965">
                  <c:v>90</c:v>
                </c:pt>
                <c:pt idx="9966">
                  <c:v>90</c:v>
                </c:pt>
                <c:pt idx="9967">
                  <c:v>30</c:v>
                </c:pt>
                <c:pt idx="9968">
                  <c:v>0</c:v>
                </c:pt>
                <c:pt idx="9969">
                  <c:v>0</c:v>
                </c:pt>
                <c:pt idx="9970">
                  <c:v>0</c:v>
                </c:pt>
                <c:pt idx="9971">
                  <c:v>0</c:v>
                </c:pt>
                <c:pt idx="9972">
                  <c:v>90</c:v>
                </c:pt>
                <c:pt idx="9973">
                  <c:v>30</c:v>
                </c:pt>
                <c:pt idx="9974">
                  <c:v>30</c:v>
                </c:pt>
                <c:pt idx="9975">
                  <c:v>60</c:v>
                </c:pt>
                <c:pt idx="9976">
                  <c:v>90</c:v>
                </c:pt>
                <c:pt idx="9977">
                  <c:v>112</c:v>
                </c:pt>
                <c:pt idx="9978">
                  <c:v>30</c:v>
                </c:pt>
                <c:pt idx="9979">
                  <c:v>56</c:v>
                </c:pt>
                <c:pt idx="9980">
                  <c:v>84</c:v>
                </c:pt>
                <c:pt idx="9981">
                  <c:v>0</c:v>
                </c:pt>
                <c:pt idx="9982">
                  <c:v>0</c:v>
                </c:pt>
                <c:pt idx="9983">
                  <c:v>0</c:v>
                </c:pt>
                <c:pt idx="9984">
                  <c:v>7</c:v>
                </c:pt>
                <c:pt idx="9985">
                  <c:v>0</c:v>
                </c:pt>
                <c:pt idx="9986">
                  <c:v>30</c:v>
                </c:pt>
                <c:pt idx="9987">
                  <c:v>0</c:v>
                </c:pt>
                <c:pt idx="9988">
                  <c:v>3</c:v>
                </c:pt>
                <c:pt idx="9989">
                  <c:v>160</c:v>
                </c:pt>
                <c:pt idx="9990">
                  <c:v>56</c:v>
                </c:pt>
                <c:pt idx="9991">
                  <c:v>0</c:v>
                </c:pt>
                <c:pt idx="9992">
                  <c:v>92</c:v>
                </c:pt>
                <c:pt idx="9993">
                  <c:v>147</c:v>
                </c:pt>
                <c:pt idx="9994">
                  <c:v>6</c:v>
                </c:pt>
                <c:pt idx="9995">
                  <c:v>5</c:v>
                </c:pt>
                <c:pt idx="9996">
                  <c:v>14</c:v>
                </c:pt>
                <c:pt idx="9997">
                  <c:v>0</c:v>
                </c:pt>
                <c:pt idx="9998">
                  <c:v>0</c:v>
                </c:pt>
                <c:pt idx="9999">
                  <c:v>0</c:v>
                </c:pt>
                <c:pt idx="10000">
                  <c:v>0</c:v>
                </c:pt>
                <c:pt idx="10001">
                  <c:v>0</c:v>
                </c:pt>
                <c:pt idx="10002">
                  <c:v>58</c:v>
                </c:pt>
                <c:pt idx="10003">
                  <c:v>0</c:v>
                </c:pt>
                <c:pt idx="10004">
                  <c:v>0</c:v>
                </c:pt>
                <c:pt idx="10005">
                  <c:v>4</c:v>
                </c:pt>
                <c:pt idx="10006">
                  <c:v>17</c:v>
                </c:pt>
                <c:pt idx="10007">
                  <c:v>0</c:v>
                </c:pt>
                <c:pt idx="10008">
                  <c:v>0</c:v>
                </c:pt>
                <c:pt idx="10009">
                  <c:v>30</c:v>
                </c:pt>
                <c:pt idx="10010">
                  <c:v>0</c:v>
                </c:pt>
                <c:pt idx="10011">
                  <c:v>0</c:v>
                </c:pt>
                <c:pt idx="10012">
                  <c:v>0</c:v>
                </c:pt>
                <c:pt idx="10013">
                  <c:v>0</c:v>
                </c:pt>
                <c:pt idx="10014">
                  <c:v>150</c:v>
                </c:pt>
                <c:pt idx="10015">
                  <c:v>280</c:v>
                </c:pt>
                <c:pt idx="10016">
                  <c:v>0</c:v>
                </c:pt>
                <c:pt idx="10017">
                  <c:v>0</c:v>
                </c:pt>
                <c:pt idx="10018">
                  <c:v>0</c:v>
                </c:pt>
                <c:pt idx="10019">
                  <c:v>0</c:v>
                </c:pt>
                <c:pt idx="10020">
                  <c:v>180</c:v>
                </c:pt>
                <c:pt idx="10021">
                  <c:v>0</c:v>
                </c:pt>
                <c:pt idx="10022">
                  <c:v>10</c:v>
                </c:pt>
                <c:pt idx="10023">
                  <c:v>18</c:v>
                </c:pt>
                <c:pt idx="10024">
                  <c:v>6</c:v>
                </c:pt>
                <c:pt idx="10025">
                  <c:v>0</c:v>
                </c:pt>
                <c:pt idx="10026">
                  <c:v>0</c:v>
                </c:pt>
                <c:pt idx="10027">
                  <c:v>0</c:v>
                </c:pt>
                <c:pt idx="10028">
                  <c:v>0</c:v>
                </c:pt>
                <c:pt idx="10029">
                  <c:v>68</c:v>
                </c:pt>
                <c:pt idx="10030">
                  <c:v>30</c:v>
                </c:pt>
                <c:pt idx="10031">
                  <c:v>180</c:v>
                </c:pt>
                <c:pt idx="10032">
                  <c:v>23</c:v>
                </c:pt>
                <c:pt idx="10033">
                  <c:v>27</c:v>
                </c:pt>
                <c:pt idx="10034">
                  <c:v>0</c:v>
                </c:pt>
                <c:pt idx="10035">
                  <c:v>0</c:v>
                </c:pt>
                <c:pt idx="10036">
                  <c:v>180</c:v>
                </c:pt>
                <c:pt idx="10037">
                  <c:v>3</c:v>
                </c:pt>
                <c:pt idx="10038">
                  <c:v>30</c:v>
                </c:pt>
                <c:pt idx="10039">
                  <c:v>90</c:v>
                </c:pt>
                <c:pt idx="10040">
                  <c:v>0</c:v>
                </c:pt>
                <c:pt idx="10041">
                  <c:v>0</c:v>
                </c:pt>
                <c:pt idx="10042">
                  <c:v>180</c:v>
                </c:pt>
                <c:pt idx="10043">
                  <c:v>30</c:v>
                </c:pt>
                <c:pt idx="10044">
                  <c:v>0</c:v>
                </c:pt>
                <c:pt idx="10045">
                  <c:v>1</c:v>
                </c:pt>
                <c:pt idx="10046">
                  <c:v>168</c:v>
                </c:pt>
                <c:pt idx="10047">
                  <c:v>0</c:v>
                </c:pt>
                <c:pt idx="10048">
                  <c:v>90</c:v>
                </c:pt>
                <c:pt idx="10049">
                  <c:v>0</c:v>
                </c:pt>
                <c:pt idx="10050">
                  <c:v>0</c:v>
                </c:pt>
                <c:pt idx="10051">
                  <c:v>12</c:v>
                </c:pt>
                <c:pt idx="10052">
                  <c:v>0</c:v>
                </c:pt>
                <c:pt idx="10053">
                  <c:v>42</c:v>
                </c:pt>
                <c:pt idx="10054">
                  <c:v>14</c:v>
                </c:pt>
                <c:pt idx="10055">
                  <c:v>21</c:v>
                </c:pt>
                <c:pt idx="10056">
                  <c:v>7</c:v>
                </c:pt>
                <c:pt idx="10057">
                  <c:v>44</c:v>
                </c:pt>
                <c:pt idx="10058">
                  <c:v>54</c:v>
                </c:pt>
                <c:pt idx="10059">
                  <c:v>2</c:v>
                </c:pt>
                <c:pt idx="10060">
                  <c:v>25</c:v>
                </c:pt>
                <c:pt idx="10061">
                  <c:v>34</c:v>
                </c:pt>
                <c:pt idx="10062">
                  <c:v>5</c:v>
                </c:pt>
                <c:pt idx="10063">
                  <c:v>25</c:v>
                </c:pt>
                <c:pt idx="10064">
                  <c:v>180</c:v>
                </c:pt>
                <c:pt idx="10065">
                  <c:v>1</c:v>
                </c:pt>
                <c:pt idx="10066">
                  <c:v>22</c:v>
                </c:pt>
                <c:pt idx="10067">
                  <c:v>7</c:v>
                </c:pt>
                <c:pt idx="10068">
                  <c:v>30</c:v>
                </c:pt>
                <c:pt idx="10069">
                  <c:v>15</c:v>
                </c:pt>
                <c:pt idx="10070">
                  <c:v>1</c:v>
                </c:pt>
                <c:pt idx="10071">
                  <c:v>18</c:v>
                </c:pt>
                <c:pt idx="10072">
                  <c:v>36</c:v>
                </c:pt>
                <c:pt idx="10073">
                  <c:v>145</c:v>
                </c:pt>
                <c:pt idx="10074">
                  <c:v>0</c:v>
                </c:pt>
                <c:pt idx="10075">
                  <c:v>0</c:v>
                </c:pt>
                <c:pt idx="10076">
                  <c:v>13</c:v>
                </c:pt>
                <c:pt idx="10077">
                  <c:v>105</c:v>
                </c:pt>
                <c:pt idx="10078">
                  <c:v>195</c:v>
                </c:pt>
                <c:pt idx="10079">
                  <c:v>0</c:v>
                </c:pt>
                <c:pt idx="10080">
                  <c:v>60</c:v>
                </c:pt>
                <c:pt idx="10081">
                  <c:v>60</c:v>
                </c:pt>
                <c:pt idx="10082">
                  <c:v>280</c:v>
                </c:pt>
                <c:pt idx="10083">
                  <c:v>0</c:v>
                </c:pt>
                <c:pt idx="10084">
                  <c:v>1</c:v>
                </c:pt>
                <c:pt idx="10085">
                  <c:v>126</c:v>
                </c:pt>
                <c:pt idx="10086">
                  <c:v>34</c:v>
                </c:pt>
                <c:pt idx="10087">
                  <c:v>8</c:v>
                </c:pt>
                <c:pt idx="10088">
                  <c:v>100</c:v>
                </c:pt>
                <c:pt idx="10089">
                  <c:v>0</c:v>
                </c:pt>
                <c:pt idx="10090">
                  <c:v>0</c:v>
                </c:pt>
                <c:pt idx="10091">
                  <c:v>33</c:v>
                </c:pt>
                <c:pt idx="10092">
                  <c:v>9</c:v>
                </c:pt>
                <c:pt idx="10093">
                  <c:v>5</c:v>
                </c:pt>
                <c:pt idx="10094">
                  <c:v>450</c:v>
                </c:pt>
                <c:pt idx="10095">
                  <c:v>24</c:v>
                </c:pt>
                <c:pt idx="10096">
                  <c:v>0</c:v>
                </c:pt>
                <c:pt idx="10097">
                  <c:v>0</c:v>
                </c:pt>
                <c:pt idx="10098">
                  <c:v>0</c:v>
                </c:pt>
                <c:pt idx="10099">
                  <c:v>0</c:v>
                </c:pt>
                <c:pt idx="10100">
                  <c:v>0</c:v>
                </c:pt>
                <c:pt idx="10101">
                  <c:v>0</c:v>
                </c:pt>
                <c:pt idx="10102">
                  <c:v>63</c:v>
                </c:pt>
                <c:pt idx="10103">
                  <c:v>24</c:v>
                </c:pt>
                <c:pt idx="10104">
                  <c:v>25</c:v>
                </c:pt>
                <c:pt idx="10105">
                  <c:v>0</c:v>
                </c:pt>
                <c:pt idx="10106">
                  <c:v>0</c:v>
                </c:pt>
                <c:pt idx="10107">
                  <c:v>48</c:v>
                </c:pt>
                <c:pt idx="10108">
                  <c:v>56</c:v>
                </c:pt>
                <c:pt idx="10109">
                  <c:v>112</c:v>
                </c:pt>
                <c:pt idx="10110">
                  <c:v>13</c:v>
                </c:pt>
                <c:pt idx="10111">
                  <c:v>0</c:v>
                </c:pt>
                <c:pt idx="10112">
                  <c:v>0</c:v>
                </c:pt>
                <c:pt idx="10113">
                  <c:v>0</c:v>
                </c:pt>
                <c:pt idx="10114">
                  <c:v>112</c:v>
                </c:pt>
                <c:pt idx="10115">
                  <c:v>2</c:v>
                </c:pt>
                <c:pt idx="10116">
                  <c:v>65</c:v>
                </c:pt>
                <c:pt idx="10117">
                  <c:v>28</c:v>
                </c:pt>
                <c:pt idx="10118">
                  <c:v>84</c:v>
                </c:pt>
                <c:pt idx="10119">
                  <c:v>15</c:v>
                </c:pt>
                <c:pt idx="10120">
                  <c:v>1</c:v>
                </c:pt>
                <c:pt idx="10121">
                  <c:v>72</c:v>
                </c:pt>
                <c:pt idx="10122">
                  <c:v>0</c:v>
                </c:pt>
                <c:pt idx="10123">
                  <c:v>0</c:v>
                </c:pt>
                <c:pt idx="10124">
                  <c:v>240</c:v>
                </c:pt>
                <c:pt idx="10125">
                  <c:v>5</c:v>
                </c:pt>
                <c:pt idx="10126">
                  <c:v>42</c:v>
                </c:pt>
                <c:pt idx="10127">
                  <c:v>120</c:v>
                </c:pt>
                <c:pt idx="10128">
                  <c:v>0</c:v>
                </c:pt>
                <c:pt idx="10129">
                  <c:v>126</c:v>
                </c:pt>
                <c:pt idx="10130">
                  <c:v>189</c:v>
                </c:pt>
                <c:pt idx="10131">
                  <c:v>12</c:v>
                </c:pt>
                <c:pt idx="10132">
                  <c:v>16</c:v>
                </c:pt>
                <c:pt idx="10133">
                  <c:v>0</c:v>
                </c:pt>
                <c:pt idx="10134">
                  <c:v>196</c:v>
                </c:pt>
                <c:pt idx="10135">
                  <c:v>0</c:v>
                </c:pt>
                <c:pt idx="10136">
                  <c:v>0</c:v>
                </c:pt>
                <c:pt idx="10137">
                  <c:v>2</c:v>
                </c:pt>
                <c:pt idx="10138">
                  <c:v>68</c:v>
                </c:pt>
                <c:pt idx="10139">
                  <c:v>0</c:v>
                </c:pt>
                <c:pt idx="10140">
                  <c:v>0</c:v>
                </c:pt>
                <c:pt idx="10141">
                  <c:v>3</c:v>
                </c:pt>
                <c:pt idx="10142">
                  <c:v>0</c:v>
                </c:pt>
                <c:pt idx="10143">
                  <c:v>90</c:v>
                </c:pt>
                <c:pt idx="10144">
                  <c:v>54</c:v>
                </c:pt>
                <c:pt idx="10145">
                  <c:v>56</c:v>
                </c:pt>
                <c:pt idx="10146">
                  <c:v>0</c:v>
                </c:pt>
                <c:pt idx="10147">
                  <c:v>24</c:v>
                </c:pt>
                <c:pt idx="10148">
                  <c:v>60</c:v>
                </c:pt>
                <c:pt idx="10149">
                  <c:v>148</c:v>
                </c:pt>
                <c:pt idx="10150">
                  <c:v>15</c:v>
                </c:pt>
                <c:pt idx="10151">
                  <c:v>0</c:v>
                </c:pt>
                <c:pt idx="10152">
                  <c:v>1</c:v>
                </c:pt>
                <c:pt idx="10153">
                  <c:v>0</c:v>
                </c:pt>
                <c:pt idx="10154">
                  <c:v>60</c:v>
                </c:pt>
                <c:pt idx="10155">
                  <c:v>44</c:v>
                </c:pt>
                <c:pt idx="10156">
                  <c:v>5</c:v>
                </c:pt>
                <c:pt idx="10157">
                  <c:v>84</c:v>
                </c:pt>
                <c:pt idx="10158">
                  <c:v>0</c:v>
                </c:pt>
                <c:pt idx="10159">
                  <c:v>42</c:v>
                </c:pt>
                <c:pt idx="10160">
                  <c:v>19</c:v>
                </c:pt>
                <c:pt idx="10161">
                  <c:v>0</c:v>
                </c:pt>
                <c:pt idx="10162">
                  <c:v>0</c:v>
                </c:pt>
                <c:pt idx="10163">
                  <c:v>14</c:v>
                </c:pt>
                <c:pt idx="10164">
                  <c:v>24</c:v>
                </c:pt>
                <c:pt idx="10165">
                  <c:v>13</c:v>
                </c:pt>
                <c:pt idx="10166">
                  <c:v>18</c:v>
                </c:pt>
                <c:pt idx="10167">
                  <c:v>6</c:v>
                </c:pt>
                <c:pt idx="10168">
                  <c:v>7</c:v>
                </c:pt>
                <c:pt idx="10169">
                  <c:v>0</c:v>
                </c:pt>
                <c:pt idx="10170">
                  <c:v>0</c:v>
                </c:pt>
                <c:pt idx="10171">
                  <c:v>0</c:v>
                </c:pt>
                <c:pt idx="10172">
                  <c:v>0</c:v>
                </c:pt>
                <c:pt idx="10173">
                  <c:v>0</c:v>
                </c:pt>
                <c:pt idx="10174">
                  <c:v>0</c:v>
                </c:pt>
                <c:pt idx="10175">
                  <c:v>1</c:v>
                </c:pt>
                <c:pt idx="10176">
                  <c:v>0</c:v>
                </c:pt>
                <c:pt idx="10177">
                  <c:v>0</c:v>
                </c:pt>
                <c:pt idx="10178">
                  <c:v>7</c:v>
                </c:pt>
                <c:pt idx="10179">
                  <c:v>120</c:v>
                </c:pt>
                <c:pt idx="10180">
                  <c:v>0</c:v>
                </c:pt>
                <c:pt idx="10181">
                  <c:v>0</c:v>
                </c:pt>
                <c:pt idx="10182">
                  <c:v>14</c:v>
                </c:pt>
                <c:pt idx="10183">
                  <c:v>5</c:v>
                </c:pt>
                <c:pt idx="10184">
                  <c:v>3</c:v>
                </c:pt>
                <c:pt idx="10185">
                  <c:v>0</c:v>
                </c:pt>
                <c:pt idx="10186">
                  <c:v>10</c:v>
                </c:pt>
                <c:pt idx="10187">
                  <c:v>1</c:v>
                </c:pt>
                <c:pt idx="10188">
                  <c:v>90</c:v>
                </c:pt>
                <c:pt idx="10189">
                  <c:v>90</c:v>
                </c:pt>
                <c:pt idx="10190">
                  <c:v>22</c:v>
                </c:pt>
                <c:pt idx="10191">
                  <c:v>0</c:v>
                </c:pt>
                <c:pt idx="10192">
                  <c:v>35</c:v>
                </c:pt>
                <c:pt idx="10193">
                  <c:v>0</c:v>
                </c:pt>
                <c:pt idx="10194">
                  <c:v>330</c:v>
                </c:pt>
                <c:pt idx="10195">
                  <c:v>112</c:v>
                </c:pt>
                <c:pt idx="10196">
                  <c:v>0</c:v>
                </c:pt>
                <c:pt idx="10197">
                  <c:v>1</c:v>
                </c:pt>
                <c:pt idx="10198">
                  <c:v>0</c:v>
                </c:pt>
                <c:pt idx="10199">
                  <c:v>0</c:v>
                </c:pt>
                <c:pt idx="10200">
                  <c:v>0</c:v>
                </c:pt>
                <c:pt idx="10201">
                  <c:v>0</c:v>
                </c:pt>
                <c:pt idx="10202">
                  <c:v>84</c:v>
                </c:pt>
                <c:pt idx="10203">
                  <c:v>34</c:v>
                </c:pt>
                <c:pt idx="10204">
                  <c:v>48</c:v>
                </c:pt>
                <c:pt idx="10205">
                  <c:v>2</c:v>
                </c:pt>
                <c:pt idx="10206">
                  <c:v>2</c:v>
                </c:pt>
                <c:pt idx="10207">
                  <c:v>0</c:v>
                </c:pt>
                <c:pt idx="10208">
                  <c:v>224</c:v>
                </c:pt>
                <c:pt idx="10209">
                  <c:v>0</c:v>
                </c:pt>
                <c:pt idx="10210">
                  <c:v>1</c:v>
                </c:pt>
                <c:pt idx="10211">
                  <c:v>6</c:v>
                </c:pt>
                <c:pt idx="10212">
                  <c:v>34</c:v>
                </c:pt>
                <c:pt idx="10213">
                  <c:v>13</c:v>
                </c:pt>
                <c:pt idx="10214">
                  <c:v>0</c:v>
                </c:pt>
                <c:pt idx="10215">
                  <c:v>1</c:v>
                </c:pt>
                <c:pt idx="10216">
                  <c:v>56</c:v>
                </c:pt>
                <c:pt idx="10217">
                  <c:v>14</c:v>
                </c:pt>
                <c:pt idx="10218">
                  <c:v>0</c:v>
                </c:pt>
                <c:pt idx="10219">
                  <c:v>18</c:v>
                </c:pt>
                <c:pt idx="10220">
                  <c:v>67</c:v>
                </c:pt>
                <c:pt idx="10221">
                  <c:v>160</c:v>
                </c:pt>
                <c:pt idx="10222">
                  <c:v>16</c:v>
                </c:pt>
                <c:pt idx="10223">
                  <c:v>13</c:v>
                </c:pt>
                <c:pt idx="10224">
                  <c:v>1</c:v>
                </c:pt>
                <c:pt idx="10225">
                  <c:v>0</c:v>
                </c:pt>
                <c:pt idx="10226">
                  <c:v>15</c:v>
                </c:pt>
                <c:pt idx="10227">
                  <c:v>0</c:v>
                </c:pt>
                <c:pt idx="10228">
                  <c:v>0</c:v>
                </c:pt>
                <c:pt idx="10229">
                  <c:v>3</c:v>
                </c:pt>
                <c:pt idx="10230">
                  <c:v>0</c:v>
                </c:pt>
                <c:pt idx="10231">
                  <c:v>0</c:v>
                </c:pt>
                <c:pt idx="10232">
                  <c:v>2</c:v>
                </c:pt>
                <c:pt idx="10233">
                  <c:v>0</c:v>
                </c:pt>
                <c:pt idx="10234">
                  <c:v>0</c:v>
                </c:pt>
                <c:pt idx="10235">
                  <c:v>14</c:v>
                </c:pt>
                <c:pt idx="10236">
                  <c:v>44</c:v>
                </c:pt>
                <c:pt idx="10237">
                  <c:v>10</c:v>
                </c:pt>
                <c:pt idx="10238">
                  <c:v>52</c:v>
                </c:pt>
                <c:pt idx="10239">
                  <c:v>0</c:v>
                </c:pt>
                <c:pt idx="10240">
                  <c:v>46</c:v>
                </c:pt>
                <c:pt idx="10241">
                  <c:v>0</c:v>
                </c:pt>
                <c:pt idx="10242">
                  <c:v>14</c:v>
                </c:pt>
                <c:pt idx="10243">
                  <c:v>168</c:v>
                </c:pt>
                <c:pt idx="10244">
                  <c:v>0</c:v>
                </c:pt>
                <c:pt idx="10245">
                  <c:v>4</c:v>
                </c:pt>
                <c:pt idx="10246">
                  <c:v>7</c:v>
                </c:pt>
                <c:pt idx="10247">
                  <c:v>1</c:v>
                </c:pt>
                <c:pt idx="10248">
                  <c:v>0</c:v>
                </c:pt>
                <c:pt idx="10249">
                  <c:v>8</c:v>
                </c:pt>
                <c:pt idx="10250">
                  <c:v>6</c:v>
                </c:pt>
                <c:pt idx="10251">
                  <c:v>168</c:v>
                </c:pt>
                <c:pt idx="10252">
                  <c:v>54</c:v>
                </c:pt>
                <c:pt idx="10253">
                  <c:v>252</c:v>
                </c:pt>
                <c:pt idx="10254">
                  <c:v>0</c:v>
                </c:pt>
                <c:pt idx="10255">
                  <c:v>34</c:v>
                </c:pt>
                <c:pt idx="10256">
                  <c:v>2</c:v>
                </c:pt>
                <c:pt idx="10257">
                  <c:v>1</c:v>
                </c:pt>
                <c:pt idx="10258">
                  <c:v>5</c:v>
                </c:pt>
                <c:pt idx="10259">
                  <c:v>6</c:v>
                </c:pt>
                <c:pt idx="10260">
                  <c:v>13</c:v>
                </c:pt>
                <c:pt idx="10261">
                  <c:v>7</c:v>
                </c:pt>
                <c:pt idx="10262">
                  <c:v>0</c:v>
                </c:pt>
                <c:pt idx="10263">
                  <c:v>4</c:v>
                </c:pt>
                <c:pt idx="10264">
                  <c:v>9</c:v>
                </c:pt>
                <c:pt idx="10265">
                  <c:v>85</c:v>
                </c:pt>
                <c:pt idx="10266">
                  <c:v>11</c:v>
                </c:pt>
                <c:pt idx="10267">
                  <c:v>0</c:v>
                </c:pt>
                <c:pt idx="10268">
                  <c:v>52</c:v>
                </c:pt>
                <c:pt idx="10269">
                  <c:v>40</c:v>
                </c:pt>
                <c:pt idx="10270">
                  <c:v>12</c:v>
                </c:pt>
                <c:pt idx="10271">
                  <c:v>28</c:v>
                </c:pt>
                <c:pt idx="10272">
                  <c:v>24</c:v>
                </c:pt>
                <c:pt idx="10273">
                  <c:v>0</c:v>
                </c:pt>
                <c:pt idx="10274">
                  <c:v>66</c:v>
                </c:pt>
                <c:pt idx="10275">
                  <c:v>30</c:v>
                </c:pt>
                <c:pt idx="10276">
                  <c:v>30</c:v>
                </c:pt>
                <c:pt idx="10277">
                  <c:v>0</c:v>
                </c:pt>
                <c:pt idx="10278">
                  <c:v>5</c:v>
                </c:pt>
                <c:pt idx="10279">
                  <c:v>196</c:v>
                </c:pt>
                <c:pt idx="10280">
                  <c:v>0</c:v>
                </c:pt>
                <c:pt idx="10281">
                  <c:v>4</c:v>
                </c:pt>
                <c:pt idx="10282">
                  <c:v>90</c:v>
                </c:pt>
                <c:pt idx="10283">
                  <c:v>0</c:v>
                </c:pt>
                <c:pt idx="10284">
                  <c:v>0</c:v>
                </c:pt>
                <c:pt idx="10285">
                  <c:v>30</c:v>
                </c:pt>
                <c:pt idx="10286">
                  <c:v>39</c:v>
                </c:pt>
                <c:pt idx="10287">
                  <c:v>55</c:v>
                </c:pt>
                <c:pt idx="10288">
                  <c:v>27</c:v>
                </c:pt>
                <c:pt idx="10289">
                  <c:v>42</c:v>
                </c:pt>
                <c:pt idx="10290">
                  <c:v>0</c:v>
                </c:pt>
                <c:pt idx="10291">
                  <c:v>0</c:v>
                </c:pt>
                <c:pt idx="10292">
                  <c:v>0</c:v>
                </c:pt>
                <c:pt idx="10293">
                  <c:v>0</c:v>
                </c:pt>
                <c:pt idx="10294">
                  <c:v>0</c:v>
                </c:pt>
                <c:pt idx="10295">
                  <c:v>70</c:v>
                </c:pt>
                <c:pt idx="10296">
                  <c:v>57</c:v>
                </c:pt>
                <c:pt idx="10297">
                  <c:v>180</c:v>
                </c:pt>
                <c:pt idx="10298">
                  <c:v>0</c:v>
                </c:pt>
                <c:pt idx="10299">
                  <c:v>114</c:v>
                </c:pt>
                <c:pt idx="10300">
                  <c:v>78</c:v>
                </c:pt>
                <c:pt idx="10301">
                  <c:v>30</c:v>
                </c:pt>
                <c:pt idx="10302">
                  <c:v>200</c:v>
                </c:pt>
                <c:pt idx="10303">
                  <c:v>88</c:v>
                </c:pt>
                <c:pt idx="10304">
                  <c:v>0</c:v>
                </c:pt>
                <c:pt idx="10305">
                  <c:v>98</c:v>
                </c:pt>
                <c:pt idx="10306">
                  <c:v>0</c:v>
                </c:pt>
                <c:pt idx="10307">
                  <c:v>0</c:v>
                </c:pt>
                <c:pt idx="10308">
                  <c:v>0</c:v>
                </c:pt>
                <c:pt idx="10309">
                  <c:v>1</c:v>
                </c:pt>
                <c:pt idx="10310">
                  <c:v>0</c:v>
                </c:pt>
                <c:pt idx="10311">
                  <c:v>10</c:v>
                </c:pt>
                <c:pt idx="10312">
                  <c:v>53</c:v>
                </c:pt>
                <c:pt idx="10313">
                  <c:v>0</c:v>
                </c:pt>
                <c:pt idx="10314">
                  <c:v>0</c:v>
                </c:pt>
                <c:pt idx="10315">
                  <c:v>5</c:v>
                </c:pt>
                <c:pt idx="10316">
                  <c:v>180</c:v>
                </c:pt>
                <c:pt idx="10317">
                  <c:v>58</c:v>
                </c:pt>
                <c:pt idx="10318">
                  <c:v>5</c:v>
                </c:pt>
                <c:pt idx="10319">
                  <c:v>0</c:v>
                </c:pt>
                <c:pt idx="10320">
                  <c:v>0</c:v>
                </c:pt>
                <c:pt idx="10321">
                  <c:v>0</c:v>
                </c:pt>
                <c:pt idx="10322">
                  <c:v>38</c:v>
                </c:pt>
                <c:pt idx="10323">
                  <c:v>6</c:v>
                </c:pt>
                <c:pt idx="10324">
                  <c:v>0</c:v>
                </c:pt>
                <c:pt idx="10325">
                  <c:v>0</c:v>
                </c:pt>
                <c:pt idx="10326">
                  <c:v>0</c:v>
                </c:pt>
                <c:pt idx="10327">
                  <c:v>300</c:v>
                </c:pt>
                <c:pt idx="10328">
                  <c:v>3</c:v>
                </c:pt>
                <c:pt idx="10329">
                  <c:v>70</c:v>
                </c:pt>
                <c:pt idx="10330">
                  <c:v>55</c:v>
                </c:pt>
                <c:pt idx="10331">
                  <c:v>0</c:v>
                </c:pt>
                <c:pt idx="10332">
                  <c:v>0</c:v>
                </c:pt>
                <c:pt idx="10333">
                  <c:v>45</c:v>
                </c:pt>
                <c:pt idx="10334">
                  <c:v>28</c:v>
                </c:pt>
                <c:pt idx="10335">
                  <c:v>45</c:v>
                </c:pt>
                <c:pt idx="10336">
                  <c:v>4</c:v>
                </c:pt>
                <c:pt idx="10337">
                  <c:v>0</c:v>
                </c:pt>
                <c:pt idx="10338">
                  <c:v>0</c:v>
                </c:pt>
                <c:pt idx="10339">
                  <c:v>0</c:v>
                </c:pt>
                <c:pt idx="10340">
                  <c:v>0</c:v>
                </c:pt>
                <c:pt idx="10341">
                  <c:v>8</c:v>
                </c:pt>
                <c:pt idx="10342">
                  <c:v>65</c:v>
                </c:pt>
                <c:pt idx="10343">
                  <c:v>7</c:v>
                </c:pt>
                <c:pt idx="10344">
                  <c:v>1</c:v>
                </c:pt>
                <c:pt idx="10345">
                  <c:v>0</c:v>
                </c:pt>
                <c:pt idx="10346">
                  <c:v>78</c:v>
                </c:pt>
                <c:pt idx="10347">
                  <c:v>180</c:v>
                </c:pt>
                <c:pt idx="10348">
                  <c:v>112</c:v>
                </c:pt>
                <c:pt idx="10349">
                  <c:v>0</c:v>
                </c:pt>
                <c:pt idx="10350">
                  <c:v>0</c:v>
                </c:pt>
                <c:pt idx="10351">
                  <c:v>0</c:v>
                </c:pt>
                <c:pt idx="10352">
                  <c:v>20</c:v>
                </c:pt>
                <c:pt idx="10353">
                  <c:v>140</c:v>
                </c:pt>
                <c:pt idx="10354">
                  <c:v>0</c:v>
                </c:pt>
                <c:pt idx="10355">
                  <c:v>0</c:v>
                </c:pt>
                <c:pt idx="10356">
                  <c:v>129</c:v>
                </c:pt>
                <c:pt idx="10357">
                  <c:v>0</c:v>
                </c:pt>
                <c:pt idx="10358">
                  <c:v>0</c:v>
                </c:pt>
                <c:pt idx="10359">
                  <c:v>120</c:v>
                </c:pt>
                <c:pt idx="10360">
                  <c:v>24</c:v>
                </c:pt>
                <c:pt idx="10361">
                  <c:v>1</c:v>
                </c:pt>
                <c:pt idx="10362">
                  <c:v>88</c:v>
                </c:pt>
                <c:pt idx="10363">
                  <c:v>150</c:v>
                </c:pt>
                <c:pt idx="10364">
                  <c:v>1</c:v>
                </c:pt>
                <c:pt idx="10365">
                  <c:v>1</c:v>
                </c:pt>
                <c:pt idx="10366">
                  <c:v>75</c:v>
                </c:pt>
                <c:pt idx="10367">
                  <c:v>2</c:v>
                </c:pt>
                <c:pt idx="10368">
                  <c:v>96</c:v>
                </c:pt>
                <c:pt idx="10369">
                  <c:v>106</c:v>
                </c:pt>
                <c:pt idx="10370">
                  <c:v>4</c:v>
                </c:pt>
                <c:pt idx="10371">
                  <c:v>20</c:v>
                </c:pt>
                <c:pt idx="10372">
                  <c:v>0</c:v>
                </c:pt>
                <c:pt idx="10373">
                  <c:v>3</c:v>
                </c:pt>
                <c:pt idx="10374">
                  <c:v>1</c:v>
                </c:pt>
                <c:pt idx="10375">
                  <c:v>0</c:v>
                </c:pt>
                <c:pt idx="10376">
                  <c:v>0</c:v>
                </c:pt>
                <c:pt idx="10377">
                  <c:v>80</c:v>
                </c:pt>
                <c:pt idx="10378">
                  <c:v>12</c:v>
                </c:pt>
                <c:pt idx="10379">
                  <c:v>8</c:v>
                </c:pt>
                <c:pt idx="10380">
                  <c:v>40</c:v>
                </c:pt>
                <c:pt idx="10381">
                  <c:v>45</c:v>
                </c:pt>
                <c:pt idx="10382">
                  <c:v>0</c:v>
                </c:pt>
                <c:pt idx="10383">
                  <c:v>0</c:v>
                </c:pt>
                <c:pt idx="10384">
                  <c:v>4</c:v>
                </c:pt>
                <c:pt idx="10385">
                  <c:v>4</c:v>
                </c:pt>
                <c:pt idx="10386">
                  <c:v>12</c:v>
                </c:pt>
                <c:pt idx="10387">
                  <c:v>20</c:v>
                </c:pt>
                <c:pt idx="10388">
                  <c:v>1</c:v>
                </c:pt>
                <c:pt idx="10389">
                  <c:v>8</c:v>
                </c:pt>
                <c:pt idx="10390">
                  <c:v>1</c:v>
                </c:pt>
                <c:pt idx="10391">
                  <c:v>0</c:v>
                </c:pt>
                <c:pt idx="10392">
                  <c:v>3</c:v>
                </c:pt>
                <c:pt idx="10393">
                  <c:v>1</c:v>
                </c:pt>
                <c:pt idx="10394">
                  <c:v>4</c:v>
                </c:pt>
                <c:pt idx="10395">
                  <c:v>60</c:v>
                </c:pt>
                <c:pt idx="10396">
                  <c:v>10</c:v>
                </c:pt>
                <c:pt idx="10397">
                  <c:v>49</c:v>
                </c:pt>
                <c:pt idx="10398">
                  <c:v>0</c:v>
                </c:pt>
                <c:pt idx="10399">
                  <c:v>36</c:v>
                </c:pt>
                <c:pt idx="10400">
                  <c:v>750</c:v>
                </c:pt>
                <c:pt idx="10401">
                  <c:v>196</c:v>
                </c:pt>
                <c:pt idx="10402">
                  <c:v>85</c:v>
                </c:pt>
                <c:pt idx="10403">
                  <c:v>1</c:v>
                </c:pt>
                <c:pt idx="10404">
                  <c:v>2</c:v>
                </c:pt>
                <c:pt idx="10405">
                  <c:v>150</c:v>
                </c:pt>
                <c:pt idx="10406">
                  <c:v>0</c:v>
                </c:pt>
                <c:pt idx="10407">
                  <c:v>5</c:v>
                </c:pt>
                <c:pt idx="10408">
                  <c:v>63</c:v>
                </c:pt>
                <c:pt idx="10409">
                  <c:v>60</c:v>
                </c:pt>
                <c:pt idx="10410">
                  <c:v>1</c:v>
                </c:pt>
                <c:pt idx="10411">
                  <c:v>1</c:v>
                </c:pt>
                <c:pt idx="10412">
                  <c:v>4</c:v>
                </c:pt>
                <c:pt idx="10413">
                  <c:v>0</c:v>
                </c:pt>
                <c:pt idx="10414">
                  <c:v>0</c:v>
                </c:pt>
                <c:pt idx="10415">
                  <c:v>6</c:v>
                </c:pt>
                <c:pt idx="10416">
                  <c:v>27</c:v>
                </c:pt>
                <c:pt idx="10417">
                  <c:v>56</c:v>
                </c:pt>
                <c:pt idx="10418">
                  <c:v>45</c:v>
                </c:pt>
                <c:pt idx="10419">
                  <c:v>420</c:v>
                </c:pt>
                <c:pt idx="10420">
                  <c:v>4</c:v>
                </c:pt>
                <c:pt idx="10421">
                  <c:v>68</c:v>
                </c:pt>
                <c:pt idx="10422">
                  <c:v>11</c:v>
                </c:pt>
                <c:pt idx="10423">
                  <c:v>420</c:v>
                </c:pt>
                <c:pt idx="10424">
                  <c:v>12</c:v>
                </c:pt>
                <c:pt idx="10425">
                  <c:v>0</c:v>
                </c:pt>
                <c:pt idx="10426">
                  <c:v>0</c:v>
                </c:pt>
                <c:pt idx="10427">
                  <c:v>60</c:v>
                </c:pt>
                <c:pt idx="10428">
                  <c:v>3</c:v>
                </c:pt>
                <c:pt idx="10429">
                  <c:v>48</c:v>
                </c:pt>
                <c:pt idx="10430">
                  <c:v>76</c:v>
                </c:pt>
                <c:pt idx="10431">
                  <c:v>70</c:v>
                </c:pt>
                <c:pt idx="10432">
                  <c:v>51</c:v>
                </c:pt>
                <c:pt idx="10433">
                  <c:v>0</c:v>
                </c:pt>
                <c:pt idx="10434">
                  <c:v>0</c:v>
                </c:pt>
                <c:pt idx="10435">
                  <c:v>10</c:v>
                </c:pt>
                <c:pt idx="10436">
                  <c:v>160</c:v>
                </c:pt>
                <c:pt idx="10437">
                  <c:v>155</c:v>
                </c:pt>
                <c:pt idx="10438">
                  <c:v>0</c:v>
                </c:pt>
                <c:pt idx="10439">
                  <c:v>0</c:v>
                </c:pt>
                <c:pt idx="10440">
                  <c:v>0</c:v>
                </c:pt>
                <c:pt idx="10441">
                  <c:v>90</c:v>
                </c:pt>
                <c:pt idx="10442">
                  <c:v>20</c:v>
                </c:pt>
                <c:pt idx="10443">
                  <c:v>8</c:v>
                </c:pt>
                <c:pt idx="10444">
                  <c:v>30</c:v>
                </c:pt>
                <c:pt idx="10445">
                  <c:v>0</c:v>
                </c:pt>
                <c:pt idx="10446">
                  <c:v>2</c:v>
                </c:pt>
                <c:pt idx="10447">
                  <c:v>0</c:v>
                </c:pt>
                <c:pt idx="10448">
                  <c:v>147</c:v>
                </c:pt>
                <c:pt idx="10449">
                  <c:v>0</c:v>
                </c:pt>
                <c:pt idx="10450">
                  <c:v>0</c:v>
                </c:pt>
                <c:pt idx="10451">
                  <c:v>0</c:v>
                </c:pt>
                <c:pt idx="10452">
                  <c:v>0</c:v>
                </c:pt>
                <c:pt idx="10453">
                  <c:v>0</c:v>
                </c:pt>
                <c:pt idx="10454">
                  <c:v>126</c:v>
                </c:pt>
                <c:pt idx="10455">
                  <c:v>63</c:v>
                </c:pt>
                <c:pt idx="10456">
                  <c:v>0</c:v>
                </c:pt>
                <c:pt idx="10457">
                  <c:v>38</c:v>
                </c:pt>
                <c:pt idx="10458">
                  <c:v>45</c:v>
                </c:pt>
                <c:pt idx="10459">
                  <c:v>24</c:v>
                </c:pt>
                <c:pt idx="10460">
                  <c:v>60</c:v>
                </c:pt>
                <c:pt idx="10461">
                  <c:v>45</c:v>
                </c:pt>
                <c:pt idx="10462">
                  <c:v>0</c:v>
                </c:pt>
                <c:pt idx="10463">
                  <c:v>3</c:v>
                </c:pt>
                <c:pt idx="10464">
                  <c:v>112</c:v>
                </c:pt>
                <c:pt idx="10465">
                  <c:v>0</c:v>
                </c:pt>
                <c:pt idx="10466">
                  <c:v>12</c:v>
                </c:pt>
                <c:pt idx="10467">
                  <c:v>0</c:v>
                </c:pt>
                <c:pt idx="10468">
                  <c:v>19</c:v>
                </c:pt>
                <c:pt idx="10469">
                  <c:v>0</c:v>
                </c:pt>
                <c:pt idx="10470">
                  <c:v>7</c:v>
                </c:pt>
                <c:pt idx="10471">
                  <c:v>84</c:v>
                </c:pt>
                <c:pt idx="10472">
                  <c:v>6</c:v>
                </c:pt>
                <c:pt idx="10473">
                  <c:v>6</c:v>
                </c:pt>
                <c:pt idx="10474">
                  <c:v>0</c:v>
                </c:pt>
                <c:pt idx="10475">
                  <c:v>1</c:v>
                </c:pt>
                <c:pt idx="10476">
                  <c:v>36</c:v>
                </c:pt>
                <c:pt idx="10477">
                  <c:v>22</c:v>
                </c:pt>
                <c:pt idx="10478">
                  <c:v>0</c:v>
                </c:pt>
                <c:pt idx="10479">
                  <c:v>36</c:v>
                </c:pt>
                <c:pt idx="10480">
                  <c:v>33</c:v>
                </c:pt>
                <c:pt idx="10481">
                  <c:v>140</c:v>
                </c:pt>
                <c:pt idx="10482">
                  <c:v>9</c:v>
                </c:pt>
                <c:pt idx="10483">
                  <c:v>0</c:v>
                </c:pt>
                <c:pt idx="10484">
                  <c:v>13</c:v>
                </c:pt>
                <c:pt idx="10485">
                  <c:v>1</c:v>
                </c:pt>
                <c:pt idx="10486">
                  <c:v>9</c:v>
                </c:pt>
                <c:pt idx="10487">
                  <c:v>84</c:v>
                </c:pt>
                <c:pt idx="10488">
                  <c:v>126</c:v>
                </c:pt>
                <c:pt idx="10489">
                  <c:v>100</c:v>
                </c:pt>
                <c:pt idx="10490">
                  <c:v>92</c:v>
                </c:pt>
                <c:pt idx="10491">
                  <c:v>40</c:v>
                </c:pt>
                <c:pt idx="10492">
                  <c:v>2</c:v>
                </c:pt>
                <c:pt idx="10493">
                  <c:v>14</c:v>
                </c:pt>
                <c:pt idx="10494">
                  <c:v>0</c:v>
                </c:pt>
                <c:pt idx="10495">
                  <c:v>0</c:v>
                </c:pt>
                <c:pt idx="10496">
                  <c:v>3</c:v>
                </c:pt>
                <c:pt idx="10497">
                  <c:v>11</c:v>
                </c:pt>
                <c:pt idx="10498">
                  <c:v>17</c:v>
                </c:pt>
                <c:pt idx="10499">
                  <c:v>0</c:v>
                </c:pt>
                <c:pt idx="10500">
                  <c:v>0</c:v>
                </c:pt>
                <c:pt idx="10501">
                  <c:v>0</c:v>
                </c:pt>
                <c:pt idx="10502">
                  <c:v>42</c:v>
                </c:pt>
                <c:pt idx="10503">
                  <c:v>0</c:v>
                </c:pt>
                <c:pt idx="10504">
                  <c:v>0</c:v>
                </c:pt>
                <c:pt idx="10505">
                  <c:v>0</c:v>
                </c:pt>
                <c:pt idx="10506">
                  <c:v>7</c:v>
                </c:pt>
                <c:pt idx="10507">
                  <c:v>5</c:v>
                </c:pt>
                <c:pt idx="10508">
                  <c:v>90</c:v>
                </c:pt>
                <c:pt idx="10509">
                  <c:v>0</c:v>
                </c:pt>
                <c:pt idx="10510">
                  <c:v>16</c:v>
                </c:pt>
                <c:pt idx="10511">
                  <c:v>8</c:v>
                </c:pt>
                <c:pt idx="10512">
                  <c:v>35</c:v>
                </c:pt>
                <c:pt idx="10513">
                  <c:v>28</c:v>
                </c:pt>
                <c:pt idx="10514">
                  <c:v>0</c:v>
                </c:pt>
                <c:pt idx="10515">
                  <c:v>3</c:v>
                </c:pt>
                <c:pt idx="10516">
                  <c:v>0</c:v>
                </c:pt>
                <c:pt idx="10517">
                  <c:v>0</c:v>
                </c:pt>
                <c:pt idx="10518">
                  <c:v>106</c:v>
                </c:pt>
                <c:pt idx="10519">
                  <c:v>10</c:v>
                </c:pt>
                <c:pt idx="10520">
                  <c:v>10</c:v>
                </c:pt>
                <c:pt idx="10521">
                  <c:v>10</c:v>
                </c:pt>
                <c:pt idx="10522">
                  <c:v>1</c:v>
                </c:pt>
                <c:pt idx="10523">
                  <c:v>0</c:v>
                </c:pt>
                <c:pt idx="10524">
                  <c:v>0</c:v>
                </c:pt>
                <c:pt idx="10525">
                  <c:v>42</c:v>
                </c:pt>
                <c:pt idx="10526">
                  <c:v>1</c:v>
                </c:pt>
                <c:pt idx="10527">
                  <c:v>0</c:v>
                </c:pt>
                <c:pt idx="10528">
                  <c:v>0</c:v>
                </c:pt>
                <c:pt idx="10529">
                  <c:v>0</c:v>
                </c:pt>
                <c:pt idx="10530">
                  <c:v>84</c:v>
                </c:pt>
                <c:pt idx="10531">
                  <c:v>120</c:v>
                </c:pt>
                <c:pt idx="10532">
                  <c:v>0</c:v>
                </c:pt>
                <c:pt idx="10533">
                  <c:v>0</c:v>
                </c:pt>
                <c:pt idx="10534">
                  <c:v>0</c:v>
                </c:pt>
                <c:pt idx="10535">
                  <c:v>0</c:v>
                </c:pt>
                <c:pt idx="10536">
                  <c:v>84</c:v>
                </c:pt>
                <c:pt idx="10537">
                  <c:v>31</c:v>
                </c:pt>
                <c:pt idx="10538">
                  <c:v>44</c:v>
                </c:pt>
                <c:pt idx="10539">
                  <c:v>5</c:v>
                </c:pt>
                <c:pt idx="10540">
                  <c:v>4</c:v>
                </c:pt>
                <c:pt idx="10541">
                  <c:v>3</c:v>
                </c:pt>
                <c:pt idx="10542">
                  <c:v>0</c:v>
                </c:pt>
                <c:pt idx="10543">
                  <c:v>15</c:v>
                </c:pt>
                <c:pt idx="10544">
                  <c:v>112</c:v>
                </c:pt>
                <c:pt idx="10545">
                  <c:v>0</c:v>
                </c:pt>
                <c:pt idx="10546">
                  <c:v>60</c:v>
                </c:pt>
                <c:pt idx="10547">
                  <c:v>6</c:v>
                </c:pt>
                <c:pt idx="10548">
                  <c:v>0</c:v>
                </c:pt>
                <c:pt idx="10549">
                  <c:v>25</c:v>
                </c:pt>
                <c:pt idx="10550">
                  <c:v>9</c:v>
                </c:pt>
                <c:pt idx="10551">
                  <c:v>126</c:v>
                </c:pt>
                <c:pt idx="10552">
                  <c:v>140</c:v>
                </c:pt>
                <c:pt idx="10553">
                  <c:v>9</c:v>
                </c:pt>
                <c:pt idx="10554">
                  <c:v>0</c:v>
                </c:pt>
                <c:pt idx="10555">
                  <c:v>60</c:v>
                </c:pt>
                <c:pt idx="10556">
                  <c:v>11</c:v>
                </c:pt>
                <c:pt idx="10557">
                  <c:v>60</c:v>
                </c:pt>
                <c:pt idx="10558">
                  <c:v>47</c:v>
                </c:pt>
                <c:pt idx="10559">
                  <c:v>0</c:v>
                </c:pt>
                <c:pt idx="10560">
                  <c:v>6</c:v>
                </c:pt>
                <c:pt idx="10561">
                  <c:v>360</c:v>
                </c:pt>
                <c:pt idx="10562">
                  <c:v>0</c:v>
                </c:pt>
                <c:pt idx="10563">
                  <c:v>120</c:v>
                </c:pt>
                <c:pt idx="10564">
                  <c:v>270</c:v>
                </c:pt>
                <c:pt idx="10565">
                  <c:v>38</c:v>
                </c:pt>
                <c:pt idx="10566">
                  <c:v>140</c:v>
                </c:pt>
                <c:pt idx="10567">
                  <c:v>45</c:v>
                </c:pt>
                <c:pt idx="10568">
                  <c:v>53</c:v>
                </c:pt>
                <c:pt idx="10569">
                  <c:v>17</c:v>
                </c:pt>
                <c:pt idx="10570">
                  <c:v>82</c:v>
                </c:pt>
                <c:pt idx="10571">
                  <c:v>0</c:v>
                </c:pt>
                <c:pt idx="10572">
                  <c:v>0</c:v>
                </c:pt>
                <c:pt idx="10573">
                  <c:v>0</c:v>
                </c:pt>
                <c:pt idx="10574">
                  <c:v>0</c:v>
                </c:pt>
                <c:pt idx="10575">
                  <c:v>34</c:v>
                </c:pt>
                <c:pt idx="10576">
                  <c:v>0</c:v>
                </c:pt>
                <c:pt idx="10577">
                  <c:v>120</c:v>
                </c:pt>
                <c:pt idx="10578">
                  <c:v>56</c:v>
                </c:pt>
                <c:pt idx="10579">
                  <c:v>60</c:v>
                </c:pt>
                <c:pt idx="10580">
                  <c:v>120</c:v>
                </c:pt>
                <c:pt idx="10581">
                  <c:v>56</c:v>
                </c:pt>
                <c:pt idx="10582">
                  <c:v>10</c:v>
                </c:pt>
                <c:pt idx="10583">
                  <c:v>87</c:v>
                </c:pt>
                <c:pt idx="10584">
                  <c:v>40</c:v>
                </c:pt>
                <c:pt idx="10585">
                  <c:v>210</c:v>
                </c:pt>
                <c:pt idx="10586">
                  <c:v>1</c:v>
                </c:pt>
                <c:pt idx="10587">
                  <c:v>5</c:v>
                </c:pt>
                <c:pt idx="10588">
                  <c:v>15</c:v>
                </c:pt>
                <c:pt idx="10589">
                  <c:v>270</c:v>
                </c:pt>
                <c:pt idx="10590">
                  <c:v>100</c:v>
                </c:pt>
                <c:pt idx="10591">
                  <c:v>49</c:v>
                </c:pt>
                <c:pt idx="10592">
                  <c:v>6</c:v>
                </c:pt>
                <c:pt idx="10593">
                  <c:v>1</c:v>
                </c:pt>
                <c:pt idx="10594">
                  <c:v>0</c:v>
                </c:pt>
                <c:pt idx="10595">
                  <c:v>0</c:v>
                </c:pt>
                <c:pt idx="10596">
                  <c:v>78</c:v>
                </c:pt>
                <c:pt idx="10597">
                  <c:v>0</c:v>
                </c:pt>
                <c:pt idx="10598">
                  <c:v>0</c:v>
                </c:pt>
                <c:pt idx="10599">
                  <c:v>0</c:v>
                </c:pt>
                <c:pt idx="10600">
                  <c:v>0</c:v>
                </c:pt>
                <c:pt idx="10601">
                  <c:v>57</c:v>
                </c:pt>
                <c:pt idx="10602">
                  <c:v>15</c:v>
                </c:pt>
                <c:pt idx="10603">
                  <c:v>7</c:v>
                </c:pt>
                <c:pt idx="10604">
                  <c:v>0</c:v>
                </c:pt>
                <c:pt idx="10605">
                  <c:v>1</c:v>
                </c:pt>
                <c:pt idx="10606">
                  <c:v>23</c:v>
                </c:pt>
                <c:pt idx="10607">
                  <c:v>4</c:v>
                </c:pt>
                <c:pt idx="10608">
                  <c:v>0</c:v>
                </c:pt>
                <c:pt idx="10609">
                  <c:v>46</c:v>
                </c:pt>
                <c:pt idx="10610">
                  <c:v>36</c:v>
                </c:pt>
                <c:pt idx="10611">
                  <c:v>0</c:v>
                </c:pt>
                <c:pt idx="10612">
                  <c:v>25</c:v>
                </c:pt>
                <c:pt idx="10613">
                  <c:v>51</c:v>
                </c:pt>
                <c:pt idx="10614">
                  <c:v>24</c:v>
                </c:pt>
                <c:pt idx="10615">
                  <c:v>0</c:v>
                </c:pt>
                <c:pt idx="10616">
                  <c:v>12</c:v>
                </c:pt>
                <c:pt idx="10617">
                  <c:v>0</c:v>
                </c:pt>
                <c:pt idx="10618">
                  <c:v>40</c:v>
                </c:pt>
                <c:pt idx="10619">
                  <c:v>33</c:v>
                </c:pt>
                <c:pt idx="10620">
                  <c:v>261</c:v>
                </c:pt>
                <c:pt idx="10621">
                  <c:v>70</c:v>
                </c:pt>
                <c:pt idx="10622">
                  <c:v>270</c:v>
                </c:pt>
                <c:pt idx="10623">
                  <c:v>40</c:v>
                </c:pt>
                <c:pt idx="10624">
                  <c:v>30</c:v>
                </c:pt>
                <c:pt idx="10625">
                  <c:v>0</c:v>
                </c:pt>
                <c:pt idx="10626">
                  <c:v>46</c:v>
                </c:pt>
                <c:pt idx="10627">
                  <c:v>180</c:v>
                </c:pt>
                <c:pt idx="10628">
                  <c:v>0</c:v>
                </c:pt>
                <c:pt idx="10629">
                  <c:v>0</c:v>
                </c:pt>
                <c:pt idx="10630">
                  <c:v>60</c:v>
                </c:pt>
                <c:pt idx="10631">
                  <c:v>22</c:v>
                </c:pt>
                <c:pt idx="10632">
                  <c:v>120</c:v>
                </c:pt>
                <c:pt idx="10633">
                  <c:v>29</c:v>
                </c:pt>
                <c:pt idx="10634">
                  <c:v>84</c:v>
                </c:pt>
                <c:pt idx="10635">
                  <c:v>70</c:v>
                </c:pt>
                <c:pt idx="10636">
                  <c:v>0</c:v>
                </c:pt>
                <c:pt idx="10637">
                  <c:v>0</c:v>
                </c:pt>
                <c:pt idx="10638">
                  <c:v>0</c:v>
                </c:pt>
                <c:pt idx="10639">
                  <c:v>0</c:v>
                </c:pt>
                <c:pt idx="10640">
                  <c:v>0</c:v>
                </c:pt>
                <c:pt idx="10641">
                  <c:v>0</c:v>
                </c:pt>
                <c:pt idx="10642">
                  <c:v>48</c:v>
                </c:pt>
                <c:pt idx="10643">
                  <c:v>0</c:v>
                </c:pt>
                <c:pt idx="10644">
                  <c:v>1</c:v>
                </c:pt>
                <c:pt idx="10645">
                  <c:v>0</c:v>
                </c:pt>
                <c:pt idx="10646">
                  <c:v>6</c:v>
                </c:pt>
                <c:pt idx="10647">
                  <c:v>0</c:v>
                </c:pt>
                <c:pt idx="10648">
                  <c:v>0</c:v>
                </c:pt>
                <c:pt idx="10649">
                  <c:v>102</c:v>
                </c:pt>
                <c:pt idx="10650">
                  <c:v>38</c:v>
                </c:pt>
                <c:pt idx="10651">
                  <c:v>7</c:v>
                </c:pt>
                <c:pt idx="10652">
                  <c:v>4</c:v>
                </c:pt>
                <c:pt idx="10653">
                  <c:v>96</c:v>
                </c:pt>
                <c:pt idx="10654">
                  <c:v>47</c:v>
                </c:pt>
                <c:pt idx="10655">
                  <c:v>180</c:v>
                </c:pt>
                <c:pt idx="10656">
                  <c:v>90</c:v>
                </c:pt>
                <c:pt idx="10657">
                  <c:v>0</c:v>
                </c:pt>
                <c:pt idx="10658">
                  <c:v>120</c:v>
                </c:pt>
                <c:pt idx="10659">
                  <c:v>84</c:v>
                </c:pt>
                <c:pt idx="10660">
                  <c:v>0</c:v>
                </c:pt>
                <c:pt idx="10661">
                  <c:v>42</c:v>
                </c:pt>
                <c:pt idx="10662">
                  <c:v>0</c:v>
                </c:pt>
                <c:pt idx="10663">
                  <c:v>18</c:v>
                </c:pt>
                <c:pt idx="10664">
                  <c:v>0</c:v>
                </c:pt>
                <c:pt idx="10665">
                  <c:v>8</c:v>
                </c:pt>
                <c:pt idx="10666">
                  <c:v>20</c:v>
                </c:pt>
                <c:pt idx="10667">
                  <c:v>56</c:v>
                </c:pt>
                <c:pt idx="10668">
                  <c:v>180</c:v>
                </c:pt>
                <c:pt idx="10669">
                  <c:v>80</c:v>
                </c:pt>
                <c:pt idx="10670">
                  <c:v>0</c:v>
                </c:pt>
                <c:pt idx="10671">
                  <c:v>0</c:v>
                </c:pt>
                <c:pt idx="10672">
                  <c:v>210</c:v>
                </c:pt>
                <c:pt idx="10673">
                  <c:v>62</c:v>
                </c:pt>
                <c:pt idx="10674">
                  <c:v>35</c:v>
                </c:pt>
                <c:pt idx="10675">
                  <c:v>0</c:v>
                </c:pt>
                <c:pt idx="10676">
                  <c:v>0</c:v>
                </c:pt>
                <c:pt idx="10677">
                  <c:v>0</c:v>
                </c:pt>
                <c:pt idx="10678">
                  <c:v>0</c:v>
                </c:pt>
                <c:pt idx="10679">
                  <c:v>30</c:v>
                </c:pt>
                <c:pt idx="10680">
                  <c:v>7</c:v>
                </c:pt>
                <c:pt idx="10681">
                  <c:v>0</c:v>
                </c:pt>
                <c:pt idx="10682">
                  <c:v>94</c:v>
                </c:pt>
                <c:pt idx="10683">
                  <c:v>18</c:v>
                </c:pt>
                <c:pt idx="10684">
                  <c:v>140</c:v>
                </c:pt>
                <c:pt idx="10685">
                  <c:v>8</c:v>
                </c:pt>
                <c:pt idx="10686">
                  <c:v>104</c:v>
                </c:pt>
                <c:pt idx="10687">
                  <c:v>180</c:v>
                </c:pt>
                <c:pt idx="10688">
                  <c:v>0</c:v>
                </c:pt>
                <c:pt idx="10689">
                  <c:v>0</c:v>
                </c:pt>
                <c:pt idx="10690">
                  <c:v>66</c:v>
                </c:pt>
                <c:pt idx="10691">
                  <c:v>5</c:v>
                </c:pt>
                <c:pt idx="10692">
                  <c:v>12</c:v>
                </c:pt>
                <c:pt idx="10693">
                  <c:v>70</c:v>
                </c:pt>
                <c:pt idx="10694">
                  <c:v>84</c:v>
                </c:pt>
                <c:pt idx="10695">
                  <c:v>15</c:v>
                </c:pt>
                <c:pt idx="10696">
                  <c:v>156</c:v>
                </c:pt>
                <c:pt idx="10697">
                  <c:v>0</c:v>
                </c:pt>
                <c:pt idx="10698">
                  <c:v>9</c:v>
                </c:pt>
                <c:pt idx="10699">
                  <c:v>0</c:v>
                </c:pt>
                <c:pt idx="10700">
                  <c:v>120</c:v>
                </c:pt>
                <c:pt idx="10701">
                  <c:v>0</c:v>
                </c:pt>
                <c:pt idx="10702">
                  <c:v>90</c:v>
                </c:pt>
                <c:pt idx="10703">
                  <c:v>0</c:v>
                </c:pt>
                <c:pt idx="10704">
                  <c:v>270</c:v>
                </c:pt>
                <c:pt idx="10705">
                  <c:v>0</c:v>
                </c:pt>
                <c:pt idx="10706">
                  <c:v>1</c:v>
                </c:pt>
                <c:pt idx="10707">
                  <c:v>27</c:v>
                </c:pt>
                <c:pt idx="10708">
                  <c:v>23</c:v>
                </c:pt>
                <c:pt idx="10709">
                  <c:v>0</c:v>
                </c:pt>
                <c:pt idx="10710">
                  <c:v>0</c:v>
                </c:pt>
                <c:pt idx="10711">
                  <c:v>26</c:v>
                </c:pt>
                <c:pt idx="10712">
                  <c:v>84</c:v>
                </c:pt>
                <c:pt idx="10713">
                  <c:v>0</c:v>
                </c:pt>
                <c:pt idx="10714">
                  <c:v>0</c:v>
                </c:pt>
                <c:pt idx="10715">
                  <c:v>30</c:v>
                </c:pt>
                <c:pt idx="10716">
                  <c:v>25</c:v>
                </c:pt>
                <c:pt idx="10717">
                  <c:v>162</c:v>
                </c:pt>
                <c:pt idx="10718">
                  <c:v>25</c:v>
                </c:pt>
                <c:pt idx="10719">
                  <c:v>0</c:v>
                </c:pt>
                <c:pt idx="10720">
                  <c:v>45</c:v>
                </c:pt>
                <c:pt idx="10721">
                  <c:v>45</c:v>
                </c:pt>
                <c:pt idx="10722">
                  <c:v>112</c:v>
                </c:pt>
                <c:pt idx="10723">
                  <c:v>0</c:v>
                </c:pt>
                <c:pt idx="10724">
                  <c:v>41</c:v>
                </c:pt>
                <c:pt idx="10725">
                  <c:v>2</c:v>
                </c:pt>
                <c:pt idx="10726">
                  <c:v>0</c:v>
                </c:pt>
                <c:pt idx="10727">
                  <c:v>90</c:v>
                </c:pt>
                <c:pt idx="10728">
                  <c:v>0</c:v>
                </c:pt>
                <c:pt idx="10729">
                  <c:v>0</c:v>
                </c:pt>
                <c:pt idx="10730">
                  <c:v>0</c:v>
                </c:pt>
                <c:pt idx="10731">
                  <c:v>2</c:v>
                </c:pt>
                <c:pt idx="10732">
                  <c:v>0</c:v>
                </c:pt>
                <c:pt idx="10733">
                  <c:v>0</c:v>
                </c:pt>
                <c:pt idx="10734">
                  <c:v>3</c:v>
                </c:pt>
                <c:pt idx="10735">
                  <c:v>10</c:v>
                </c:pt>
                <c:pt idx="10736">
                  <c:v>150</c:v>
                </c:pt>
                <c:pt idx="10737">
                  <c:v>0</c:v>
                </c:pt>
                <c:pt idx="10738">
                  <c:v>0</c:v>
                </c:pt>
                <c:pt idx="10739">
                  <c:v>0</c:v>
                </c:pt>
                <c:pt idx="10740">
                  <c:v>20</c:v>
                </c:pt>
                <c:pt idx="10741">
                  <c:v>180</c:v>
                </c:pt>
                <c:pt idx="10742">
                  <c:v>12</c:v>
                </c:pt>
                <c:pt idx="10743">
                  <c:v>7</c:v>
                </c:pt>
                <c:pt idx="10744">
                  <c:v>80</c:v>
                </c:pt>
                <c:pt idx="10745">
                  <c:v>0</c:v>
                </c:pt>
                <c:pt idx="10746">
                  <c:v>2</c:v>
                </c:pt>
                <c:pt idx="10747">
                  <c:v>112</c:v>
                </c:pt>
                <c:pt idx="10748">
                  <c:v>2</c:v>
                </c:pt>
                <c:pt idx="10749">
                  <c:v>1</c:v>
                </c:pt>
                <c:pt idx="10750">
                  <c:v>0</c:v>
                </c:pt>
                <c:pt idx="10751">
                  <c:v>0</c:v>
                </c:pt>
                <c:pt idx="10752">
                  <c:v>0</c:v>
                </c:pt>
                <c:pt idx="10753">
                  <c:v>0</c:v>
                </c:pt>
                <c:pt idx="10754">
                  <c:v>0</c:v>
                </c:pt>
                <c:pt idx="10755">
                  <c:v>0</c:v>
                </c:pt>
                <c:pt idx="10756">
                  <c:v>17</c:v>
                </c:pt>
                <c:pt idx="10757">
                  <c:v>3</c:v>
                </c:pt>
                <c:pt idx="10758">
                  <c:v>0</c:v>
                </c:pt>
                <c:pt idx="10759">
                  <c:v>0</c:v>
                </c:pt>
                <c:pt idx="10760">
                  <c:v>90</c:v>
                </c:pt>
                <c:pt idx="10761">
                  <c:v>0</c:v>
                </c:pt>
                <c:pt idx="10762">
                  <c:v>48</c:v>
                </c:pt>
                <c:pt idx="10763">
                  <c:v>255</c:v>
                </c:pt>
                <c:pt idx="10764">
                  <c:v>6</c:v>
                </c:pt>
                <c:pt idx="10765">
                  <c:v>2</c:v>
                </c:pt>
                <c:pt idx="10766">
                  <c:v>42</c:v>
                </c:pt>
                <c:pt idx="10767">
                  <c:v>56</c:v>
                </c:pt>
                <c:pt idx="10768">
                  <c:v>0</c:v>
                </c:pt>
                <c:pt idx="10769">
                  <c:v>0</c:v>
                </c:pt>
                <c:pt idx="10770">
                  <c:v>1</c:v>
                </c:pt>
                <c:pt idx="10771">
                  <c:v>47</c:v>
                </c:pt>
                <c:pt idx="10772">
                  <c:v>2</c:v>
                </c:pt>
                <c:pt idx="10773">
                  <c:v>0</c:v>
                </c:pt>
                <c:pt idx="10774">
                  <c:v>0</c:v>
                </c:pt>
                <c:pt idx="10775">
                  <c:v>1</c:v>
                </c:pt>
                <c:pt idx="10776">
                  <c:v>0</c:v>
                </c:pt>
                <c:pt idx="10777">
                  <c:v>1</c:v>
                </c:pt>
                <c:pt idx="10778">
                  <c:v>3</c:v>
                </c:pt>
                <c:pt idx="10779">
                  <c:v>0</c:v>
                </c:pt>
                <c:pt idx="10780">
                  <c:v>12</c:v>
                </c:pt>
                <c:pt idx="10781">
                  <c:v>2</c:v>
                </c:pt>
                <c:pt idx="10782">
                  <c:v>2</c:v>
                </c:pt>
                <c:pt idx="10783">
                  <c:v>4</c:v>
                </c:pt>
                <c:pt idx="10784">
                  <c:v>14</c:v>
                </c:pt>
                <c:pt idx="10785">
                  <c:v>1</c:v>
                </c:pt>
                <c:pt idx="10786">
                  <c:v>0</c:v>
                </c:pt>
                <c:pt idx="10787">
                  <c:v>1</c:v>
                </c:pt>
                <c:pt idx="10788">
                  <c:v>2</c:v>
                </c:pt>
                <c:pt idx="10789">
                  <c:v>6</c:v>
                </c:pt>
                <c:pt idx="10790">
                  <c:v>0</c:v>
                </c:pt>
                <c:pt idx="10791">
                  <c:v>0</c:v>
                </c:pt>
                <c:pt idx="10792">
                  <c:v>2</c:v>
                </c:pt>
                <c:pt idx="10793">
                  <c:v>0</c:v>
                </c:pt>
                <c:pt idx="10794">
                  <c:v>7</c:v>
                </c:pt>
                <c:pt idx="10795">
                  <c:v>3</c:v>
                </c:pt>
                <c:pt idx="10796">
                  <c:v>0</c:v>
                </c:pt>
                <c:pt idx="10797">
                  <c:v>112</c:v>
                </c:pt>
                <c:pt idx="10798">
                  <c:v>33</c:v>
                </c:pt>
                <c:pt idx="10799">
                  <c:v>0</c:v>
                </c:pt>
                <c:pt idx="10800">
                  <c:v>0</c:v>
                </c:pt>
                <c:pt idx="10801">
                  <c:v>0</c:v>
                </c:pt>
                <c:pt idx="10802">
                  <c:v>0</c:v>
                </c:pt>
                <c:pt idx="10803">
                  <c:v>0</c:v>
                </c:pt>
                <c:pt idx="10804">
                  <c:v>13</c:v>
                </c:pt>
                <c:pt idx="10805">
                  <c:v>24</c:v>
                </c:pt>
                <c:pt idx="10806">
                  <c:v>0</c:v>
                </c:pt>
                <c:pt idx="10807">
                  <c:v>0</c:v>
                </c:pt>
                <c:pt idx="10808">
                  <c:v>810</c:v>
                </c:pt>
                <c:pt idx="10809">
                  <c:v>61</c:v>
                </c:pt>
                <c:pt idx="10810">
                  <c:v>55</c:v>
                </c:pt>
                <c:pt idx="10811">
                  <c:v>10</c:v>
                </c:pt>
                <c:pt idx="10812">
                  <c:v>19</c:v>
                </c:pt>
                <c:pt idx="10813">
                  <c:v>0</c:v>
                </c:pt>
                <c:pt idx="10814">
                  <c:v>8</c:v>
                </c:pt>
                <c:pt idx="10815">
                  <c:v>0</c:v>
                </c:pt>
                <c:pt idx="10816">
                  <c:v>56</c:v>
                </c:pt>
                <c:pt idx="10817">
                  <c:v>450</c:v>
                </c:pt>
                <c:pt idx="10818">
                  <c:v>0</c:v>
                </c:pt>
                <c:pt idx="10819">
                  <c:v>0</c:v>
                </c:pt>
                <c:pt idx="10820">
                  <c:v>0</c:v>
                </c:pt>
                <c:pt idx="10821">
                  <c:v>0</c:v>
                </c:pt>
                <c:pt idx="10822">
                  <c:v>2</c:v>
                </c:pt>
                <c:pt idx="10823">
                  <c:v>108</c:v>
                </c:pt>
                <c:pt idx="10824">
                  <c:v>21</c:v>
                </c:pt>
                <c:pt idx="10825">
                  <c:v>30</c:v>
                </c:pt>
                <c:pt idx="10826">
                  <c:v>2</c:v>
                </c:pt>
                <c:pt idx="10827">
                  <c:v>0</c:v>
                </c:pt>
                <c:pt idx="10828">
                  <c:v>94</c:v>
                </c:pt>
                <c:pt idx="10829">
                  <c:v>0</c:v>
                </c:pt>
                <c:pt idx="10830">
                  <c:v>35</c:v>
                </c:pt>
                <c:pt idx="10831">
                  <c:v>0</c:v>
                </c:pt>
                <c:pt idx="10832">
                  <c:v>0</c:v>
                </c:pt>
                <c:pt idx="10833">
                  <c:v>108</c:v>
                </c:pt>
                <c:pt idx="10834">
                  <c:v>0</c:v>
                </c:pt>
                <c:pt idx="10835">
                  <c:v>0</c:v>
                </c:pt>
                <c:pt idx="10836">
                  <c:v>40</c:v>
                </c:pt>
                <c:pt idx="10837">
                  <c:v>30</c:v>
                </c:pt>
                <c:pt idx="10838">
                  <c:v>0</c:v>
                </c:pt>
                <c:pt idx="10839">
                  <c:v>0</c:v>
                </c:pt>
                <c:pt idx="10840">
                  <c:v>0</c:v>
                </c:pt>
                <c:pt idx="10841">
                  <c:v>0</c:v>
                </c:pt>
                <c:pt idx="10842">
                  <c:v>0</c:v>
                </c:pt>
                <c:pt idx="10843">
                  <c:v>0</c:v>
                </c:pt>
                <c:pt idx="10844">
                  <c:v>0</c:v>
                </c:pt>
                <c:pt idx="10845">
                  <c:v>0</c:v>
                </c:pt>
                <c:pt idx="10846">
                  <c:v>0</c:v>
                </c:pt>
                <c:pt idx="10847">
                  <c:v>0</c:v>
                </c:pt>
                <c:pt idx="10848">
                  <c:v>1</c:v>
                </c:pt>
                <c:pt idx="10849">
                  <c:v>1</c:v>
                </c:pt>
                <c:pt idx="10850">
                  <c:v>0</c:v>
                </c:pt>
                <c:pt idx="10851">
                  <c:v>1</c:v>
                </c:pt>
                <c:pt idx="10852">
                  <c:v>0</c:v>
                </c:pt>
                <c:pt idx="10853">
                  <c:v>0</c:v>
                </c:pt>
                <c:pt idx="10854">
                  <c:v>0</c:v>
                </c:pt>
                <c:pt idx="10855">
                  <c:v>150</c:v>
                </c:pt>
                <c:pt idx="10856">
                  <c:v>112</c:v>
                </c:pt>
                <c:pt idx="10857">
                  <c:v>11</c:v>
                </c:pt>
                <c:pt idx="10858">
                  <c:v>0</c:v>
                </c:pt>
                <c:pt idx="10859">
                  <c:v>23</c:v>
                </c:pt>
                <c:pt idx="10860">
                  <c:v>1</c:v>
                </c:pt>
                <c:pt idx="10861">
                  <c:v>12</c:v>
                </c:pt>
                <c:pt idx="10862">
                  <c:v>8</c:v>
                </c:pt>
                <c:pt idx="10863">
                  <c:v>55</c:v>
                </c:pt>
                <c:pt idx="10864">
                  <c:v>0</c:v>
                </c:pt>
                <c:pt idx="10865">
                  <c:v>0</c:v>
                </c:pt>
                <c:pt idx="10866">
                  <c:v>0</c:v>
                </c:pt>
                <c:pt idx="10867">
                  <c:v>378</c:v>
                </c:pt>
                <c:pt idx="10868">
                  <c:v>26</c:v>
                </c:pt>
                <c:pt idx="10869">
                  <c:v>56</c:v>
                </c:pt>
                <c:pt idx="10870">
                  <c:v>60</c:v>
                </c:pt>
                <c:pt idx="10871">
                  <c:v>14</c:v>
                </c:pt>
                <c:pt idx="10872">
                  <c:v>80</c:v>
                </c:pt>
                <c:pt idx="10873">
                  <c:v>0</c:v>
                </c:pt>
                <c:pt idx="10874">
                  <c:v>64</c:v>
                </c:pt>
                <c:pt idx="10875">
                  <c:v>60</c:v>
                </c:pt>
                <c:pt idx="10876">
                  <c:v>12</c:v>
                </c:pt>
                <c:pt idx="10877">
                  <c:v>6</c:v>
                </c:pt>
                <c:pt idx="10878">
                  <c:v>0</c:v>
                </c:pt>
                <c:pt idx="10879">
                  <c:v>42</c:v>
                </c:pt>
                <c:pt idx="10880">
                  <c:v>28</c:v>
                </c:pt>
                <c:pt idx="10881">
                  <c:v>70</c:v>
                </c:pt>
                <c:pt idx="10882">
                  <c:v>4</c:v>
                </c:pt>
                <c:pt idx="10883">
                  <c:v>0</c:v>
                </c:pt>
                <c:pt idx="10884">
                  <c:v>30</c:v>
                </c:pt>
                <c:pt idx="10885">
                  <c:v>0</c:v>
                </c:pt>
                <c:pt idx="10886">
                  <c:v>27</c:v>
                </c:pt>
                <c:pt idx="10887">
                  <c:v>1</c:v>
                </c:pt>
                <c:pt idx="10888">
                  <c:v>50</c:v>
                </c:pt>
                <c:pt idx="10889">
                  <c:v>80</c:v>
                </c:pt>
                <c:pt idx="10890">
                  <c:v>56</c:v>
                </c:pt>
                <c:pt idx="10891">
                  <c:v>84</c:v>
                </c:pt>
                <c:pt idx="10892">
                  <c:v>900</c:v>
                </c:pt>
                <c:pt idx="10893">
                  <c:v>36</c:v>
                </c:pt>
                <c:pt idx="10894">
                  <c:v>6</c:v>
                </c:pt>
                <c:pt idx="10895">
                  <c:v>9</c:v>
                </c:pt>
                <c:pt idx="10896">
                  <c:v>0</c:v>
                </c:pt>
                <c:pt idx="10897">
                  <c:v>0</c:v>
                </c:pt>
                <c:pt idx="10898">
                  <c:v>60</c:v>
                </c:pt>
                <c:pt idx="10899">
                  <c:v>0</c:v>
                </c:pt>
                <c:pt idx="10900">
                  <c:v>0</c:v>
                </c:pt>
                <c:pt idx="10901">
                  <c:v>92</c:v>
                </c:pt>
                <c:pt idx="10902">
                  <c:v>0</c:v>
                </c:pt>
                <c:pt idx="10903">
                  <c:v>150</c:v>
                </c:pt>
                <c:pt idx="10904">
                  <c:v>168</c:v>
                </c:pt>
                <c:pt idx="10905">
                  <c:v>21</c:v>
                </c:pt>
                <c:pt idx="10906">
                  <c:v>210</c:v>
                </c:pt>
                <c:pt idx="10907">
                  <c:v>0</c:v>
                </c:pt>
                <c:pt idx="10908">
                  <c:v>2</c:v>
                </c:pt>
                <c:pt idx="10909">
                  <c:v>0</c:v>
                </c:pt>
                <c:pt idx="10910">
                  <c:v>2</c:v>
                </c:pt>
                <c:pt idx="10911">
                  <c:v>4</c:v>
                </c:pt>
                <c:pt idx="10912">
                  <c:v>0</c:v>
                </c:pt>
                <c:pt idx="10913">
                  <c:v>0</c:v>
                </c:pt>
                <c:pt idx="10914">
                  <c:v>39</c:v>
                </c:pt>
                <c:pt idx="10915">
                  <c:v>0</c:v>
                </c:pt>
                <c:pt idx="10916">
                  <c:v>0</c:v>
                </c:pt>
                <c:pt idx="10917">
                  <c:v>1</c:v>
                </c:pt>
                <c:pt idx="10918">
                  <c:v>1</c:v>
                </c:pt>
                <c:pt idx="10919">
                  <c:v>6</c:v>
                </c:pt>
                <c:pt idx="10920">
                  <c:v>4</c:v>
                </c:pt>
                <c:pt idx="10921">
                  <c:v>20</c:v>
                </c:pt>
                <c:pt idx="10922">
                  <c:v>69</c:v>
                </c:pt>
                <c:pt idx="10923">
                  <c:v>18</c:v>
                </c:pt>
                <c:pt idx="10924">
                  <c:v>3</c:v>
                </c:pt>
                <c:pt idx="10925">
                  <c:v>18</c:v>
                </c:pt>
                <c:pt idx="10926">
                  <c:v>16</c:v>
                </c:pt>
                <c:pt idx="10927">
                  <c:v>0</c:v>
                </c:pt>
                <c:pt idx="10928">
                  <c:v>0</c:v>
                </c:pt>
                <c:pt idx="10929">
                  <c:v>0</c:v>
                </c:pt>
                <c:pt idx="10930">
                  <c:v>80</c:v>
                </c:pt>
                <c:pt idx="10931">
                  <c:v>4</c:v>
                </c:pt>
                <c:pt idx="10932">
                  <c:v>0</c:v>
                </c:pt>
                <c:pt idx="10933">
                  <c:v>25</c:v>
                </c:pt>
                <c:pt idx="10934">
                  <c:v>0</c:v>
                </c:pt>
                <c:pt idx="10935">
                  <c:v>42</c:v>
                </c:pt>
                <c:pt idx="10936">
                  <c:v>300</c:v>
                </c:pt>
                <c:pt idx="10937">
                  <c:v>0</c:v>
                </c:pt>
                <c:pt idx="10938">
                  <c:v>0</c:v>
                </c:pt>
                <c:pt idx="10939">
                  <c:v>1</c:v>
                </c:pt>
                <c:pt idx="10940">
                  <c:v>13</c:v>
                </c:pt>
                <c:pt idx="10941">
                  <c:v>0</c:v>
                </c:pt>
                <c:pt idx="10942">
                  <c:v>0</c:v>
                </c:pt>
                <c:pt idx="10943">
                  <c:v>17</c:v>
                </c:pt>
                <c:pt idx="10944">
                  <c:v>98</c:v>
                </c:pt>
                <c:pt idx="10945">
                  <c:v>84</c:v>
                </c:pt>
                <c:pt idx="10946">
                  <c:v>31</c:v>
                </c:pt>
                <c:pt idx="10947">
                  <c:v>18</c:v>
                </c:pt>
                <c:pt idx="10948">
                  <c:v>1</c:v>
                </c:pt>
                <c:pt idx="10949">
                  <c:v>5</c:v>
                </c:pt>
                <c:pt idx="10950">
                  <c:v>2</c:v>
                </c:pt>
                <c:pt idx="10951">
                  <c:v>5</c:v>
                </c:pt>
                <c:pt idx="10952">
                  <c:v>1</c:v>
                </c:pt>
                <c:pt idx="10953">
                  <c:v>70</c:v>
                </c:pt>
                <c:pt idx="10954">
                  <c:v>0</c:v>
                </c:pt>
                <c:pt idx="10955">
                  <c:v>0</c:v>
                </c:pt>
                <c:pt idx="10956">
                  <c:v>168</c:v>
                </c:pt>
                <c:pt idx="10957">
                  <c:v>66</c:v>
                </c:pt>
                <c:pt idx="10958">
                  <c:v>31</c:v>
                </c:pt>
                <c:pt idx="10959">
                  <c:v>0</c:v>
                </c:pt>
                <c:pt idx="10960">
                  <c:v>35</c:v>
                </c:pt>
                <c:pt idx="10961">
                  <c:v>46</c:v>
                </c:pt>
                <c:pt idx="10962">
                  <c:v>24</c:v>
                </c:pt>
                <c:pt idx="10963">
                  <c:v>40</c:v>
                </c:pt>
                <c:pt idx="10964">
                  <c:v>0</c:v>
                </c:pt>
                <c:pt idx="10965">
                  <c:v>26</c:v>
                </c:pt>
                <c:pt idx="10966">
                  <c:v>22</c:v>
                </c:pt>
                <c:pt idx="10967">
                  <c:v>14</c:v>
                </c:pt>
                <c:pt idx="10968">
                  <c:v>98</c:v>
                </c:pt>
                <c:pt idx="10969">
                  <c:v>0</c:v>
                </c:pt>
                <c:pt idx="10970">
                  <c:v>2</c:v>
                </c:pt>
                <c:pt idx="10971">
                  <c:v>4</c:v>
                </c:pt>
                <c:pt idx="10972">
                  <c:v>2</c:v>
                </c:pt>
                <c:pt idx="10973">
                  <c:v>0</c:v>
                </c:pt>
                <c:pt idx="10974">
                  <c:v>0</c:v>
                </c:pt>
                <c:pt idx="10975">
                  <c:v>56</c:v>
                </c:pt>
                <c:pt idx="10976">
                  <c:v>80</c:v>
                </c:pt>
                <c:pt idx="10977">
                  <c:v>0</c:v>
                </c:pt>
                <c:pt idx="10978">
                  <c:v>54</c:v>
                </c:pt>
                <c:pt idx="10979">
                  <c:v>10</c:v>
                </c:pt>
                <c:pt idx="10980">
                  <c:v>0</c:v>
                </c:pt>
                <c:pt idx="10981">
                  <c:v>168</c:v>
                </c:pt>
                <c:pt idx="10982">
                  <c:v>0</c:v>
                </c:pt>
                <c:pt idx="10983">
                  <c:v>0</c:v>
                </c:pt>
                <c:pt idx="10984">
                  <c:v>0</c:v>
                </c:pt>
                <c:pt idx="10985">
                  <c:v>0</c:v>
                </c:pt>
                <c:pt idx="10986">
                  <c:v>1</c:v>
                </c:pt>
                <c:pt idx="10987">
                  <c:v>0</c:v>
                </c:pt>
                <c:pt idx="10988">
                  <c:v>0</c:v>
                </c:pt>
                <c:pt idx="10989">
                  <c:v>0</c:v>
                </c:pt>
                <c:pt idx="10990">
                  <c:v>0</c:v>
                </c:pt>
                <c:pt idx="10991">
                  <c:v>0</c:v>
                </c:pt>
                <c:pt idx="10992">
                  <c:v>0</c:v>
                </c:pt>
                <c:pt idx="10993">
                  <c:v>0</c:v>
                </c:pt>
                <c:pt idx="10994">
                  <c:v>0</c:v>
                </c:pt>
                <c:pt idx="10995">
                  <c:v>0</c:v>
                </c:pt>
                <c:pt idx="10996">
                  <c:v>40</c:v>
                </c:pt>
                <c:pt idx="10997">
                  <c:v>0</c:v>
                </c:pt>
                <c:pt idx="10998">
                  <c:v>18</c:v>
                </c:pt>
                <c:pt idx="10999">
                  <c:v>29</c:v>
                </c:pt>
                <c:pt idx="11000">
                  <c:v>0</c:v>
                </c:pt>
                <c:pt idx="11001">
                  <c:v>0</c:v>
                </c:pt>
                <c:pt idx="11002">
                  <c:v>49</c:v>
                </c:pt>
                <c:pt idx="11003">
                  <c:v>21</c:v>
                </c:pt>
                <c:pt idx="11004">
                  <c:v>0</c:v>
                </c:pt>
                <c:pt idx="11005">
                  <c:v>224</c:v>
                </c:pt>
                <c:pt idx="11006">
                  <c:v>0</c:v>
                </c:pt>
                <c:pt idx="11007">
                  <c:v>0</c:v>
                </c:pt>
                <c:pt idx="11008">
                  <c:v>0</c:v>
                </c:pt>
                <c:pt idx="11009">
                  <c:v>5</c:v>
                </c:pt>
                <c:pt idx="11010">
                  <c:v>0</c:v>
                </c:pt>
                <c:pt idx="11011">
                  <c:v>7</c:v>
                </c:pt>
                <c:pt idx="11012">
                  <c:v>0</c:v>
                </c:pt>
                <c:pt idx="11013">
                  <c:v>1</c:v>
                </c:pt>
                <c:pt idx="11014">
                  <c:v>9</c:v>
                </c:pt>
                <c:pt idx="11015">
                  <c:v>140</c:v>
                </c:pt>
                <c:pt idx="11016">
                  <c:v>0</c:v>
                </c:pt>
                <c:pt idx="11017">
                  <c:v>63</c:v>
                </c:pt>
                <c:pt idx="11018">
                  <c:v>3</c:v>
                </c:pt>
                <c:pt idx="11019">
                  <c:v>10</c:v>
                </c:pt>
                <c:pt idx="11020">
                  <c:v>12</c:v>
                </c:pt>
                <c:pt idx="11021">
                  <c:v>60</c:v>
                </c:pt>
                <c:pt idx="11022">
                  <c:v>8</c:v>
                </c:pt>
                <c:pt idx="11023">
                  <c:v>0</c:v>
                </c:pt>
                <c:pt idx="11024">
                  <c:v>26</c:v>
                </c:pt>
                <c:pt idx="11025">
                  <c:v>50</c:v>
                </c:pt>
                <c:pt idx="11026">
                  <c:v>3</c:v>
                </c:pt>
                <c:pt idx="11027">
                  <c:v>7</c:v>
                </c:pt>
                <c:pt idx="11028">
                  <c:v>1</c:v>
                </c:pt>
                <c:pt idx="11029">
                  <c:v>18</c:v>
                </c:pt>
                <c:pt idx="11030">
                  <c:v>0</c:v>
                </c:pt>
                <c:pt idx="11031">
                  <c:v>9</c:v>
                </c:pt>
                <c:pt idx="11032">
                  <c:v>14</c:v>
                </c:pt>
                <c:pt idx="11033">
                  <c:v>0</c:v>
                </c:pt>
                <c:pt idx="11034">
                  <c:v>0</c:v>
                </c:pt>
                <c:pt idx="11035">
                  <c:v>63</c:v>
                </c:pt>
                <c:pt idx="11036">
                  <c:v>25</c:v>
                </c:pt>
                <c:pt idx="11037">
                  <c:v>30</c:v>
                </c:pt>
                <c:pt idx="11038">
                  <c:v>0</c:v>
                </c:pt>
                <c:pt idx="11039">
                  <c:v>84</c:v>
                </c:pt>
                <c:pt idx="11040">
                  <c:v>0</c:v>
                </c:pt>
                <c:pt idx="11041">
                  <c:v>35</c:v>
                </c:pt>
                <c:pt idx="11042">
                  <c:v>5</c:v>
                </c:pt>
                <c:pt idx="11043">
                  <c:v>112</c:v>
                </c:pt>
                <c:pt idx="11044">
                  <c:v>112</c:v>
                </c:pt>
                <c:pt idx="11045">
                  <c:v>168</c:v>
                </c:pt>
                <c:pt idx="11046">
                  <c:v>58</c:v>
                </c:pt>
                <c:pt idx="11047">
                  <c:v>24</c:v>
                </c:pt>
                <c:pt idx="11048">
                  <c:v>6</c:v>
                </c:pt>
                <c:pt idx="11049">
                  <c:v>26</c:v>
                </c:pt>
                <c:pt idx="11050">
                  <c:v>36</c:v>
                </c:pt>
                <c:pt idx="11051">
                  <c:v>8</c:v>
                </c:pt>
                <c:pt idx="11052">
                  <c:v>43</c:v>
                </c:pt>
                <c:pt idx="11053">
                  <c:v>4</c:v>
                </c:pt>
                <c:pt idx="11054">
                  <c:v>2</c:v>
                </c:pt>
                <c:pt idx="11055">
                  <c:v>63</c:v>
                </c:pt>
                <c:pt idx="11056">
                  <c:v>64</c:v>
                </c:pt>
                <c:pt idx="11057">
                  <c:v>120</c:v>
                </c:pt>
                <c:pt idx="11058">
                  <c:v>119</c:v>
                </c:pt>
                <c:pt idx="11059">
                  <c:v>119</c:v>
                </c:pt>
                <c:pt idx="11060">
                  <c:v>0</c:v>
                </c:pt>
                <c:pt idx="11061">
                  <c:v>224</c:v>
                </c:pt>
                <c:pt idx="11062">
                  <c:v>27</c:v>
                </c:pt>
                <c:pt idx="11063">
                  <c:v>23</c:v>
                </c:pt>
                <c:pt idx="11064">
                  <c:v>0</c:v>
                </c:pt>
                <c:pt idx="11065">
                  <c:v>168</c:v>
                </c:pt>
                <c:pt idx="11066">
                  <c:v>180</c:v>
                </c:pt>
                <c:pt idx="11067">
                  <c:v>0</c:v>
                </c:pt>
                <c:pt idx="11068">
                  <c:v>36</c:v>
                </c:pt>
                <c:pt idx="11069">
                  <c:v>1</c:v>
                </c:pt>
                <c:pt idx="11070">
                  <c:v>0</c:v>
                </c:pt>
                <c:pt idx="11071">
                  <c:v>4</c:v>
                </c:pt>
                <c:pt idx="11072">
                  <c:v>11</c:v>
                </c:pt>
                <c:pt idx="11073">
                  <c:v>120</c:v>
                </c:pt>
                <c:pt idx="11074">
                  <c:v>4</c:v>
                </c:pt>
                <c:pt idx="11075">
                  <c:v>0</c:v>
                </c:pt>
                <c:pt idx="11076">
                  <c:v>6</c:v>
                </c:pt>
                <c:pt idx="11077">
                  <c:v>1</c:v>
                </c:pt>
                <c:pt idx="11078">
                  <c:v>3</c:v>
                </c:pt>
                <c:pt idx="11079">
                  <c:v>4</c:v>
                </c:pt>
                <c:pt idx="11080">
                  <c:v>0</c:v>
                </c:pt>
                <c:pt idx="11081">
                  <c:v>180</c:v>
                </c:pt>
                <c:pt idx="11082">
                  <c:v>390</c:v>
                </c:pt>
                <c:pt idx="11083">
                  <c:v>18</c:v>
                </c:pt>
                <c:pt idx="11084">
                  <c:v>2</c:v>
                </c:pt>
                <c:pt idx="11085">
                  <c:v>30</c:v>
                </c:pt>
                <c:pt idx="11086">
                  <c:v>0</c:v>
                </c:pt>
                <c:pt idx="11087">
                  <c:v>0</c:v>
                </c:pt>
                <c:pt idx="11088">
                  <c:v>60</c:v>
                </c:pt>
                <c:pt idx="11089">
                  <c:v>39</c:v>
                </c:pt>
                <c:pt idx="11090">
                  <c:v>0</c:v>
                </c:pt>
                <c:pt idx="11091">
                  <c:v>12</c:v>
                </c:pt>
                <c:pt idx="11092">
                  <c:v>13</c:v>
                </c:pt>
                <c:pt idx="11093">
                  <c:v>38</c:v>
                </c:pt>
                <c:pt idx="11094">
                  <c:v>0</c:v>
                </c:pt>
                <c:pt idx="11095">
                  <c:v>27</c:v>
                </c:pt>
                <c:pt idx="11096">
                  <c:v>15</c:v>
                </c:pt>
                <c:pt idx="11097">
                  <c:v>9</c:v>
                </c:pt>
                <c:pt idx="11098">
                  <c:v>6</c:v>
                </c:pt>
                <c:pt idx="11099">
                  <c:v>56</c:v>
                </c:pt>
                <c:pt idx="11100">
                  <c:v>15</c:v>
                </c:pt>
                <c:pt idx="11101">
                  <c:v>63</c:v>
                </c:pt>
                <c:pt idx="11102">
                  <c:v>40</c:v>
                </c:pt>
                <c:pt idx="11103">
                  <c:v>2</c:v>
                </c:pt>
                <c:pt idx="11104">
                  <c:v>0</c:v>
                </c:pt>
                <c:pt idx="11105">
                  <c:v>98</c:v>
                </c:pt>
                <c:pt idx="11106">
                  <c:v>0</c:v>
                </c:pt>
                <c:pt idx="11107">
                  <c:v>1</c:v>
                </c:pt>
                <c:pt idx="11108">
                  <c:v>30</c:v>
                </c:pt>
                <c:pt idx="11109">
                  <c:v>0</c:v>
                </c:pt>
                <c:pt idx="11110">
                  <c:v>30</c:v>
                </c:pt>
                <c:pt idx="11111">
                  <c:v>2</c:v>
                </c:pt>
                <c:pt idx="11112">
                  <c:v>0</c:v>
                </c:pt>
                <c:pt idx="11113">
                  <c:v>0</c:v>
                </c:pt>
                <c:pt idx="11114">
                  <c:v>240</c:v>
                </c:pt>
                <c:pt idx="11115">
                  <c:v>25</c:v>
                </c:pt>
                <c:pt idx="11116">
                  <c:v>39</c:v>
                </c:pt>
                <c:pt idx="11117">
                  <c:v>9</c:v>
                </c:pt>
                <c:pt idx="11118">
                  <c:v>1</c:v>
                </c:pt>
                <c:pt idx="11119">
                  <c:v>28</c:v>
                </c:pt>
                <c:pt idx="11120">
                  <c:v>18</c:v>
                </c:pt>
                <c:pt idx="11121">
                  <c:v>3</c:v>
                </c:pt>
                <c:pt idx="11122">
                  <c:v>588</c:v>
                </c:pt>
                <c:pt idx="11123">
                  <c:v>8</c:v>
                </c:pt>
                <c:pt idx="11124">
                  <c:v>0</c:v>
                </c:pt>
                <c:pt idx="11125">
                  <c:v>4</c:v>
                </c:pt>
                <c:pt idx="11126">
                  <c:v>15</c:v>
                </c:pt>
                <c:pt idx="11127">
                  <c:v>37</c:v>
                </c:pt>
                <c:pt idx="11128">
                  <c:v>2</c:v>
                </c:pt>
                <c:pt idx="11129">
                  <c:v>26</c:v>
                </c:pt>
                <c:pt idx="11130">
                  <c:v>319</c:v>
                </c:pt>
                <c:pt idx="11131">
                  <c:v>196</c:v>
                </c:pt>
                <c:pt idx="11132">
                  <c:v>1</c:v>
                </c:pt>
                <c:pt idx="11133">
                  <c:v>0</c:v>
                </c:pt>
                <c:pt idx="11134">
                  <c:v>0</c:v>
                </c:pt>
                <c:pt idx="11135">
                  <c:v>0</c:v>
                </c:pt>
                <c:pt idx="11136">
                  <c:v>1</c:v>
                </c:pt>
                <c:pt idx="11137">
                  <c:v>32</c:v>
                </c:pt>
                <c:pt idx="11138">
                  <c:v>28</c:v>
                </c:pt>
                <c:pt idx="11139">
                  <c:v>52</c:v>
                </c:pt>
                <c:pt idx="11140">
                  <c:v>0</c:v>
                </c:pt>
                <c:pt idx="11141">
                  <c:v>84</c:v>
                </c:pt>
                <c:pt idx="11142">
                  <c:v>56</c:v>
                </c:pt>
                <c:pt idx="11143">
                  <c:v>224</c:v>
                </c:pt>
                <c:pt idx="11144">
                  <c:v>0</c:v>
                </c:pt>
                <c:pt idx="11145">
                  <c:v>3</c:v>
                </c:pt>
                <c:pt idx="11146">
                  <c:v>16</c:v>
                </c:pt>
                <c:pt idx="11147">
                  <c:v>60</c:v>
                </c:pt>
                <c:pt idx="11148">
                  <c:v>8</c:v>
                </c:pt>
                <c:pt idx="11149">
                  <c:v>14</c:v>
                </c:pt>
                <c:pt idx="11150">
                  <c:v>0</c:v>
                </c:pt>
                <c:pt idx="11151">
                  <c:v>0</c:v>
                </c:pt>
                <c:pt idx="11152">
                  <c:v>1</c:v>
                </c:pt>
                <c:pt idx="11153">
                  <c:v>5</c:v>
                </c:pt>
                <c:pt idx="11154">
                  <c:v>25</c:v>
                </c:pt>
                <c:pt idx="11155">
                  <c:v>3</c:v>
                </c:pt>
                <c:pt idx="11156">
                  <c:v>23</c:v>
                </c:pt>
                <c:pt idx="11157">
                  <c:v>1</c:v>
                </c:pt>
                <c:pt idx="11158">
                  <c:v>0</c:v>
                </c:pt>
                <c:pt idx="11159">
                  <c:v>0</c:v>
                </c:pt>
                <c:pt idx="11160">
                  <c:v>1</c:v>
                </c:pt>
                <c:pt idx="11161">
                  <c:v>38</c:v>
                </c:pt>
                <c:pt idx="11162">
                  <c:v>36</c:v>
                </c:pt>
                <c:pt idx="11163">
                  <c:v>42</c:v>
                </c:pt>
                <c:pt idx="11164">
                  <c:v>0</c:v>
                </c:pt>
                <c:pt idx="11165">
                  <c:v>0</c:v>
                </c:pt>
                <c:pt idx="11166">
                  <c:v>0</c:v>
                </c:pt>
                <c:pt idx="11167">
                  <c:v>392</c:v>
                </c:pt>
                <c:pt idx="11168">
                  <c:v>0</c:v>
                </c:pt>
                <c:pt idx="11169">
                  <c:v>0</c:v>
                </c:pt>
                <c:pt idx="11170">
                  <c:v>180</c:v>
                </c:pt>
                <c:pt idx="11171">
                  <c:v>6</c:v>
                </c:pt>
                <c:pt idx="11172">
                  <c:v>35</c:v>
                </c:pt>
                <c:pt idx="11173">
                  <c:v>9</c:v>
                </c:pt>
                <c:pt idx="11174">
                  <c:v>4</c:v>
                </c:pt>
                <c:pt idx="11175">
                  <c:v>14</c:v>
                </c:pt>
                <c:pt idx="11176">
                  <c:v>28</c:v>
                </c:pt>
                <c:pt idx="11177">
                  <c:v>41</c:v>
                </c:pt>
                <c:pt idx="11178">
                  <c:v>65</c:v>
                </c:pt>
                <c:pt idx="11179">
                  <c:v>0</c:v>
                </c:pt>
                <c:pt idx="11180">
                  <c:v>50</c:v>
                </c:pt>
                <c:pt idx="11181">
                  <c:v>55</c:v>
                </c:pt>
                <c:pt idx="11182">
                  <c:v>8</c:v>
                </c:pt>
                <c:pt idx="11183">
                  <c:v>0</c:v>
                </c:pt>
                <c:pt idx="11184">
                  <c:v>120</c:v>
                </c:pt>
                <c:pt idx="11185">
                  <c:v>0</c:v>
                </c:pt>
                <c:pt idx="11186">
                  <c:v>30</c:v>
                </c:pt>
                <c:pt idx="11187">
                  <c:v>4</c:v>
                </c:pt>
                <c:pt idx="11188">
                  <c:v>14</c:v>
                </c:pt>
                <c:pt idx="11189">
                  <c:v>1</c:v>
                </c:pt>
                <c:pt idx="11190">
                  <c:v>14</c:v>
                </c:pt>
                <c:pt idx="11191">
                  <c:v>0</c:v>
                </c:pt>
                <c:pt idx="11192">
                  <c:v>140</c:v>
                </c:pt>
                <c:pt idx="11193">
                  <c:v>60</c:v>
                </c:pt>
                <c:pt idx="11194">
                  <c:v>18</c:v>
                </c:pt>
                <c:pt idx="11195">
                  <c:v>2000</c:v>
                </c:pt>
                <c:pt idx="11196">
                  <c:v>24</c:v>
                </c:pt>
                <c:pt idx="11197">
                  <c:v>7</c:v>
                </c:pt>
                <c:pt idx="11198">
                  <c:v>0</c:v>
                </c:pt>
                <c:pt idx="11199">
                  <c:v>0</c:v>
                </c:pt>
                <c:pt idx="11200">
                  <c:v>3</c:v>
                </c:pt>
                <c:pt idx="11201">
                  <c:v>5</c:v>
                </c:pt>
                <c:pt idx="11202">
                  <c:v>12</c:v>
                </c:pt>
                <c:pt idx="11203">
                  <c:v>5</c:v>
                </c:pt>
                <c:pt idx="11204">
                  <c:v>19</c:v>
                </c:pt>
                <c:pt idx="11205">
                  <c:v>0</c:v>
                </c:pt>
                <c:pt idx="11206">
                  <c:v>15</c:v>
                </c:pt>
                <c:pt idx="11207">
                  <c:v>12</c:v>
                </c:pt>
                <c:pt idx="11208">
                  <c:v>6</c:v>
                </c:pt>
                <c:pt idx="11209">
                  <c:v>0</c:v>
                </c:pt>
                <c:pt idx="11210">
                  <c:v>468</c:v>
                </c:pt>
                <c:pt idx="11211">
                  <c:v>15</c:v>
                </c:pt>
                <c:pt idx="11212">
                  <c:v>224</c:v>
                </c:pt>
                <c:pt idx="11213">
                  <c:v>0</c:v>
                </c:pt>
                <c:pt idx="11214">
                  <c:v>66</c:v>
                </c:pt>
                <c:pt idx="11215">
                  <c:v>34</c:v>
                </c:pt>
                <c:pt idx="11216">
                  <c:v>39</c:v>
                </c:pt>
                <c:pt idx="11217">
                  <c:v>6</c:v>
                </c:pt>
                <c:pt idx="11218">
                  <c:v>0</c:v>
                </c:pt>
                <c:pt idx="11219">
                  <c:v>336</c:v>
                </c:pt>
                <c:pt idx="11220">
                  <c:v>110</c:v>
                </c:pt>
                <c:pt idx="11221">
                  <c:v>0</c:v>
                </c:pt>
                <c:pt idx="11222">
                  <c:v>7</c:v>
                </c:pt>
                <c:pt idx="11223">
                  <c:v>45</c:v>
                </c:pt>
                <c:pt idx="11224">
                  <c:v>54</c:v>
                </c:pt>
                <c:pt idx="11225">
                  <c:v>0</c:v>
                </c:pt>
                <c:pt idx="11226">
                  <c:v>30</c:v>
                </c:pt>
                <c:pt idx="11227">
                  <c:v>2</c:v>
                </c:pt>
                <c:pt idx="11228">
                  <c:v>0</c:v>
                </c:pt>
                <c:pt idx="11229">
                  <c:v>1</c:v>
                </c:pt>
                <c:pt idx="11230">
                  <c:v>180</c:v>
                </c:pt>
                <c:pt idx="11231">
                  <c:v>21</c:v>
                </c:pt>
                <c:pt idx="11232">
                  <c:v>6</c:v>
                </c:pt>
                <c:pt idx="11233">
                  <c:v>0</c:v>
                </c:pt>
                <c:pt idx="11234">
                  <c:v>1</c:v>
                </c:pt>
                <c:pt idx="11235">
                  <c:v>27</c:v>
                </c:pt>
                <c:pt idx="11236">
                  <c:v>2</c:v>
                </c:pt>
                <c:pt idx="11237">
                  <c:v>0</c:v>
                </c:pt>
                <c:pt idx="11238">
                  <c:v>0</c:v>
                </c:pt>
                <c:pt idx="11239">
                  <c:v>11</c:v>
                </c:pt>
                <c:pt idx="11240">
                  <c:v>70</c:v>
                </c:pt>
                <c:pt idx="11241">
                  <c:v>0</c:v>
                </c:pt>
                <c:pt idx="11242">
                  <c:v>210</c:v>
                </c:pt>
                <c:pt idx="11243">
                  <c:v>2</c:v>
                </c:pt>
                <c:pt idx="11244">
                  <c:v>0</c:v>
                </c:pt>
                <c:pt idx="11245">
                  <c:v>9</c:v>
                </c:pt>
                <c:pt idx="11246">
                  <c:v>60</c:v>
                </c:pt>
                <c:pt idx="11247">
                  <c:v>50</c:v>
                </c:pt>
                <c:pt idx="11248">
                  <c:v>3</c:v>
                </c:pt>
                <c:pt idx="11249">
                  <c:v>28</c:v>
                </c:pt>
                <c:pt idx="11250">
                  <c:v>0</c:v>
                </c:pt>
                <c:pt idx="11251">
                  <c:v>25</c:v>
                </c:pt>
                <c:pt idx="11252">
                  <c:v>0</c:v>
                </c:pt>
                <c:pt idx="11253">
                  <c:v>2</c:v>
                </c:pt>
                <c:pt idx="11254">
                  <c:v>21</c:v>
                </c:pt>
                <c:pt idx="11255">
                  <c:v>0</c:v>
                </c:pt>
                <c:pt idx="11256">
                  <c:v>3</c:v>
                </c:pt>
                <c:pt idx="11257">
                  <c:v>0</c:v>
                </c:pt>
                <c:pt idx="11258">
                  <c:v>26</c:v>
                </c:pt>
                <c:pt idx="11259">
                  <c:v>140</c:v>
                </c:pt>
                <c:pt idx="11260">
                  <c:v>192</c:v>
                </c:pt>
                <c:pt idx="11261">
                  <c:v>0</c:v>
                </c:pt>
                <c:pt idx="11262">
                  <c:v>30</c:v>
                </c:pt>
                <c:pt idx="11263">
                  <c:v>0</c:v>
                </c:pt>
                <c:pt idx="11264">
                  <c:v>233</c:v>
                </c:pt>
                <c:pt idx="11265">
                  <c:v>0</c:v>
                </c:pt>
                <c:pt idx="11266">
                  <c:v>1</c:v>
                </c:pt>
                <c:pt idx="11267">
                  <c:v>66</c:v>
                </c:pt>
                <c:pt idx="11268">
                  <c:v>6</c:v>
                </c:pt>
                <c:pt idx="11269">
                  <c:v>23</c:v>
                </c:pt>
                <c:pt idx="11270">
                  <c:v>1</c:v>
                </c:pt>
                <c:pt idx="11271">
                  <c:v>0</c:v>
                </c:pt>
                <c:pt idx="11272">
                  <c:v>0</c:v>
                </c:pt>
                <c:pt idx="11273">
                  <c:v>48</c:v>
                </c:pt>
                <c:pt idx="11274">
                  <c:v>0</c:v>
                </c:pt>
                <c:pt idx="11275">
                  <c:v>45</c:v>
                </c:pt>
                <c:pt idx="11276">
                  <c:v>4</c:v>
                </c:pt>
                <c:pt idx="11277">
                  <c:v>56</c:v>
                </c:pt>
                <c:pt idx="11278">
                  <c:v>0</c:v>
                </c:pt>
                <c:pt idx="11279">
                  <c:v>3</c:v>
                </c:pt>
                <c:pt idx="11280">
                  <c:v>57</c:v>
                </c:pt>
                <c:pt idx="11281">
                  <c:v>476</c:v>
                </c:pt>
                <c:pt idx="11282">
                  <c:v>56</c:v>
                </c:pt>
                <c:pt idx="11283">
                  <c:v>210</c:v>
                </c:pt>
                <c:pt idx="11284">
                  <c:v>40</c:v>
                </c:pt>
                <c:pt idx="11285">
                  <c:v>119</c:v>
                </c:pt>
                <c:pt idx="11286">
                  <c:v>76</c:v>
                </c:pt>
                <c:pt idx="11287">
                  <c:v>20</c:v>
                </c:pt>
                <c:pt idx="11288">
                  <c:v>300</c:v>
                </c:pt>
                <c:pt idx="11289">
                  <c:v>27</c:v>
                </c:pt>
                <c:pt idx="11290">
                  <c:v>56</c:v>
                </c:pt>
                <c:pt idx="11291">
                  <c:v>90</c:v>
                </c:pt>
                <c:pt idx="11292">
                  <c:v>0</c:v>
                </c:pt>
                <c:pt idx="11293">
                  <c:v>60</c:v>
                </c:pt>
                <c:pt idx="11294">
                  <c:v>0</c:v>
                </c:pt>
                <c:pt idx="11295">
                  <c:v>66</c:v>
                </c:pt>
                <c:pt idx="11296">
                  <c:v>84</c:v>
                </c:pt>
                <c:pt idx="11297">
                  <c:v>0</c:v>
                </c:pt>
                <c:pt idx="11298">
                  <c:v>0</c:v>
                </c:pt>
                <c:pt idx="11299">
                  <c:v>4</c:v>
                </c:pt>
                <c:pt idx="11300">
                  <c:v>20</c:v>
                </c:pt>
                <c:pt idx="11301">
                  <c:v>40</c:v>
                </c:pt>
                <c:pt idx="11302">
                  <c:v>0</c:v>
                </c:pt>
                <c:pt idx="11303">
                  <c:v>0</c:v>
                </c:pt>
                <c:pt idx="11304">
                  <c:v>3</c:v>
                </c:pt>
                <c:pt idx="11305">
                  <c:v>0</c:v>
                </c:pt>
                <c:pt idx="11306">
                  <c:v>36</c:v>
                </c:pt>
                <c:pt idx="11307">
                  <c:v>0</c:v>
                </c:pt>
                <c:pt idx="11308">
                  <c:v>0</c:v>
                </c:pt>
                <c:pt idx="11309">
                  <c:v>336</c:v>
                </c:pt>
                <c:pt idx="11310">
                  <c:v>210</c:v>
                </c:pt>
                <c:pt idx="11311">
                  <c:v>112</c:v>
                </c:pt>
                <c:pt idx="11312">
                  <c:v>99</c:v>
                </c:pt>
                <c:pt idx="11313">
                  <c:v>24</c:v>
                </c:pt>
                <c:pt idx="11314">
                  <c:v>45</c:v>
                </c:pt>
                <c:pt idx="11315">
                  <c:v>46</c:v>
                </c:pt>
                <c:pt idx="11316">
                  <c:v>1</c:v>
                </c:pt>
                <c:pt idx="11317">
                  <c:v>20</c:v>
                </c:pt>
                <c:pt idx="11318">
                  <c:v>102</c:v>
                </c:pt>
                <c:pt idx="11319">
                  <c:v>0</c:v>
                </c:pt>
                <c:pt idx="11320">
                  <c:v>0</c:v>
                </c:pt>
                <c:pt idx="11321">
                  <c:v>1</c:v>
                </c:pt>
                <c:pt idx="11322">
                  <c:v>0</c:v>
                </c:pt>
                <c:pt idx="11323">
                  <c:v>5</c:v>
                </c:pt>
                <c:pt idx="11324">
                  <c:v>1</c:v>
                </c:pt>
                <c:pt idx="11325">
                  <c:v>0</c:v>
                </c:pt>
                <c:pt idx="11326">
                  <c:v>540</c:v>
                </c:pt>
                <c:pt idx="11327">
                  <c:v>1</c:v>
                </c:pt>
                <c:pt idx="11328">
                  <c:v>0</c:v>
                </c:pt>
                <c:pt idx="11329">
                  <c:v>220</c:v>
                </c:pt>
                <c:pt idx="11330">
                  <c:v>42</c:v>
                </c:pt>
                <c:pt idx="11331">
                  <c:v>0</c:v>
                </c:pt>
                <c:pt idx="11332">
                  <c:v>105</c:v>
                </c:pt>
                <c:pt idx="11333">
                  <c:v>42</c:v>
                </c:pt>
                <c:pt idx="11334">
                  <c:v>66</c:v>
                </c:pt>
                <c:pt idx="11335">
                  <c:v>0</c:v>
                </c:pt>
                <c:pt idx="11336">
                  <c:v>26</c:v>
                </c:pt>
                <c:pt idx="11337">
                  <c:v>0</c:v>
                </c:pt>
                <c:pt idx="11338">
                  <c:v>0</c:v>
                </c:pt>
                <c:pt idx="11339">
                  <c:v>20</c:v>
                </c:pt>
                <c:pt idx="11340">
                  <c:v>112</c:v>
                </c:pt>
                <c:pt idx="11341">
                  <c:v>1</c:v>
                </c:pt>
                <c:pt idx="11342">
                  <c:v>44</c:v>
                </c:pt>
                <c:pt idx="11343">
                  <c:v>8</c:v>
                </c:pt>
                <c:pt idx="11344">
                  <c:v>0</c:v>
                </c:pt>
                <c:pt idx="11345">
                  <c:v>0</c:v>
                </c:pt>
                <c:pt idx="11346">
                  <c:v>0</c:v>
                </c:pt>
                <c:pt idx="11347">
                  <c:v>0</c:v>
                </c:pt>
                <c:pt idx="11348">
                  <c:v>0</c:v>
                </c:pt>
                <c:pt idx="11349">
                  <c:v>1428</c:v>
                </c:pt>
                <c:pt idx="11350">
                  <c:v>0</c:v>
                </c:pt>
                <c:pt idx="11351">
                  <c:v>5</c:v>
                </c:pt>
                <c:pt idx="11352">
                  <c:v>69</c:v>
                </c:pt>
                <c:pt idx="11353">
                  <c:v>60</c:v>
                </c:pt>
                <c:pt idx="11354">
                  <c:v>210</c:v>
                </c:pt>
                <c:pt idx="11355">
                  <c:v>42</c:v>
                </c:pt>
                <c:pt idx="11356">
                  <c:v>2</c:v>
                </c:pt>
                <c:pt idx="11357">
                  <c:v>162</c:v>
                </c:pt>
                <c:pt idx="11358">
                  <c:v>9</c:v>
                </c:pt>
                <c:pt idx="11359">
                  <c:v>6</c:v>
                </c:pt>
                <c:pt idx="11360">
                  <c:v>19</c:v>
                </c:pt>
                <c:pt idx="11361">
                  <c:v>1</c:v>
                </c:pt>
                <c:pt idx="11362">
                  <c:v>68</c:v>
                </c:pt>
                <c:pt idx="11363">
                  <c:v>56</c:v>
                </c:pt>
                <c:pt idx="11364">
                  <c:v>53</c:v>
                </c:pt>
                <c:pt idx="11365">
                  <c:v>0</c:v>
                </c:pt>
                <c:pt idx="11366">
                  <c:v>116</c:v>
                </c:pt>
                <c:pt idx="11367">
                  <c:v>96</c:v>
                </c:pt>
                <c:pt idx="11368">
                  <c:v>66</c:v>
                </c:pt>
                <c:pt idx="11369">
                  <c:v>54</c:v>
                </c:pt>
                <c:pt idx="11370">
                  <c:v>0</c:v>
                </c:pt>
                <c:pt idx="11371">
                  <c:v>0</c:v>
                </c:pt>
                <c:pt idx="11372">
                  <c:v>0</c:v>
                </c:pt>
                <c:pt idx="11373">
                  <c:v>120</c:v>
                </c:pt>
                <c:pt idx="11374">
                  <c:v>42</c:v>
                </c:pt>
                <c:pt idx="11375">
                  <c:v>2</c:v>
                </c:pt>
                <c:pt idx="11376">
                  <c:v>90</c:v>
                </c:pt>
                <c:pt idx="11377">
                  <c:v>0</c:v>
                </c:pt>
                <c:pt idx="11378">
                  <c:v>2</c:v>
                </c:pt>
                <c:pt idx="11379">
                  <c:v>4</c:v>
                </c:pt>
                <c:pt idx="11380">
                  <c:v>64</c:v>
                </c:pt>
                <c:pt idx="11381">
                  <c:v>138</c:v>
                </c:pt>
                <c:pt idx="11382">
                  <c:v>22</c:v>
                </c:pt>
                <c:pt idx="11383">
                  <c:v>77</c:v>
                </c:pt>
                <c:pt idx="11384">
                  <c:v>90</c:v>
                </c:pt>
                <c:pt idx="11385">
                  <c:v>15</c:v>
                </c:pt>
                <c:pt idx="11386">
                  <c:v>0</c:v>
                </c:pt>
                <c:pt idx="11387">
                  <c:v>52</c:v>
                </c:pt>
                <c:pt idx="11388">
                  <c:v>2</c:v>
                </c:pt>
                <c:pt idx="11389">
                  <c:v>47</c:v>
                </c:pt>
                <c:pt idx="11390">
                  <c:v>28</c:v>
                </c:pt>
                <c:pt idx="11391">
                  <c:v>1</c:v>
                </c:pt>
                <c:pt idx="11392">
                  <c:v>10</c:v>
                </c:pt>
                <c:pt idx="11393">
                  <c:v>210</c:v>
                </c:pt>
                <c:pt idx="11394">
                  <c:v>117</c:v>
                </c:pt>
                <c:pt idx="11395">
                  <c:v>31</c:v>
                </c:pt>
                <c:pt idx="11396">
                  <c:v>0</c:v>
                </c:pt>
                <c:pt idx="11397">
                  <c:v>0</c:v>
                </c:pt>
                <c:pt idx="11398">
                  <c:v>50</c:v>
                </c:pt>
                <c:pt idx="11399">
                  <c:v>69</c:v>
                </c:pt>
                <c:pt idx="11400">
                  <c:v>116</c:v>
                </c:pt>
                <c:pt idx="11401">
                  <c:v>1176</c:v>
                </c:pt>
                <c:pt idx="11402">
                  <c:v>4</c:v>
                </c:pt>
                <c:pt idx="11403">
                  <c:v>72</c:v>
                </c:pt>
                <c:pt idx="11404">
                  <c:v>18</c:v>
                </c:pt>
                <c:pt idx="11405">
                  <c:v>126</c:v>
                </c:pt>
                <c:pt idx="11406">
                  <c:v>90</c:v>
                </c:pt>
                <c:pt idx="11407">
                  <c:v>12</c:v>
                </c:pt>
                <c:pt idx="11408">
                  <c:v>0</c:v>
                </c:pt>
                <c:pt idx="11409">
                  <c:v>29</c:v>
                </c:pt>
                <c:pt idx="11410">
                  <c:v>168</c:v>
                </c:pt>
                <c:pt idx="11411">
                  <c:v>0</c:v>
                </c:pt>
                <c:pt idx="11412">
                  <c:v>0</c:v>
                </c:pt>
                <c:pt idx="11413">
                  <c:v>0</c:v>
                </c:pt>
                <c:pt idx="11414">
                  <c:v>147</c:v>
                </c:pt>
                <c:pt idx="11415">
                  <c:v>125</c:v>
                </c:pt>
                <c:pt idx="11416">
                  <c:v>0</c:v>
                </c:pt>
                <c:pt idx="11417">
                  <c:v>0</c:v>
                </c:pt>
                <c:pt idx="11418">
                  <c:v>0</c:v>
                </c:pt>
                <c:pt idx="11419">
                  <c:v>17</c:v>
                </c:pt>
                <c:pt idx="11420">
                  <c:v>100</c:v>
                </c:pt>
                <c:pt idx="11421">
                  <c:v>0</c:v>
                </c:pt>
                <c:pt idx="11422">
                  <c:v>9</c:v>
                </c:pt>
                <c:pt idx="11423">
                  <c:v>210</c:v>
                </c:pt>
                <c:pt idx="11424">
                  <c:v>26</c:v>
                </c:pt>
                <c:pt idx="11425">
                  <c:v>3</c:v>
                </c:pt>
                <c:pt idx="11426">
                  <c:v>0</c:v>
                </c:pt>
                <c:pt idx="11427">
                  <c:v>0</c:v>
                </c:pt>
                <c:pt idx="11428">
                  <c:v>0</c:v>
                </c:pt>
                <c:pt idx="11429">
                  <c:v>0</c:v>
                </c:pt>
                <c:pt idx="11430">
                  <c:v>1</c:v>
                </c:pt>
                <c:pt idx="11431">
                  <c:v>30</c:v>
                </c:pt>
                <c:pt idx="11432">
                  <c:v>0</c:v>
                </c:pt>
                <c:pt idx="11433">
                  <c:v>56</c:v>
                </c:pt>
                <c:pt idx="11434">
                  <c:v>68</c:v>
                </c:pt>
                <c:pt idx="11435">
                  <c:v>18</c:v>
                </c:pt>
                <c:pt idx="11436">
                  <c:v>0</c:v>
                </c:pt>
                <c:pt idx="11437">
                  <c:v>68</c:v>
                </c:pt>
                <c:pt idx="11438">
                  <c:v>0</c:v>
                </c:pt>
                <c:pt idx="11439">
                  <c:v>6</c:v>
                </c:pt>
                <c:pt idx="11440">
                  <c:v>23</c:v>
                </c:pt>
                <c:pt idx="11441">
                  <c:v>51</c:v>
                </c:pt>
                <c:pt idx="11442">
                  <c:v>1</c:v>
                </c:pt>
                <c:pt idx="11443">
                  <c:v>0</c:v>
                </c:pt>
                <c:pt idx="11444">
                  <c:v>40</c:v>
                </c:pt>
                <c:pt idx="11445">
                  <c:v>13</c:v>
                </c:pt>
                <c:pt idx="11446">
                  <c:v>0</c:v>
                </c:pt>
                <c:pt idx="11447">
                  <c:v>85</c:v>
                </c:pt>
                <c:pt idx="11448">
                  <c:v>68</c:v>
                </c:pt>
                <c:pt idx="11449">
                  <c:v>160</c:v>
                </c:pt>
                <c:pt idx="11450">
                  <c:v>1</c:v>
                </c:pt>
                <c:pt idx="11451">
                  <c:v>102</c:v>
                </c:pt>
                <c:pt idx="11452">
                  <c:v>4</c:v>
                </c:pt>
                <c:pt idx="11453">
                  <c:v>57</c:v>
                </c:pt>
                <c:pt idx="11454">
                  <c:v>13</c:v>
                </c:pt>
                <c:pt idx="11455">
                  <c:v>21</c:v>
                </c:pt>
                <c:pt idx="11456">
                  <c:v>0</c:v>
                </c:pt>
                <c:pt idx="11457">
                  <c:v>7</c:v>
                </c:pt>
                <c:pt idx="11458">
                  <c:v>3</c:v>
                </c:pt>
                <c:pt idx="11459">
                  <c:v>0</c:v>
                </c:pt>
                <c:pt idx="11460">
                  <c:v>0</c:v>
                </c:pt>
                <c:pt idx="11461">
                  <c:v>0</c:v>
                </c:pt>
                <c:pt idx="11462">
                  <c:v>0</c:v>
                </c:pt>
                <c:pt idx="11463">
                  <c:v>14</c:v>
                </c:pt>
                <c:pt idx="11464">
                  <c:v>45</c:v>
                </c:pt>
                <c:pt idx="11465">
                  <c:v>70</c:v>
                </c:pt>
                <c:pt idx="11466">
                  <c:v>0</c:v>
                </c:pt>
                <c:pt idx="11467">
                  <c:v>0</c:v>
                </c:pt>
                <c:pt idx="11468">
                  <c:v>28</c:v>
                </c:pt>
                <c:pt idx="11469">
                  <c:v>35</c:v>
                </c:pt>
                <c:pt idx="11470">
                  <c:v>57</c:v>
                </c:pt>
                <c:pt idx="11471">
                  <c:v>0</c:v>
                </c:pt>
                <c:pt idx="11472">
                  <c:v>30</c:v>
                </c:pt>
                <c:pt idx="11473">
                  <c:v>0</c:v>
                </c:pt>
                <c:pt idx="11474">
                  <c:v>120</c:v>
                </c:pt>
                <c:pt idx="11475">
                  <c:v>1</c:v>
                </c:pt>
                <c:pt idx="11476">
                  <c:v>2</c:v>
                </c:pt>
                <c:pt idx="11477">
                  <c:v>0</c:v>
                </c:pt>
                <c:pt idx="11478">
                  <c:v>3</c:v>
                </c:pt>
                <c:pt idx="11479">
                  <c:v>0</c:v>
                </c:pt>
                <c:pt idx="11480">
                  <c:v>5</c:v>
                </c:pt>
                <c:pt idx="11481">
                  <c:v>0</c:v>
                </c:pt>
                <c:pt idx="11482">
                  <c:v>5</c:v>
                </c:pt>
                <c:pt idx="11483">
                  <c:v>0</c:v>
                </c:pt>
                <c:pt idx="11484">
                  <c:v>89</c:v>
                </c:pt>
                <c:pt idx="11485">
                  <c:v>27</c:v>
                </c:pt>
                <c:pt idx="11486">
                  <c:v>105</c:v>
                </c:pt>
                <c:pt idx="11487">
                  <c:v>0</c:v>
                </c:pt>
                <c:pt idx="11488">
                  <c:v>0</c:v>
                </c:pt>
                <c:pt idx="11489">
                  <c:v>267</c:v>
                </c:pt>
                <c:pt idx="11490">
                  <c:v>16</c:v>
                </c:pt>
                <c:pt idx="11491">
                  <c:v>0</c:v>
                </c:pt>
                <c:pt idx="11492">
                  <c:v>0</c:v>
                </c:pt>
                <c:pt idx="11493">
                  <c:v>84</c:v>
                </c:pt>
                <c:pt idx="11494">
                  <c:v>11</c:v>
                </c:pt>
                <c:pt idx="11495">
                  <c:v>168</c:v>
                </c:pt>
                <c:pt idx="11496">
                  <c:v>26</c:v>
                </c:pt>
                <c:pt idx="11497">
                  <c:v>27</c:v>
                </c:pt>
                <c:pt idx="11498">
                  <c:v>32</c:v>
                </c:pt>
                <c:pt idx="11499">
                  <c:v>25</c:v>
                </c:pt>
                <c:pt idx="11500">
                  <c:v>140</c:v>
                </c:pt>
                <c:pt idx="11501">
                  <c:v>28</c:v>
                </c:pt>
                <c:pt idx="11502">
                  <c:v>1</c:v>
                </c:pt>
                <c:pt idx="11503">
                  <c:v>140</c:v>
                </c:pt>
                <c:pt idx="11504">
                  <c:v>252</c:v>
                </c:pt>
                <c:pt idx="11505">
                  <c:v>28</c:v>
                </c:pt>
                <c:pt idx="11506">
                  <c:v>180</c:v>
                </c:pt>
                <c:pt idx="11507">
                  <c:v>2</c:v>
                </c:pt>
                <c:pt idx="11508">
                  <c:v>28</c:v>
                </c:pt>
                <c:pt idx="11509">
                  <c:v>2</c:v>
                </c:pt>
                <c:pt idx="11510">
                  <c:v>40</c:v>
                </c:pt>
                <c:pt idx="11511">
                  <c:v>0</c:v>
                </c:pt>
                <c:pt idx="11512">
                  <c:v>4</c:v>
                </c:pt>
                <c:pt idx="11513">
                  <c:v>1</c:v>
                </c:pt>
                <c:pt idx="11514">
                  <c:v>0</c:v>
                </c:pt>
                <c:pt idx="11515">
                  <c:v>0</c:v>
                </c:pt>
                <c:pt idx="11516">
                  <c:v>10</c:v>
                </c:pt>
                <c:pt idx="11517">
                  <c:v>0</c:v>
                </c:pt>
                <c:pt idx="11518">
                  <c:v>0</c:v>
                </c:pt>
                <c:pt idx="11519">
                  <c:v>0</c:v>
                </c:pt>
                <c:pt idx="11520">
                  <c:v>51</c:v>
                </c:pt>
                <c:pt idx="11521">
                  <c:v>42</c:v>
                </c:pt>
                <c:pt idx="11522">
                  <c:v>42</c:v>
                </c:pt>
                <c:pt idx="11523">
                  <c:v>0</c:v>
                </c:pt>
                <c:pt idx="11524">
                  <c:v>0</c:v>
                </c:pt>
                <c:pt idx="11525">
                  <c:v>0</c:v>
                </c:pt>
                <c:pt idx="11526">
                  <c:v>30</c:v>
                </c:pt>
                <c:pt idx="11527">
                  <c:v>15</c:v>
                </c:pt>
                <c:pt idx="11528">
                  <c:v>8</c:v>
                </c:pt>
                <c:pt idx="11529">
                  <c:v>14</c:v>
                </c:pt>
                <c:pt idx="11530">
                  <c:v>65</c:v>
                </c:pt>
                <c:pt idx="11531">
                  <c:v>0</c:v>
                </c:pt>
                <c:pt idx="11532">
                  <c:v>100</c:v>
                </c:pt>
                <c:pt idx="11533">
                  <c:v>0</c:v>
                </c:pt>
                <c:pt idx="11534">
                  <c:v>35</c:v>
                </c:pt>
                <c:pt idx="11535">
                  <c:v>0</c:v>
                </c:pt>
                <c:pt idx="11536">
                  <c:v>0</c:v>
                </c:pt>
                <c:pt idx="11537">
                  <c:v>0</c:v>
                </c:pt>
                <c:pt idx="11538">
                  <c:v>20</c:v>
                </c:pt>
                <c:pt idx="11539">
                  <c:v>0</c:v>
                </c:pt>
                <c:pt idx="11540">
                  <c:v>0</c:v>
                </c:pt>
                <c:pt idx="11541">
                  <c:v>0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5</c:v>
                </c:pt>
                <c:pt idx="11548">
                  <c:v>3</c:v>
                </c:pt>
                <c:pt idx="11549">
                  <c:v>0</c:v>
                </c:pt>
                <c:pt idx="11550">
                  <c:v>15</c:v>
                </c:pt>
                <c:pt idx="11551">
                  <c:v>30</c:v>
                </c:pt>
                <c:pt idx="11552">
                  <c:v>0</c:v>
                </c:pt>
                <c:pt idx="11553">
                  <c:v>168</c:v>
                </c:pt>
                <c:pt idx="11554">
                  <c:v>0</c:v>
                </c:pt>
                <c:pt idx="11555">
                  <c:v>0</c:v>
                </c:pt>
                <c:pt idx="11556">
                  <c:v>0</c:v>
                </c:pt>
                <c:pt idx="11557">
                  <c:v>0</c:v>
                </c:pt>
                <c:pt idx="11558">
                  <c:v>203</c:v>
                </c:pt>
                <c:pt idx="11559">
                  <c:v>30</c:v>
                </c:pt>
                <c:pt idx="11560">
                  <c:v>120</c:v>
                </c:pt>
                <c:pt idx="11561">
                  <c:v>12</c:v>
                </c:pt>
                <c:pt idx="11562">
                  <c:v>0</c:v>
                </c:pt>
                <c:pt idx="11563">
                  <c:v>35</c:v>
                </c:pt>
                <c:pt idx="11564">
                  <c:v>0</c:v>
                </c:pt>
                <c:pt idx="11565">
                  <c:v>8</c:v>
                </c:pt>
                <c:pt idx="11566">
                  <c:v>22</c:v>
                </c:pt>
                <c:pt idx="11567">
                  <c:v>0</c:v>
                </c:pt>
                <c:pt idx="11568">
                  <c:v>290</c:v>
                </c:pt>
                <c:pt idx="11569">
                  <c:v>13</c:v>
                </c:pt>
                <c:pt idx="11570">
                  <c:v>8</c:v>
                </c:pt>
                <c:pt idx="11571">
                  <c:v>0</c:v>
                </c:pt>
                <c:pt idx="11572">
                  <c:v>116</c:v>
                </c:pt>
                <c:pt idx="11573">
                  <c:v>20</c:v>
                </c:pt>
                <c:pt idx="11574">
                  <c:v>84</c:v>
                </c:pt>
                <c:pt idx="11575">
                  <c:v>0</c:v>
                </c:pt>
                <c:pt idx="11576">
                  <c:v>6</c:v>
                </c:pt>
                <c:pt idx="11577">
                  <c:v>22</c:v>
                </c:pt>
                <c:pt idx="11578">
                  <c:v>45</c:v>
                </c:pt>
                <c:pt idx="11579">
                  <c:v>34</c:v>
                </c:pt>
                <c:pt idx="11580">
                  <c:v>0</c:v>
                </c:pt>
                <c:pt idx="11581">
                  <c:v>0</c:v>
                </c:pt>
                <c:pt idx="11582">
                  <c:v>19</c:v>
                </c:pt>
                <c:pt idx="11583">
                  <c:v>88</c:v>
                </c:pt>
                <c:pt idx="11584">
                  <c:v>19</c:v>
                </c:pt>
                <c:pt idx="11585">
                  <c:v>3</c:v>
                </c:pt>
                <c:pt idx="11586">
                  <c:v>25</c:v>
                </c:pt>
                <c:pt idx="11587">
                  <c:v>18</c:v>
                </c:pt>
                <c:pt idx="11588">
                  <c:v>30</c:v>
                </c:pt>
                <c:pt idx="11589">
                  <c:v>34</c:v>
                </c:pt>
                <c:pt idx="11590">
                  <c:v>4</c:v>
                </c:pt>
                <c:pt idx="11591">
                  <c:v>38</c:v>
                </c:pt>
                <c:pt idx="11592">
                  <c:v>15</c:v>
                </c:pt>
                <c:pt idx="11593">
                  <c:v>0</c:v>
                </c:pt>
                <c:pt idx="11594">
                  <c:v>10</c:v>
                </c:pt>
                <c:pt idx="11595">
                  <c:v>0</c:v>
                </c:pt>
                <c:pt idx="11596">
                  <c:v>24</c:v>
                </c:pt>
                <c:pt idx="11597">
                  <c:v>61</c:v>
                </c:pt>
                <c:pt idx="11598">
                  <c:v>0</c:v>
                </c:pt>
                <c:pt idx="11599">
                  <c:v>5</c:v>
                </c:pt>
                <c:pt idx="11600">
                  <c:v>34</c:v>
                </c:pt>
                <c:pt idx="11601">
                  <c:v>0</c:v>
                </c:pt>
                <c:pt idx="11602">
                  <c:v>0</c:v>
                </c:pt>
                <c:pt idx="11603">
                  <c:v>1</c:v>
                </c:pt>
                <c:pt idx="11604">
                  <c:v>0</c:v>
                </c:pt>
                <c:pt idx="11605">
                  <c:v>15</c:v>
                </c:pt>
                <c:pt idx="11606">
                  <c:v>0</c:v>
                </c:pt>
                <c:pt idx="11607">
                  <c:v>0</c:v>
                </c:pt>
                <c:pt idx="11608">
                  <c:v>90</c:v>
                </c:pt>
                <c:pt idx="11609">
                  <c:v>3</c:v>
                </c:pt>
                <c:pt idx="11610">
                  <c:v>15</c:v>
                </c:pt>
                <c:pt idx="11611">
                  <c:v>80</c:v>
                </c:pt>
                <c:pt idx="11612">
                  <c:v>0</c:v>
                </c:pt>
                <c:pt idx="11613">
                  <c:v>28</c:v>
                </c:pt>
                <c:pt idx="11614">
                  <c:v>42</c:v>
                </c:pt>
                <c:pt idx="11615">
                  <c:v>32</c:v>
                </c:pt>
                <c:pt idx="11616">
                  <c:v>60</c:v>
                </c:pt>
                <c:pt idx="11617">
                  <c:v>2</c:v>
                </c:pt>
                <c:pt idx="11618">
                  <c:v>0</c:v>
                </c:pt>
                <c:pt idx="11619">
                  <c:v>0</c:v>
                </c:pt>
                <c:pt idx="11620">
                  <c:v>9</c:v>
                </c:pt>
                <c:pt idx="11621">
                  <c:v>0</c:v>
                </c:pt>
                <c:pt idx="11622">
                  <c:v>98</c:v>
                </c:pt>
                <c:pt idx="11623">
                  <c:v>102</c:v>
                </c:pt>
                <c:pt idx="11624">
                  <c:v>112</c:v>
                </c:pt>
                <c:pt idx="11625">
                  <c:v>30</c:v>
                </c:pt>
                <c:pt idx="11626">
                  <c:v>8</c:v>
                </c:pt>
                <c:pt idx="11627">
                  <c:v>8</c:v>
                </c:pt>
                <c:pt idx="11628">
                  <c:v>0</c:v>
                </c:pt>
                <c:pt idx="11629">
                  <c:v>3</c:v>
                </c:pt>
                <c:pt idx="11630">
                  <c:v>1</c:v>
                </c:pt>
                <c:pt idx="11631">
                  <c:v>42</c:v>
                </c:pt>
                <c:pt idx="11632">
                  <c:v>1</c:v>
                </c:pt>
                <c:pt idx="11633">
                  <c:v>6</c:v>
                </c:pt>
                <c:pt idx="11634">
                  <c:v>0</c:v>
                </c:pt>
                <c:pt idx="11635">
                  <c:v>112</c:v>
                </c:pt>
                <c:pt idx="11636">
                  <c:v>90</c:v>
                </c:pt>
                <c:pt idx="11637">
                  <c:v>238</c:v>
                </c:pt>
                <c:pt idx="11638">
                  <c:v>252</c:v>
                </c:pt>
                <c:pt idx="11639">
                  <c:v>1</c:v>
                </c:pt>
                <c:pt idx="11640">
                  <c:v>180</c:v>
                </c:pt>
                <c:pt idx="11641">
                  <c:v>8</c:v>
                </c:pt>
                <c:pt idx="11642">
                  <c:v>0</c:v>
                </c:pt>
                <c:pt idx="11643">
                  <c:v>0</c:v>
                </c:pt>
                <c:pt idx="11644">
                  <c:v>90</c:v>
                </c:pt>
                <c:pt idx="11645">
                  <c:v>60</c:v>
                </c:pt>
                <c:pt idx="11646">
                  <c:v>3</c:v>
                </c:pt>
                <c:pt idx="11647">
                  <c:v>315</c:v>
                </c:pt>
                <c:pt idx="11648">
                  <c:v>17</c:v>
                </c:pt>
                <c:pt idx="11649">
                  <c:v>270</c:v>
                </c:pt>
                <c:pt idx="11650">
                  <c:v>61</c:v>
                </c:pt>
                <c:pt idx="11651">
                  <c:v>135</c:v>
                </c:pt>
                <c:pt idx="11652">
                  <c:v>52</c:v>
                </c:pt>
                <c:pt idx="11653">
                  <c:v>70</c:v>
                </c:pt>
                <c:pt idx="11654">
                  <c:v>29</c:v>
                </c:pt>
                <c:pt idx="11655">
                  <c:v>3</c:v>
                </c:pt>
                <c:pt idx="11656">
                  <c:v>5</c:v>
                </c:pt>
                <c:pt idx="11657">
                  <c:v>1</c:v>
                </c:pt>
                <c:pt idx="11658">
                  <c:v>6</c:v>
                </c:pt>
                <c:pt idx="11659">
                  <c:v>0</c:v>
                </c:pt>
                <c:pt idx="11660">
                  <c:v>16</c:v>
                </c:pt>
                <c:pt idx="11661">
                  <c:v>120</c:v>
                </c:pt>
                <c:pt idx="11662">
                  <c:v>48</c:v>
                </c:pt>
                <c:pt idx="11663">
                  <c:v>504</c:v>
                </c:pt>
                <c:pt idx="11664">
                  <c:v>112</c:v>
                </c:pt>
                <c:pt idx="11665">
                  <c:v>168</c:v>
                </c:pt>
                <c:pt idx="11666">
                  <c:v>84</c:v>
                </c:pt>
                <c:pt idx="11667">
                  <c:v>24</c:v>
                </c:pt>
                <c:pt idx="11668">
                  <c:v>24</c:v>
                </c:pt>
                <c:pt idx="11669">
                  <c:v>4</c:v>
                </c:pt>
                <c:pt idx="11670">
                  <c:v>0</c:v>
                </c:pt>
                <c:pt idx="11671">
                  <c:v>20</c:v>
                </c:pt>
                <c:pt idx="11672">
                  <c:v>0</c:v>
                </c:pt>
                <c:pt idx="11673">
                  <c:v>11</c:v>
                </c:pt>
                <c:pt idx="11674">
                  <c:v>24</c:v>
                </c:pt>
                <c:pt idx="11675">
                  <c:v>1</c:v>
                </c:pt>
                <c:pt idx="11676">
                  <c:v>2</c:v>
                </c:pt>
                <c:pt idx="11677">
                  <c:v>8</c:v>
                </c:pt>
                <c:pt idx="11678">
                  <c:v>61</c:v>
                </c:pt>
                <c:pt idx="11679">
                  <c:v>0</c:v>
                </c:pt>
                <c:pt idx="11680">
                  <c:v>0</c:v>
                </c:pt>
                <c:pt idx="11681">
                  <c:v>0</c:v>
                </c:pt>
                <c:pt idx="11682">
                  <c:v>36</c:v>
                </c:pt>
                <c:pt idx="11683">
                  <c:v>44</c:v>
                </c:pt>
                <c:pt idx="11684">
                  <c:v>0</c:v>
                </c:pt>
                <c:pt idx="11685">
                  <c:v>0</c:v>
                </c:pt>
                <c:pt idx="11686">
                  <c:v>0</c:v>
                </c:pt>
                <c:pt idx="11687">
                  <c:v>50</c:v>
                </c:pt>
                <c:pt idx="11688">
                  <c:v>0</c:v>
                </c:pt>
                <c:pt idx="11689">
                  <c:v>420</c:v>
                </c:pt>
                <c:pt idx="11690">
                  <c:v>37</c:v>
                </c:pt>
                <c:pt idx="11691">
                  <c:v>9</c:v>
                </c:pt>
                <c:pt idx="11692">
                  <c:v>90</c:v>
                </c:pt>
                <c:pt idx="11693">
                  <c:v>0</c:v>
                </c:pt>
                <c:pt idx="11694">
                  <c:v>62</c:v>
                </c:pt>
                <c:pt idx="11695">
                  <c:v>0</c:v>
                </c:pt>
                <c:pt idx="11696">
                  <c:v>0</c:v>
                </c:pt>
                <c:pt idx="11697">
                  <c:v>0</c:v>
                </c:pt>
                <c:pt idx="11698">
                  <c:v>7</c:v>
                </c:pt>
                <c:pt idx="11699">
                  <c:v>0</c:v>
                </c:pt>
                <c:pt idx="11700">
                  <c:v>8</c:v>
                </c:pt>
                <c:pt idx="11701">
                  <c:v>0</c:v>
                </c:pt>
                <c:pt idx="11702">
                  <c:v>21</c:v>
                </c:pt>
                <c:pt idx="11703">
                  <c:v>56</c:v>
                </c:pt>
                <c:pt idx="11704">
                  <c:v>45</c:v>
                </c:pt>
                <c:pt idx="11705">
                  <c:v>40</c:v>
                </c:pt>
                <c:pt idx="11706">
                  <c:v>2</c:v>
                </c:pt>
                <c:pt idx="11707">
                  <c:v>0</c:v>
                </c:pt>
                <c:pt idx="11708">
                  <c:v>0</c:v>
                </c:pt>
                <c:pt idx="11709">
                  <c:v>27</c:v>
                </c:pt>
                <c:pt idx="11710">
                  <c:v>28</c:v>
                </c:pt>
                <c:pt idx="11711">
                  <c:v>10</c:v>
                </c:pt>
                <c:pt idx="11712">
                  <c:v>9</c:v>
                </c:pt>
                <c:pt idx="11713">
                  <c:v>17</c:v>
                </c:pt>
                <c:pt idx="11714">
                  <c:v>40</c:v>
                </c:pt>
                <c:pt idx="11715">
                  <c:v>0</c:v>
                </c:pt>
                <c:pt idx="11716">
                  <c:v>0</c:v>
                </c:pt>
                <c:pt idx="11717">
                  <c:v>7</c:v>
                </c:pt>
                <c:pt idx="11718">
                  <c:v>15</c:v>
                </c:pt>
                <c:pt idx="11719">
                  <c:v>0</c:v>
                </c:pt>
                <c:pt idx="11720">
                  <c:v>0</c:v>
                </c:pt>
                <c:pt idx="11721">
                  <c:v>61</c:v>
                </c:pt>
                <c:pt idx="11722">
                  <c:v>150</c:v>
                </c:pt>
                <c:pt idx="11723">
                  <c:v>48</c:v>
                </c:pt>
                <c:pt idx="11724">
                  <c:v>90</c:v>
                </c:pt>
                <c:pt idx="11725">
                  <c:v>40</c:v>
                </c:pt>
                <c:pt idx="11726">
                  <c:v>8</c:v>
                </c:pt>
                <c:pt idx="11727">
                  <c:v>56</c:v>
                </c:pt>
                <c:pt idx="11728">
                  <c:v>224</c:v>
                </c:pt>
                <c:pt idx="11729">
                  <c:v>12</c:v>
                </c:pt>
                <c:pt idx="11730">
                  <c:v>182</c:v>
                </c:pt>
                <c:pt idx="11731">
                  <c:v>0</c:v>
                </c:pt>
                <c:pt idx="11732">
                  <c:v>0</c:v>
                </c:pt>
                <c:pt idx="11733">
                  <c:v>0</c:v>
                </c:pt>
                <c:pt idx="11734">
                  <c:v>0</c:v>
                </c:pt>
                <c:pt idx="11735">
                  <c:v>1</c:v>
                </c:pt>
                <c:pt idx="11736">
                  <c:v>0</c:v>
                </c:pt>
                <c:pt idx="11737">
                  <c:v>56</c:v>
                </c:pt>
                <c:pt idx="11738">
                  <c:v>0</c:v>
                </c:pt>
                <c:pt idx="11739">
                  <c:v>110</c:v>
                </c:pt>
                <c:pt idx="11740">
                  <c:v>0</c:v>
                </c:pt>
                <c:pt idx="11741">
                  <c:v>30</c:v>
                </c:pt>
                <c:pt idx="11742">
                  <c:v>6</c:v>
                </c:pt>
                <c:pt idx="11743">
                  <c:v>0</c:v>
                </c:pt>
                <c:pt idx="11744">
                  <c:v>18</c:v>
                </c:pt>
                <c:pt idx="11745">
                  <c:v>220</c:v>
                </c:pt>
                <c:pt idx="11746">
                  <c:v>5</c:v>
                </c:pt>
                <c:pt idx="11747">
                  <c:v>41</c:v>
                </c:pt>
                <c:pt idx="11748">
                  <c:v>6</c:v>
                </c:pt>
                <c:pt idx="11749">
                  <c:v>4</c:v>
                </c:pt>
                <c:pt idx="11750">
                  <c:v>0</c:v>
                </c:pt>
                <c:pt idx="11751">
                  <c:v>4</c:v>
                </c:pt>
                <c:pt idx="11752">
                  <c:v>9</c:v>
                </c:pt>
                <c:pt idx="11753">
                  <c:v>24</c:v>
                </c:pt>
                <c:pt idx="11754">
                  <c:v>126</c:v>
                </c:pt>
                <c:pt idx="11755">
                  <c:v>168</c:v>
                </c:pt>
                <c:pt idx="11756">
                  <c:v>120</c:v>
                </c:pt>
                <c:pt idx="11757">
                  <c:v>84</c:v>
                </c:pt>
                <c:pt idx="11758">
                  <c:v>23</c:v>
                </c:pt>
                <c:pt idx="11759">
                  <c:v>80</c:v>
                </c:pt>
                <c:pt idx="11760">
                  <c:v>28</c:v>
                </c:pt>
                <c:pt idx="11761">
                  <c:v>87</c:v>
                </c:pt>
                <c:pt idx="11762">
                  <c:v>112</c:v>
                </c:pt>
                <c:pt idx="11763">
                  <c:v>210</c:v>
                </c:pt>
                <c:pt idx="11764">
                  <c:v>60</c:v>
                </c:pt>
                <c:pt idx="11765">
                  <c:v>2</c:v>
                </c:pt>
                <c:pt idx="11766">
                  <c:v>140</c:v>
                </c:pt>
                <c:pt idx="11767">
                  <c:v>4</c:v>
                </c:pt>
                <c:pt idx="11768">
                  <c:v>174</c:v>
                </c:pt>
                <c:pt idx="11769">
                  <c:v>0</c:v>
                </c:pt>
                <c:pt idx="11770">
                  <c:v>32</c:v>
                </c:pt>
                <c:pt idx="11771">
                  <c:v>70</c:v>
                </c:pt>
                <c:pt idx="11772">
                  <c:v>0</c:v>
                </c:pt>
                <c:pt idx="11773">
                  <c:v>0</c:v>
                </c:pt>
                <c:pt idx="11774">
                  <c:v>0</c:v>
                </c:pt>
                <c:pt idx="11775">
                  <c:v>56</c:v>
                </c:pt>
                <c:pt idx="11776">
                  <c:v>0</c:v>
                </c:pt>
                <c:pt idx="11777">
                  <c:v>180</c:v>
                </c:pt>
                <c:pt idx="11778">
                  <c:v>66</c:v>
                </c:pt>
                <c:pt idx="11779">
                  <c:v>0</c:v>
                </c:pt>
                <c:pt idx="11780">
                  <c:v>150</c:v>
                </c:pt>
                <c:pt idx="11781">
                  <c:v>42</c:v>
                </c:pt>
                <c:pt idx="11782">
                  <c:v>0</c:v>
                </c:pt>
                <c:pt idx="11783">
                  <c:v>0</c:v>
                </c:pt>
                <c:pt idx="11784">
                  <c:v>0</c:v>
                </c:pt>
                <c:pt idx="11785">
                  <c:v>0</c:v>
                </c:pt>
                <c:pt idx="11786">
                  <c:v>0</c:v>
                </c:pt>
                <c:pt idx="11787">
                  <c:v>0</c:v>
                </c:pt>
                <c:pt idx="11788">
                  <c:v>0</c:v>
                </c:pt>
                <c:pt idx="11789">
                  <c:v>6</c:v>
                </c:pt>
                <c:pt idx="11790">
                  <c:v>300</c:v>
                </c:pt>
                <c:pt idx="11791">
                  <c:v>0</c:v>
                </c:pt>
                <c:pt idx="11792">
                  <c:v>145</c:v>
                </c:pt>
                <c:pt idx="11793">
                  <c:v>0</c:v>
                </c:pt>
                <c:pt idx="11794">
                  <c:v>3</c:v>
                </c:pt>
                <c:pt idx="11795">
                  <c:v>16</c:v>
                </c:pt>
                <c:pt idx="11796">
                  <c:v>21</c:v>
                </c:pt>
                <c:pt idx="11797">
                  <c:v>98</c:v>
                </c:pt>
                <c:pt idx="11798">
                  <c:v>140</c:v>
                </c:pt>
                <c:pt idx="11799">
                  <c:v>0</c:v>
                </c:pt>
                <c:pt idx="11800">
                  <c:v>39</c:v>
                </c:pt>
                <c:pt idx="11801">
                  <c:v>0</c:v>
                </c:pt>
                <c:pt idx="11802">
                  <c:v>150</c:v>
                </c:pt>
                <c:pt idx="11803">
                  <c:v>77</c:v>
                </c:pt>
                <c:pt idx="11804">
                  <c:v>74</c:v>
                </c:pt>
                <c:pt idx="11805">
                  <c:v>90</c:v>
                </c:pt>
                <c:pt idx="11806">
                  <c:v>63</c:v>
                </c:pt>
                <c:pt idx="11807">
                  <c:v>1</c:v>
                </c:pt>
                <c:pt idx="11808">
                  <c:v>64</c:v>
                </c:pt>
                <c:pt idx="11809">
                  <c:v>120</c:v>
                </c:pt>
                <c:pt idx="11810">
                  <c:v>11</c:v>
                </c:pt>
                <c:pt idx="11811">
                  <c:v>1</c:v>
                </c:pt>
                <c:pt idx="11812">
                  <c:v>60</c:v>
                </c:pt>
                <c:pt idx="11813">
                  <c:v>1</c:v>
                </c:pt>
                <c:pt idx="11814">
                  <c:v>3</c:v>
                </c:pt>
                <c:pt idx="11815">
                  <c:v>0</c:v>
                </c:pt>
                <c:pt idx="11816">
                  <c:v>0</c:v>
                </c:pt>
                <c:pt idx="11817">
                  <c:v>168</c:v>
                </c:pt>
                <c:pt idx="11818">
                  <c:v>28</c:v>
                </c:pt>
                <c:pt idx="11819">
                  <c:v>24</c:v>
                </c:pt>
                <c:pt idx="11820">
                  <c:v>0</c:v>
                </c:pt>
                <c:pt idx="11821">
                  <c:v>0</c:v>
                </c:pt>
                <c:pt idx="11822">
                  <c:v>56</c:v>
                </c:pt>
                <c:pt idx="11823">
                  <c:v>56</c:v>
                </c:pt>
                <c:pt idx="11824">
                  <c:v>0</c:v>
                </c:pt>
                <c:pt idx="11825">
                  <c:v>0</c:v>
                </c:pt>
                <c:pt idx="11826">
                  <c:v>0</c:v>
                </c:pt>
                <c:pt idx="11827">
                  <c:v>0</c:v>
                </c:pt>
                <c:pt idx="11828">
                  <c:v>0</c:v>
                </c:pt>
                <c:pt idx="11829">
                  <c:v>4</c:v>
                </c:pt>
                <c:pt idx="11830">
                  <c:v>0</c:v>
                </c:pt>
                <c:pt idx="11831">
                  <c:v>1</c:v>
                </c:pt>
                <c:pt idx="11832">
                  <c:v>75</c:v>
                </c:pt>
                <c:pt idx="11833">
                  <c:v>0</c:v>
                </c:pt>
                <c:pt idx="11834">
                  <c:v>21</c:v>
                </c:pt>
                <c:pt idx="11835">
                  <c:v>0</c:v>
                </c:pt>
                <c:pt idx="11836">
                  <c:v>1</c:v>
                </c:pt>
                <c:pt idx="11837">
                  <c:v>1</c:v>
                </c:pt>
                <c:pt idx="11838">
                  <c:v>0</c:v>
                </c:pt>
                <c:pt idx="11839">
                  <c:v>0</c:v>
                </c:pt>
                <c:pt idx="11840">
                  <c:v>0</c:v>
                </c:pt>
                <c:pt idx="11841">
                  <c:v>0</c:v>
                </c:pt>
                <c:pt idx="11842">
                  <c:v>0</c:v>
                </c:pt>
                <c:pt idx="11843">
                  <c:v>240</c:v>
                </c:pt>
                <c:pt idx="11844">
                  <c:v>0</c:v>
                </c:pt>
                <c:pt idx="11845">
                  <c:v>4</c:v>
                </c:pt>
                <c:pt idx="11846">
                  <c:v>0</c:v>
                </c:pt>
                <c:pt idx="11847">
                  <c:v>68</c:v>
                </c:pt>
                <c:pt idx="11848">
                  <c:v>74</c:v>
                </c:pt>
                <c:pt idx="11849">
                  <c:v>59</c:v>
                </c:pt>
                <c:pt idx="11850">
                  <c:v>0</c:v>
                </c:pt>
                <c:pt idx="11851">
                  <c:v>0</c:v>
                </c:pt>
                <c:pt idx="11852">
                  <c:v>0</c:v>
                </c:pt>
                <c:pt idx="11853">
                  <c:v>0</c:v>
                </c:pt>
                <c:pt idx="11854">
                  <c:v>0</c:v>
                </c:pt>
                <c:pt idx="11855">
                  <c:v>0</c:v>
                </c:pt>
                <c:pt idx="11856">
                  <c:v>0</c:v>
                </c:pt>
                <c:pt idx="11857">
                  <c:v>51</c:v>
                </c:pt>
                <c:pt idx="11858">
                  <c:v>0</c:v>
                </c:pt>
                <c:pt idx="11859">
                  <c:v>1</c:v>
                </c:pt>
                <c:pt idx="11860">
                  <c:v>0</c:v>
                </c:pt>
                <c:pt idx="11861">
                  <c:v>85</c:v>
                </c:pt>
                <c:pt idx="11862">
                  <c:v>24</c:v>
                </c:pt>
                <c:pt idx="11863">
                  <c:v>140</c:v>
                </c:pt>
                <c:pt idx="11864">
                  <c:v>2</c:v>
                </c:pt>
                <c:pt idx="11865">
                  <c:v>0</c:v>
                </c:pt>
                <c:pt idx="11866">
                  <c:v>14</c:v>
                </c:pt>
                <c:pt idx="11867">
                  <c:v>10</c:v>
                </c:pt>
                <c:pt idx="11868">
                  <c:v>0</c:v>
                </c:pt>
                <c:pt idx="11869">
                  <c:v>82</c:v>
                </c:pt>
                <c:pt idx="11870">
                  <c:v>44</c:v>
                </c:pt>
                <c:pt idx="11871">
                  <c:v>94</c:v>
                </c:pt>
                <c:pt idx="11872">
                  <c:v>105</c:v>
                </c:pt>
                <c:pt idx="11873">
                  <c:v>48</c:v>
                </c:pt>
                <c:pt idx="11874">
                  <c:v>112</c:v>
                </c:pt>
                <c:pt idx="11875">
                  <c:v>98</c:v>
                </c:pt>
                <c:pt idx="11876">
                  <c:v>2</c:v>
                </c:pt>
                <c:pt idx="11877">
                  <c:v>90</c:v>
                </c:pt>
                <c:pt idx="11878">
                  <c:v>64</c:v>
                </c:pt>
                <c:pt idx="11879">
                  <c:v>0</c:v>
                </c:pt>
                <c:pt idx="11880">
                  <c:v>0</c:v>
                </c:pt>
                <c:pt idx="11881">
                  <c:v>10</c:v>
                </c:pt>
                <c:pt idx="11882">
                  <c:v>28</c:v>
                </c:pt>
                <c:pt idx="11883">
                  <c:v>101</c:v>
                </c:pt>
                <c:pt idx="11884">
                  <c:v>77</c:v>
                </c:pt>
                <c:pt idx="11885">
                  <c:v>0</c:v>
                </c:pt>
                <c:pt idx="11886">
                  <c:v>82</c:v>
                </c:pt>
                <c:pt idx="11887">
                  <c:v>8</c:v>
                </c:pt>
                <c:pt idx="11888">
                  <c:v>15</c:v>
                </c:pt>
                <c:pt idx="11889">
                  <c:v>70</c:v>
                </c:pt>
                <c:pt idx="11890">
                  <c:v>140</c:v>
                </c:pt>
                <c:pt idx="11891">
                  <c:v>42</c:v>
                </c:pt>
                <c:pt idx="11892">
                  <c:v>0</c:v>
                </c:pt>
                <c:pt idx="11893">
                  <c:v>0</c:v>
                </c:pt>
                <c:pt idx="11894">
                  <c:v>1</c:v>
                </c:pt>
                <c:pt idx="11895">
                  <c:v>10</c:v>
                </c:pt>
                <c:pt idx="11896">
                  <c:v>0</c:v>
                </c:pt>
                <c:pt idx="11897">
                  <c:v>8</c:v>
                </c:pt>
                <c:pt idx="11898">
                  <c:v>25</c:v>
                </c:pt>
                <c:pt idx="11899">
                  <c:v>2</c:v>
                </c:pt>
                <c:pt idx="11900">
                  <c:v>0</c:v>
                </c:pt>
                <c:pt idx="11901">
                  <c:v>0</c:v>
                </c:pt>
                <c:pt idx="11902">
                  <c:v>28</c:v>
                </c:pt>
                <c:pt idx="11903">
                  <c:v>0</c:v>
                </c:pt>
                <c:pt idx="11904">
                  <c:v>0</c:v>
                </c:pt>
                <c:pt idx="11905">
                  <c:v>87</c:v>
                </c:pt>
                <c:pt idx="11906">
                  <c:v>9</c:v>
                </c:pt>
                <c:pt idx="11907">
                  <c:v>0</c:v>
                </c:pt>
                <c:pt idx="11908">
                  <c:v>0</c:v>
                </c:pt>
                <c:pt idx="11909">
                  <c:v>0</c:v>
                </c:pt>
                <c:pt idx="11910">
                  <c:v>21</c:v>
                </c:pt>
                <c:pt idx="11911">
                  <c:v>0</c:v>
                </c:pt>
                <c:pt idx="11912">
                  <c:v>0</c:v>
                </c:pt>
                <c:pt idx="11913">
                  <c:v>35</c:v>
                </c:pt>
                <c:pt idx="11914">
                  <c:v>0</c:v>
                </c:pt>
                <c:pt idx="11915">
                  <c:v>0</c:v>
                </c:pt>
                <c:pt idx="11916">
                  <c:v>252</c:v>
                </c:pt>
                <c:pt idx="11917">
                  <c:v>4</c:v>
                </c:pt>
                <c:pt idx="11918">
                  <c:v>0</c:v>
                </c:pt>
                <c:pt idx="11919">
                  <c:v>0</c:v>
                </c:pt>
                <c:pt idx="11920">
                  <c:v>0</c:v>
                </c:pt>
                <c:pt idx="11921">
                  <c:v>252</c:v>
                </c:pt>
                <c:pt idx="11922">
                  <c:v>105</c:v>
                </c:pt>
                <c:pt idx="11923">
                  <c:v>6</c:v>
                </c:pt>
                <c:pt idx="11924">
                  <c:v>6</c:v>
                </c:pt>
                <c:pt idx="11925">
                  <c:v>1</c:v>
                </c:pt>
                <c:pt idx="11926">
                  <c:v>13</c:v>
                </c:pt>
                <c:pt idx="11927">
                  <c:v>21</c:v>
                </c:pt>
                <c:pt idx="11928">
                  <c:v>0</c:v>
                </c:pt>
                <c:pt idx="11929">
                  <c:v>0</c:v>
                </c:pt>
                <c:pt idx="11930">
                  <c:v>0</c:v>
                </c:pt>
                <c:pt idx="11931">
                  <c:v>2</c:v>
                </c:pt>
                <c:pt idx="11932">
                  <c:v>35</c:v>
                </c:pt>
                <c:pt idx="11933">
                  <c:v>66</c:v>
                </c:pt>
                <c:pt idx="11934">
                  <c:v>1</c:v>
                </c:pt>
                <c:pt idx="11935">
                  <c:v>66</c:v>
                </c:pt>
                <c:pt idx="11936">
                  <c:v>45</c:v>
                </c:pt>
                <c:pt idx="11937">
                  <c:v>98</c:v>
                </c:pt>
                <c:pt idx="11938">
                  <c:v>57</c:v>
                </c:pt>
                <c:pt idx="11939">
                  <c:v>0</c:v>
                </c:pt>
                <c:pt idx="11940">
                  <c:v>15</c:v>
                </c:pt>
                <c:pt idx="11941">
                  <c:v>12</c:v>
                </c:pt>
                <c:pt idx="11942">
                  <c:v>15</c:v>
                </c:pt>
                <c:pt idx="11943">
                  <c:v>0</c:v>
                </c:pt>
                <c:pt idx="11944">
                  <c:v>92</c:v>
                </c:pt>
                <c:pt idx="11945">
                  <c:v>1</c:v>
                </c:pt>
                <c:pt idx="11946">
                  <c:v>84</c:v>
                </c:pt>
                <c:pt idx="11947">
                  <c:v>0</c:v>
                </c:pt>
                <c:pt idx="11948">
                  <c:v>0</c:v>
                </c:pt>
                <c:pt idx="11949">
                  <c:v>20</c:v>
                </c:pt>
                <c:pt idx="11950">
                  <c:v>0</c:v>
                </c:pt>
                <c:pt idx="11951">
                  <c:v>16</c:v>
                </c:pt>
                <c:pt idx="11952">
                  <c:v>0</c:v>
                </c:pt>
                <c:pt idx="11953">
                  <c:v>0</c:v>
                </c:pt>
                <c:pt idx="11954">
                  <c:v>5</c:v>
                </c:pt>
                <c:pt idx="11955">
                  <c:v>0</c:v>
                </c:pt>
                <c:pt idx="11956">
                  <c:v>0</c:v>
                </c:pt>
                <c:pt idx="11957">
                  <c:v>1288</c:v>
                </c:pt>
                <c:pt idx="11958">
                  <c:v>0</c:v>
                </c:pt>
                <c:pt idx="11959">
                  <c:v>55</c:v>
                </c:pt>
                <c:pt idx="11960">
                  <c:v>0</c:v>
                </c:pt>
                <c:pt idx="11961">
                  <c:v>5</c:v>
                </c:pt>
                <c:pt idx="11962">
                  <c:v>32</c:v>
                </c:pt>
                <c:pt idx="11963">
                  <c:v>1</c:v>
                </c:pt>
                <c:pt idx="11964">
                  <c:v>0</c:v>
                </c:pt>
                <c:pt idx="11965">
                  <c:v>180</c:v>
                </c:pt>
                <c:pt idx="11966">
                  <c:v>155</c:v>
                </c:pt>
                <c:pt idx="11967">
                  <c:v>61</c:v>
                </c:pt>
                <c:pt idx="11968">
                  <c:v>0</c:v>
                </c:pt>
                <c:pt idx="11969">
                  <c:v>107</c:v>
                </c:pt>
                <c:pt idx="11970">
                  <c:v>107</c:v>
                </c:pt>
                <c:pt idx="11971">
                  <c:v>31</c:v>
                </c:pt>
                <c:pt idx="11972">
                  <c:v>30</c:v>
                </c:pt>
                <c:pt idx="11973">
                  <c:v>20</c:v>
                </c:pt>
                <c:pt idx="11974">
                  <c:v>100</c:v>
                </c:pt>
                <c:pt idx="11975">
                  <c:v>48</c:v>
                </c:pt>
                <c:pt idx="11976">
                  <c:v>0</c:v>
                </c:pt>
                <c:pt idx="11977">
                  <c:v>8</c:v>
                </c:pt>
                <c:pt idx="11978">
                  <c:v>150</c:v>
                </c:pt>
                <c:pt idx="11979">
                  <c:v>0</c:v>
                </c:pt>
                <c:pt idx="11980">
                  <c:v>0</c:v>
                </c:pt>
                <c:pt idx="11981">
                  <c:v>3</c:v>
                </c:pt>
                <c:pt idx="11982">
                  <c:v>100</c:v>
                </c:pt>
                <c:pt idx="11983">
                  <c:v>13</c:v>
                </c:pt>
                <c:pt idx="11984">
                  <c:v>0</c:v>
                </c:pt>
                <c:pt idx="11985">
                  <c:v>0</c:v>
                </c:pt>
                <c:pt idx="11986">
                  <c:v>58</c:v>
                </c:pt>
                <c:pt idx="11987">
                  <c:v>30</c:v>
                </c:pt>
                <c:pt idx="11988">
                  <c:v>0</c:v>
                </c:pt>
                <c:pt idx="11989">
                  <c:v>2</c:v>
                </c:pt>
                <c:pt idx="11990">
                  <c:v>3</c:v>
                </c:pt>
                <c:pt idx="11991">
                  <c:v>0</c:v>
                </c:pt>
                <c:pt idx="11992">
                  <c:v>74</c:v>
                </c:pt>
                <c:pt idx="11993">
                  <c:v>29</c:v>
                </c:pt>
                <c:pt idx="11994">
                  <c:v>15</c:v>
                </c:pt>
                <c:pt idx="11995">
                  <c:v>0</c:v>
                </c:pt>
                <c:pt idx="11996">
                  <c:v>0</c:v>
                </c:pt>
                <c:pt idx="11997">
                  <c:v>0</c:v>
                </c:pt>
                <c:pt idx="11998">
                  <c:v>0</c:v>
                </c:pt>
                <c:pt idx="11999">
                  <c:v>120</c:v>
                </c:pt>
                <c:pt idx="12000">
                  <c:v>18</c:v>
                </c:pt>
                <c:pt idx="12001">
                  <c:v>125</c:v>
                </c:pt>
                <c:pt idx="12002">
                  <c:v>0</c:v>
                </c:pt>
                <c:pt idx="12003">
                  <c:v>1</c:v>
                </c:pt>
                <c:pt idx="12004">
                  <c:v>1</c:v>
                </c:pt>
                <c:pt idx="12005">
                  <c:v>1</c:v>
                </c:pt>
                <c:pt idx="12006">
                  <c:v>0</c:v>
                </c:pt>
                <c:pt idx="12007">
                  <c:v>0</c:v>
                </c:pt>
                <c:pt idx="12008">
                  <c:v>40</c:v>
                </c:pt>
                <c:pt idx="12009">
                  <c:v>25</c:v>
                </c:pt>
                <c:pt idx="12010">
                  <c:v>14</c:v>
                </c:pt>
                <c:pt idx="12011">
                  <c:v>55</c:v>
                </c:pt>
                <c:pt idx="12012">
                  <c:v>32</c:v>
                </c:pt>
                <c:pt idx="12013">
                  <c:v>3285</c:v>
                </c:pt>
                <c:pt idx="12014">
                  <c:v>150</c:v>
                </c:pt>
                <c:pt idx="12015">
                  <c:v>4</c:v>
                </c:pt>
                <c:pt idx="12016">
                  <c:v>0</c:v>
                </c:pt>
                <c:pt idx="12017">
                  <c:v>11</c:v>
                </c:pt>
                <c:pt idx="12018">
                  <c:v>240</c:v>
                </c:pt>
                <c:pt idx="12019">
                  <c:v>46</c:v>
                </c:pt>
                <c:pt idx="12020">
                  <c:v>100</c:v>
                </c:pt>
                <c:pt idx="12021">
                  <c:v>59</c:v>
                </c:pt>
                <c:pt idx="12022">
                  <c:v>112</c:v>
                </c:pt>
                <c:pt idx="12023">
                  <c:v>0</c:v>
                </c:pt>
                <c:pt idx="12024">
                  <c:v>0</c:v>
                </c:pt>
                <c:pt idx="12025">
                  <c:v>2</c:v>
                </c:pt>
                <c:pt idx="12026">
                  <c:v>0</c:v>
                </c:pt>
                <c:pt idx="12027">
                  <c:v>0</c:v>
                </c:pt>
                <c:pt idx="12028">
                  <c:v>64</c:v>
                </c:pt>
                <c:pt idx="12029">
                  <c:v>23</c:v>
                </c:pt>
                <c:pt idx="12030">
                  <c:v>5</c:v>
                </c:pt>
                <c:pt idx="12031">
                  <c:v>0</c:v>
                </c:pt>
                <c:pt idx="12032">
                  <c:v>30</c:v>
                </c:pt>
                <c:pt idx="12033">
                  <c:v>0</c:v>
                </c:pt>
                <c:pt idx="12034">
                  <c:v>35</c:v>
                </c:pt>
                <c:pt idx="12035">
                  <c:v>29</c:v>
                </c:pt>
                <c:pt idx="12036">
                  <c:v>0</c:v>
                </c:pt>
                <c:pt idx="12037">
                  <c:v>9</c:v>
                </c:pt>
                <c:pt idx="12038">
                  <c:v>43</c:v>
                </c:pt>
                <c:pt idx="12039">
                  <c:v>311</c:v>
                </c:pt>
                <c:pt idx="12040">
                  <c:v>90</c:v>
                </c:pt>
                <c:pt idx="12041">
                  <c:v>0</c:v>
                </c:pt>
                <c:pt idx="12042">
                  <c:v>0</c:v>
                </c:pt>
                <c:pt idx="12043">
                  <c:v>0</c:v>
                </c:pt>
                <c:pt idx="12044">
                  <c:v>1</c:v>
                </c:pt>
                <c:pt idx="12045">
                  <c:v>34</c:v>
                </c:pt>
                <c:pt idx="12046">
                  <c:v>40</c:v>
                </c:pt>
                <c:pt idx="12047">
                  <c:v>144</c:v>
                </c:pt>
                <c:pt idx="12048">
                  <c:v>0</c:v>
                </c:pt>
                <c:pt idx="12049">
                  <c:v>0</c:v>
                </c:pt>
                <c:pt idx="12050">
                  <c:v>35</c:v>
                </c:pt>
                <c:pt idx="12051">
                  <c:v>45</c:v>
                </c:pt>
                <c:pt idx="12052">
                  <c:v>0</c:v>
                </c:pt>
                <c:pt idx="12053">
                  <c:v>287</c:v>
                </c:pt>
                <c:pt idx="12054">
                  <c:v>50</c:v>
                </c:pt>
                <c:pt idx="12055">
                  <c:v>382</c:v>
                </c:pt>
                <c:pt idx="12056">
                  <c:v>4</c:v>
                </c:pt>
                <c:pt idx="12057">
                  <c:v>45</c:v>
                </c:pt>
                <c:pt idx="12058">
                  <c:v>0</c:v>
                </c:pt>
                <c:pt idx="12059">
                  <c:v>0</c:v>
                </c:pt>
                <c:pt idx="12060">
                  <c:v>0</c:v>
                </c:pt>
                <c:pt idx="12061">
                  <c:v>0</c:v>
                </c:pt>
                <c:pt idx="12062">
                  <c:v>2</c:v>
                </c:pt>
                <c:pt idx="12063">
                  <c:v>10</c:v>
                </c:pt>
                <c:pt idx="12064">
                  <c:v>0</c:v>
                </c:pt>
                <c:pt idx="12065">
                  <c:v>0</c:v>
                </c:pt>
                <c:pt idx="12066">
                  <c:v>0</c:v>
                </c:pt>
                <c:pt idx="12067">
                  <c:v>0</c:v>
                </c:pt>
                <c:pt idx="12068">
                  <c:v>84</c:v>
                </c:pt>
                <c:pt idx="12069">
                  <c:v>6</c:v>
                </c:pt>
                <c:pt idx="12070">
                  <c:v>160</c:v>
                </c:pt>
                <c:pt idx="12071">
                  <c:v>90</c:v>
                </c:pt>
                <c:pt idx="12072">
                  <c:v>11</c:v>
                </c:pt>
                <c:pt idx="12073">
                  <c:v>84</c:v>
                </c:pt>
                <c:pt idx="12074">
                  <c:v>44</c:v>
                </c:pt>
                <c:pt idx="12075">
                  <c:v>38</c:v>
                </c:pt>
                <c:pt idx="12076">
                  <c:v>60</c:v>
                </c:pt>
                <c:pt idx="12077">
                  <c:v>0</c:v>
                </c:pt>
                <c:pt idx="12078">
                  <c:v>84</c:v>
                </c:pt>
                <c:pt idx="12079">
                  <c:v>60</c:v>
                </c:pt>
                <c:pt idx="12080">
                  <c:v>0</c:v>
                </c:pt>
                <c:pt idx="12081">
                  <c:v>0</c:v>
                </c:pt>
                <c:pt idx="12082">
                  <c:v>0</c:v>
                </c:pt>
                <c:pt idx="12083">
                  <c:v>0</c:v>
                </c:pt>
                <c:pt idx="12084">
                  <c:v>0</c:v>
                </c:pt>
                <c:pt idx="12085">
                  <c:v>26</c:v>
                </c:pt>
                <c:pt idx="12086">
                  <c:v>48</c:v>
                </c:pt>
                <c:pt idx="12087">
                  <c:v>13</c:v>
                </c:pt>
                <c:pt idx="12088">
                  <c:v>7</c:v>
                </c:pt>
                <c:pt idx="12089">
                  <c:v>0</c:v>
                </c:pt>
                <c:pt idx="12090">
                  <c:v>0</c:v>
                </c:pt>
                <c:pt idx="12091">
                  <c:v>3</c:v>
                </c:pt>
                <c:pt idx="12092">
                  <c:v>0</c:v>
                </c:pt>
                <c:pt idx="12093">
                  <c:v>295</c:v>
                </c:pt>
                <c:pt idx="12094">
                  <c:v>32</c:v>
                </c:pt>
                <c:pt idx="12095">
                  <c:v>15</c:v>
                </c:pt>
                <c:pt idx="12096">
                  <c:v>44</c:v>
                </c:pt>
                <c:pt idx="12097">
                  <c:v>43</c:v>
                </c:pt>
                <c:pt idx="12098">
                  <c:v>12</c:v>
                </c:pt>
                <c:pt idx="12099">
                  <c:v>2</c:v>
                </c:pt>
                <c:pt idx="12100">
                  <c:v>0</c:v>
                </c:pt>
                <c:pt idx="12101">
                  <c:v>9</c:v>
                </c:pt>
                <c:pt idx="12102">
                  <c:v>4</c:v>
                </c:pt>
                <c:pt idx="12103">
                  <c:v>2</c:v>
                </c:pt>
                <c:pt idx="12104">
                  <c:v>65</c:v>
                </c:pt>
                <c:pt idx="12105">
                  <c:v>40</c:v>
                </c:pt>
                <c:pt idx="12106">
                  <c:v>168</c:v>
                </c:pt>
                <c:pt idx="12107">
                  <c:v>84</c:v>
                </c:pt>
                <c:pt idx="12108">
                  <c:v>0</c:v>
                </c:pt>
                <c:pt idx="12109">
                  <c:v>1</c:v>
                </c:pt>
                <c:pt idx="12110">
                  <c:v>0</c:v>
                </c:pt>
                <c:pt idx="12111">
                  <c:v>10</c:v>
                </c:pt>
                <c:pt idx="12112">
                  <c:v>0</c:v>
                </c:pt>
                <c:pt idx="12113">
                  <c:v>115</c:v>
                </c:pt>
                <c:pt idx="12114">
                  <c:v>80</c:v>
                </c:pt>
                <c:pt idx="12115">
                  <c:v>112</c:v>
                </c:pt>
                <c:pt idx="12116">
                  <c:v>252</c:v>
                </c:pt>
                <c:pt idx="12117">
                  <c:v>0</c:v>
                </c:pt>
                <c:pt idx="12118">
                  <c:v>0</c:v>
                </c:pt>
                <c:pt idx="12119">
                  <c:v>84</c:v>
                </c:pt>
                <c:pt idx="12120">
                  <c:v>2</c:v>
                </c:pt>
                <c:pt idx="12121">
                  <c:v>12</c:v>
                </c:pt>
                <c:pt idx="12122">
                  <c:v>15</c:v>
                </c:pt>
                <c:pt idx="12123">
                  <c:v>1</c:v>
                </c:pt>
                <c:pt idx="12124">
                  <c:v>0</c:v>
                </c:pt>
                <c:pt idx="12125">
                  <c:v>56</c:v>
                </c:pt>
                <c:pt idx="12126">
                  <c:v>32</c:v>
                </c:pt>
                <c:pt idx="12127">
                  <c:v>0</c:v>
                </c:pt>
                <c:pt idx="12128">
                  <c:v>33</c:v>
                </c:pt>
                <c:pt idx="12129">
                  <c:v>0</c:v>
                </c:pt>
                <c:pt idx="12130">
                  <c:v>3</c:v>
                </c:pt>
                <c:pt idx="12131">
                  <c:v>110</c:v>
                </c:pt>
                <c:pt idx="12132">
                  <c:v>27</c:v>
                </c:pt>
                <c:pt idx="12133">
                  <c:v>0</c:v>
                </c:pt>
                <c:pt idx="12134">
                  <c:v>0</c:v>
                </c:pt>
                <c:pt idx="12135">
                  <c:v>0</c:v>
                </c:pt>
                <c:pt idx="12136">
                  <c:v>30</c:v>
                </c:pt>
                <c:pt idx="12137">
                  <c:v>15</c:v>
                </c:pt>
                <c:pt idx="12138">
                  <c:v>0</c:v>
                </c:pt>
                <c:pt idx="12139">
                  <c:v>9</c:v>
                </c:pt>
                <c:pt idx="12140">
                  <c:v>0</c:v>
                </c:pt>
                <c:pt idx="12141">
                  <c:v>0</c:v>
                </c:pt>
                <c:pt idx="12142">
                  <c:v>0</c:v>
                </c:pt>
                <c:pt idx="12143">
                  <c:v>19</c:v>
                </c:pt>
                <c:pt idx="12144">
                  <c:v>20</c:v>
                </c:pt>
                <c:pt idx="12145">
                  <c:v>145</c:v>
                </c:pt>
                <c:pt idx="12146">
                  <c:v>29</c:v>
                </c:pt>
                <c:pt idx="12147">
                  <c:v>58</c:v>
                </c:pt>
                <c:pt idx="12148">
                  <c:v>0</c:v>
                </c:pt>
                <c:pt idx="12149">
                  <c:v>0</c:v>
                </c:pt>
                <c:pt idx="12150">
                  <c:v>0</c:v>
                </c:pt>
                <c:pt idx="12151">
                  <c:v>0</c:v>
                </c:pt>
                <c:pt idx="12152">
                  <c:v>365</c:v>
                </c:pt>
                <c:pt idx="12153">
                  <c:v>2</c:v>
                </c:pt>
                <c:pt idx="12154">
                  <c:v>29</c:v>
                </c:pt>
                <c:pt idx="12155">
                  <c:v>56</c:v>
                </c:pt>
                <c:pt idx="12156">
                  <c:v>2</c:v>
                </c:pt>
                <c:pt idx="12157">
                  <c:v>14</c:v>
                </c:pt>
                <c:pt idx="12158">
                  <c:v>42</c:v>
                </c:pt>
                <c:pt idx="12159">
                  <c:v>87</c:v>
                </c:pt>
                <c:pt idx="12160">
                  <c:v>150</c:v>
                </c:pt>
                <c:pt idx="12161">
                  <c:v>150</c:v>
                </c:pt>
                <c:pt idx="12162">
                  <c:v>1</c:v>
                </c:pt>
                <c:pt idx="12163">
                  <c:v>60</c:v>
                </c:pt>
                <c:pt idx="12164">
                  <c:v>10</c:v>
                </c:pt>
                <c:pt idx="12165">
                  <c:v>0</c:v>
                </c:pt>
                <c:pt idx="12166">
                  <c:v>6</c:v>
                </c:pt>
                <c:pt idx="12167">
                  <c:v>0</c:v>
                </c:pt>
                <c:pt idx="12168">
                  <c:v>3</c:v>
                </c:pt>
                <c:pt idx="12169">
                  <c:v>18</c:v>
                </c:pt>
                <c:pt idx="12170">
                  <c:v>0</c:v>
                </c:pt>
                <c:pt idx="12171">
                  <c:v>0</c:v>
                </c:pt>
                <c:pt idx="12172">
                  <c:v>42</c:v>
                </c:pt>
                <c:pt idx="12173">
                  <c:v>0</c:v>
                </c:pt>
                <c:pt idx="12174">
                  <c:v>30</c:v>
                </c:pt>
                <c:pt idx="12175">
                  <c:v>60</c:v>
                </c:pt>
                <c:pt idx="12176">
                  <c:v>0</c:v>
                </c:pt>
                <c:pt idx="12177">
                  <c:v>1</c:v>
                </c:pt>
                <c:pt idx="12178">
                  <c:v>0</c:v>
                </c:pt>
                <c:pt idx="12179">
                  <c:v>45</c:v>
                </c:pt>
                <c:pt idx="12180">
                  <c:v>34</c:v>
                </c:pt>
                <c:pt idx="12181">
                  <c:v>15</c:v>
                </c:pt>
                <c:pt idx="12182">
                  <c:v>0</c:v>
                </c:pt>
                <c:pt idx="12183">
                  <c:v>9</c:v>
                </c:pt>
                <c:pt idx="12184">
                  <c:v>140</c:v>
                </c:pt>
                <c:pt idx="12185">
                  <c:v>51</c:v>
                </c:pt>
                <c:pt idx="12186">
                  <c:v>0</c:v>
                </c:pt>
                <c:pt idx="12187">
                  <c:v>0</c:v>
                </c:pt>
                <c:pt idx="12188">
                  <c:v>20</c:v>
                </c:pt>
                <c:pt idx="12189">
                  <c:v>2</c:v>
                </c:pt>
                <c:pt idx="12190">
                  <c:v>66</c:v>
                </c:pt>
                <c:pt idx="12191">
                  <c:v>4</c:v>
                </c:pt>
                <c:pt idx="12192">
                  <c:v>56</c:v>
                </c:pt>
                <c:pt idx="12193">
                  <c:v>90</c:v>
                </c:pt>
                <c:pt idx="12194">
                  <c:v>0</c:v>
                </c:pt>
                <c:pt idx="12195">
                  <c:v>28</c:v>
                </c:pt>
                <c:pt idx="12196">
                  <c:v>90</c:v>
                </c:pt>
                <c:pt idx="12197">
                  <c:v>5</c:v>
                </c:pt>
                <c:pt idx="12198">
                  <c:v>0</c:v>
                </c:pt>
                <c:pt idx="12199">
                  <c:v>3</c:v>
                </c:pt>
                <c:pt idx="12200">
                  <c:v>4</c:v>
                </c:pt>
                <c:pt idx="12201">
                  <c:v>0</c:v>
                </c:pt>
                <c:pt idx="12202">
                  <c:v>6</c:v>
                </c:pt>
                <c:pt idx="12203">
                  <c:v>6</c:v>
                </c:pt>
                <c:pt idx="12204">
                  <c:v>5</c:v>
                </c:pt>
                <c:pt idx="12205">
                  <c:v>13</c:v>
                </c:pt>
                <c:pt idx="12206">
                  <c:v>112</c:v>
                </c:pt>
                <c:pt idx="12207">
                  <c:v>0</c:v>
                </c:pt>
                <c:pt idx="12208">
                  <c:v>1</c:v>
                </c:pt>
                <c:pt idx="12209">
                  <c:v>2</c:v>
                </c:pt>
                <c:pt idx="12210">
                  <c:v>62</c:v>
                </c:pt>
                <c:pt idx="12211">
                  <c:v>114</c:v>
                </c:pt>
                <c:pt idx="12212">
                  <c:v>12</c:v>
                </c:pt>
                <c:pt idx="12213">
                  <c:v>145</c:v>
                </c:pt>
                <c:pt idx="12214">
                  <c:v>4</c:v>
                </c:pt>
                <c:pt idx="12215">
                  <c:v>58</c:v>
                </c:pt>
                <c:pt idx="12216">
                  <c:v>3</c:v>
                </c:pt>
                <c:pt idx="12217">
                  <c:v>0</c:v>
                </c:pt>
                <c:pt idx="12218">
                  <c:v>2</c:v>
                </c:pt>
                <c:pt idx="12219">
                  <c:v>76</c:v>
                </c:pt>
                <c:pt idx="12220">
                  <c:v>0</c:v>
                </c:pt>
                <c:pt idx="12221">
                  <c:v>210</c:v>
                </c:pt>
                <c:pt idx="12222">
                  <c:v>14</c:v>
                </c:pt>
                <c:pt idx="12223">
                  <c:v>6</c:v>
                </c:pt>
                <c:pt idx="12224">
                  <c:v>28</c:v>
                </c:pt>
                <c:pt idx="12225">
                  <c:v>42</c:v>
                </c:pt>
                <c:pt idx="12226">
                  <c:v>0</c:v>
                </c:pt>
                <c:pt idx="12227">
                  <c:v>36</c:v>
                </c:pt>
                <c:pt idx="12228">
                  <c:v>54</c:v>
                </c:pt>
                <c:pt idx="12229">
                  <c:v>112</c:v>
                </c:pt>
                <c:pt idx="12230">
                  <c:v>29</c:v>
                </c:pt>
                <c:pt idx="12231">
                  <c:v>0</c:v>
                </c:pt>
                <c:pt idx="12232">
                  <c:v>0</c:v>
                </c:pt>
                <c:pt idx="12233">
                  <c:v>175</c:v>
                </c:pt>
                <c:pt idx="12234">
                  <c:v>0</c:v>
                </c:pt>
                <c:pt idx="12235">
                  <c:v>59</c:v>
                </c:pt>
                <c:pt idx="12236">
                  <c:v>0</c:v>
                </c:pt>
                <c:pt idx="12237">
                  <c:v>15</c:v>
                </c:pt>
                <c:pt idx="12238">
                  <c:v>11</c:v>
                </c:pt>
                <c:pt idx="12239">
                  <c:v>90</c:v>
                </c:pt>
                <c:pt idx="12240">
                  <c:v>7</c:v>
                </c:pt>
                <c:pt idx="12241">
                  <c:v>0</c:v>
                </c:pt>
                <c:pt idx="12242">
                  <c:v>125</c:v>
                </c:pt>
                <c:pt idx="12243">
                  <c:v>60</c:v>
                </c:pt>
                <c:pt idx="12244">
                  <c:v>180</c:v>
                </c:pt>
                <c:pt idx="12245">
                  <c:v>90</c:v>
                </c:pt>
                <c:pt idx="12246">
                  <c:v>44</c:v>
                </c:pt>
                <c:pt idx="12247">
                  <c:v>64</c:v>
                </c:pt>
                <c:pt idx="12248">
                  <c:v>28</c:v>
                </c:pt>
                <c:pt idx="12249">
                  <c:v>168</c:v>
                </c:pt>
                <c:pt idx="12250">
                  <c:v>30</c:v>
                </c:pt>
                <c:pt idx="12251">
                  <c:v>0</c:v>
                </c:pt>
                <c:pt idx="12252">
                  <c:v>33</c:v>
                </c:pt>
                <c:pt idx="12253">
                  <c:v>0</c:v>
                </c:pt>
                <c:pt idx="12254">
                  <c:v>5</c:v>
                </c:pt>
                <c:pt idx="12255">
                  <c:v>28</c:v>
                </c:pt>
                <c:pt idx="12256">
                  <c:v>270</c:v>
                </c:pt>
                <c:pt idx="12257">
                  <c:v>0</c:v>
                </c:pt>
                <c:pt idx="12258">
                  <c:v>45</c:v>
                </c:pt>
                <c:pt idx="12259">
                  <c:v>0</c:v>
                </c:pt>
                <c:pt idx="12260">
                  <c:v>0</c:v>
                </c:pt>
                <c:pt idx="12261">
                  <c:v>0</c:v>
                </c:pt>
                <c:pt idx="12262">
                  <c:v>4</c:v>
                </c:pt>
                <c:pt idx="12263">
                  <c:v>210</c:v>
                </c:pt>
                <c:pt idx="12264">
                  <c:v>58</c:v>
                </c:pt>
                <c:pt idx="12265">
                  <c:v>90</c:v>
                </c:pt>
                <c:pt idx="12266">
                  <c:v>886</c:v>
                </c:pt>
                <c:pt idx="12267">
                  <c:v>8</c:v>
                </c:pt>
                <c:pt idx="12268">
                  <c:v>0</c:v>
                </c:pt>
                <c:pt idx="12269">
                  <c:v>32</c:v>
                </c:pt>
                <c:pt idx="12270">
                  <c:v>0</c:v>
                </c:pt>
                <c:pt idx="12271">
                  <c:v>120</c:v>
                </c:pt>
                <c:pt idx="12272">
                  <c:v>42</c:v>
                </c:pt>
                <c:pt idx="12273">
                  <c:v>0</c:v>
                </c:pt>
                <c:pt idx="12274">
                  <c:v>14</c:v>
                </c:pt>
                <c:pt idx="12275">
                  <c:v>0</c:v>
                </c:pt>
                <c:pt idx="12276">
                  <c:v>0</c:v>
                </c:pt>
                <c:pt idx="12277">
                  <c:v>3</c:v>
                </c:pt>
                <c:pt idx="12278">
                  <c:v>36</c:v>
                </c:pt>
                <c:pt idx="12279">
                  <c:v>0</c:v>
                </c:pt>
                <c:pt idx="12280">
                  <c:v>0</c:v>
                </c:pt>
                <c:pt idx="12281">
                  <c:v>0</c:v>
                </c:pt>
                <c:pt idx="12282">
                  <c:v>0</c:v>
                </c:pt>
                <c:pt idx="12283">
                  <c:v>75</c:v>
                </c:pt>
                <c:pt idx="12284">
                  <c:v>48</c:v>
                </c:pt>
                <c:pt idx="12285">
                  <c:v>0</c:v>
                </c:pt>
                <c:pt idx="12286">
                  <c:v>52</c:v>
                </c:pt>
                <c:pt idx="12287">
                  <c:v>0</c:v>
                </c:pt>
                <c:pt idx="12288">
                  <c:v>0</c:v>
                </c:pt>
                <c:pt idx="12289">
                  <c:v>58</c:v>
                </c:pt>
                <c:pt idx="12290">
                  <c:v>4</c:v>
                </c:pt>
                <c:pt idx="12291">
                  <c:v>0</c:v>
                </c:pt>
                <c:pt idx="12292">
                  <c:v>9</c:v>
                </c:pt>
                <c:pt idx="12293">
                  <c:v>1</c:v>
                </c:pt>
                <c:pt idx="12294">
                  <c:v>50</c:v>
                </c:pt>
                <c:pt idx="12295">
                  <c:v>180</c:v>
                </c:pt>
                <c:pt idx="12296">
                  <c:v>36</c:v>
                </c:pt>
                <c:pt idx="12297">
                  <c:v>0</c:v>
                </c:pt>
                <c:pt idx="12298">
                  <c:v>51</c:v>
                </c:pt>
                <c:pt idx="12299">
                  <c:v>84</c:v>
                </c:pt>
                <c:pt idx="12300">
                  <c:v>60</c:v>
                </c:pt>
                <c:pt idx="12301">
                  <c:v>0</c:v>
                </c:pt>
                <c:pt idx="12302">
                  <c:v>0</c:v>
                </c:pt>
                <c:pt idx="12303">
                  <c:v>2</c:v>
                </c:pt>
                <c:pt idx="12304">
                  <c:v>0</c:v>
                </c:pt>
                <c:pt idx="12305">
                  <c:v>0</c:v>
                </c:pt>
                <c:pt idx="12306">
                  <c:v>56</c:v>
                </c:pt>
                <c:pt idx="12307">
                  <c:v>49</c:v>
                </c:pt>
                <c:pt idx="12308">
                  <c:v>56</c:v>
                </c:pt>
                <c:pt idx="12309">
                  <c:v>31</c:v>
                </c:pt>
                <c:pt idx="12310">
                  <c:v>49</c:v>
                </c:pt>
                <c:pt idx="12311">
                  <c:v>6</c:v>
                </c:pt>
                <c:pt idx="12312">
                  <c:v>75</c:v>
                </c:pt>
                <c:pt idx="12313">
                  <c:v>0</c:v>
                </c:pt>
                <c:pt idx="12314">
                  <c:v>0</c:v>
                </c:pt>
                <c:pt idx="12315">
                  <c:v>0</c:v>
                </c:pt>
                <c:pt idx="12316">
                  <c:v>17</c:v>
                </c:pt>
                <c:pt idx="12317">
                  <c:v>0</c:v>
                </c:pt>
                <c:pt idx="12318">
                  <c:v>42</c:v>
                </c:pt>
                <c:pt idx="12319">
                  <c:v>1</c:v>
                </c:pt>
                <c:pt idx="12320">
                  <c:v>0</c:v>
                </c:pt>
                <c:pt idx="12321">
                  <c:v>25</c:v>
                </c:pt>
                <c:pt idx="12322">
                  <c:v>6</c:v>
                </c:pt>
                <c:pt idx="12323">
                  <c:v>14</c:v>
                </c:pt>
                <c:pt idx="12324">
                  <c:v>0</c:v>
                </c:pt>
                <c:pt idx="12325">
                  <c:v>2</c:v>
                </c:pt>
                <c:pt idx="12326">
                  <c:v>20</c:v>
                </c:pt>
                <c:pt idx="12327">
                  <c:v>4</c:v>
                </c:pt>
                <c:pt idx="12328">
                  <c:v>28</c:v>
                </c:pt>
                <c:pt idx="12329">
                  <c:v>120</c:v>
                </c:pt>
                <c:pt idx="12330">
                  <c:v>0</c:v>
                </c:pt>
                <c:pt idx="12331">
                  <c:v>176</c:v>
                </c:pt>
                <c:pt idx="12332">
                  <c:v>140</c:v>
                </c:pt>
                <c:pt idx="12333">
                  <c:v>12</c:v>
                </c:pt>
                <c:pt idx="12334">
                  <c:v>1</c:v>
                </c:pt>
                <c:pt idx="12335">
                  <c:v>140</c:v>
                </c:pt>
                <c:pt idx="12336">
                  <c:v>76</c:v>
                </c:pt>
                <c:pt idx="12337">
                  <c:v>56</c:v>
                </c:pt>
                <c:pt idx="12338">
                  <c:v>112</c:v>
                </c:pt>
                <c:pt idx="12339">
                  <c:v>0</c:v>
                </c:pt>
                <c:pt idx="12340">
                  <c:v>210</c:v>
                </c:pt>
                <c:pt idx="12341">
                  <c:v>1</c:v>
                </c:pt>
                <c:pt idx="12342">
                  <c:v>0</c:v>
                </c:pt>
                <c:pt idx="12343">
                  <c:v>0</c:v>
                </c:pt>
                <c:pt idx="12344">
                  <c:v>25</c:v>
                </c:pt>
                <c:pt idx="12345">
                  <c:v>10</c:v>
                </c:pt>
                <c:pt idx="12346">
                  <c:v>20</c:v>
                </c:pt>
                <c:pt idx="12347">
                  <c:v>140</c:v>
                </c:pt>
                <c:pt idx="12348">
                  <c:v>46</c:v>
                </c:pt>
                <c:pt idx="12349">
                  <c:v>56</c:v>
                </c:pt>
                <c:pt idx="12350">
                  <c:v>0</c:v>
                </c:pt>
                <c:pt idx="12351">
                  <c:v>0</c:v>
                </c:pt>
                <c:pt idx="12352">
                  <c:v>0</c:v>
                </c:pt>
                <c:pt idx="12353">
                  <c:v>64</c:v>
                </c:pt>
                <c:pt idx="12354">
                  <c:v>0</c:v>
                </c:pt>
                <c:pt idx="12355">
                  <c:v>60</c:v>
                </c:pt>
                <c:pt idx="12356">
                  <c:v>0</c:v>
                </c:pt>
                <c:pt idx="12357">
                  <c:v>27</c:v>
                </c:pt>
                <c:pt idx="12358">
                  <c:v>28</c:v>
                </c:pt>
                <c:pt idx="12359">
                  <c:v>0</c:v>
                </c:pt>
                <c:pt idx="12360">
                  <c:v>75</c:v>
                </c:pt>
                <c:pt idx="12361">
                  <c:v>0</c:v>
                </c:pt>
                <c:pt idx="12362">
                  <c:v>84</c:v>
                </c:pt>
                <c:pt idx="12363">
                  <c:v>0</c:v>
                </c:pt>
                <c:pt idx="12364">
                  <c:v>0</c:v>
                </c:pt>
                <c:pt idx="12365">
                  <c:v>60</c:v>
                </c:pt>
                <c:pt idx="12366">
                  <c:v>5</c:v>
                </c:pt>
                <c:pt idx="12367">
                  <c:v>3</c:v>
                </c:pt>
                <c:pt idx="12368">
                  <c:v>1</c:v>
                </c:pt>
                <c:pt idx="12369">
                  <c:v>3</c:v>
                </c:pt>
                <c:pt idx="12370">
                  <c:v>120</c:v>
                </c:pt>
                <c:pt idx="12371">
                  <c:v>28</c:v>
                </c:pt>
                <c:pt idx="12372">
                  <c:v>0</c:v>
                </c:pt>
                <c:pt idx="12373">
                  <c:v>20</c:v>
                </c:pt>
                <c:pt idx="12374">
                  <c:v>0</c:v>
                </c:pt>
                <c:pt idx="12375">
                  <c:v>100</c:v>
                </c:pt>
                <c:pt idx="12376">
                  <c:v>32</c:v>
                </c:pt>
                <c:pt idx="12377">
                  <c:v>4</c:v>
                </c:pt>
                <c:pt idx="12378">
                  <c:v>1</c:v>
                </c:pt>
                <c:pt idx="12379">
                  <c:v>180</c:v>
                </c:pt>
                <c:pt idx="12380">
                  <c:v>15</c:v>
                </c:pt>
                <c:pt idx="12381">
                  <c:v>0</c:v>
                </c:pt>
                <c:pt idx="12382">
                  <c:v>0</c:v>
                </c:pt>
                <c:pt idx="12383">
                  <c:v>28</c:v>
                </c:pt>
                <c:pt idx="12384">
                  <c:v>0</c:v>
                </c:pt>
                <c:pt idx="12385">
                  <c:v>50</c:v>
                </c:pt>
                <c:pt idx="12386">
                  <c:v>22</c:v>
                </c:pt>
                <c:pt idx="12387">
                  <c:v>16</c:v>
                </c:pt>
                <c:pt idx="12388">
                  <c:v>0</c:v>
                </c:pt>
                <c:pt idx="12389">
                  <c:v>0</c:v>
                </c:pt>
                <c:pt idx="12390">
                  <c:v>75</c:v>
                </c:pt>
                <c:pt idx="12391">
                  <c:v>25</c:v>
                </c:pt>
                <c:pt idx="12392">
                  <c:v>66</c:v>
                </c:pt>
                <c:pt idx="12393">
                  <c:v>0</c:v>
                </c:pt>
                <c:pt idx="12394">
                  <c:v>42</c:v>
                </c:pt>
                <c:pt idx="12395">
                  <c:v>34</c:v>
                </c:pt>
                <c:pt idx="12396">
                  <c:v>14</c:v>
                </c:pt>
                <c:pt idx="12397">
                  <c:v>0</c:v>
                </c:pt>
                <c:pt idx="12398">
                  <c:v>36</c:v>
                </c:pt>
                <c:pt idx="12399">
                  <c:v>9</c:v>
                </c:pt>
                <c:pt idx="12400">
                  <c:v>0</c:v>
                </c:pt>
                <c:pt idx="12401">
                  <c:v>56</c:v>
                </c:pt>
                <c:pt idx="12402">
                  <c:v>7</c:v>
                </c:pt>
                <c:pt idx="12403">
                  <c:v>0</c:v>
                </c:pt>
                <c:pt idx="12404">
                  <c:v>59</c:v>
                </c:pt>
                <c:pt idx="12405">
                  <c:v>36</c:v>
                </c:pt>
                <c:pt idx="12406">
                  <c:v>2</c:v>
                </c:pt>
                <c:pt idx="12407">
                  <c:v>10</c:v>
                </c:pt>
                <c:pt idx="12408">
                  <c:v>15</c:v>
                </c:pt>
                <c:pt idx="12409">
                  <c:v>20</c:v>
                </c:pt>
                <c:pt idx="12410">
                  <c:v>18</c:v>
                </c:pt>
                <c:pt idx="12411">
                  <c:v>0</c:v>
                </c:pt>
                <c:pt idx="12412">
                  <c:v>42</c:v>
                </c:pt>
                <c:pt idx="12413">
                  <c:v>45</c:v>
                </c:pt>
                <c:pt idx="12414">
                  <c:v>1</c:v>
                </c:pt>
                <c:pt idx="12415">
                  <c:v>0</c:v>
                </c:pt>
                <c:pt idx="12416">
                  <c:v>0</c:v>
                </c:pt>
                <c:pt idx="12417">
                  <c:v>0</c:v>
                </c:pt>
                <c:pt idx="12418">
                  <c:v>0</c:v>
                </c:pt>
                <c:pt idx="12419">
                  <c:v>0</c:v>
                </c:pt>
                <c:pt idx="12420">
                  <c:v>3</c:v>
                </c:pt>
                <c:pt idx="12421">
                  <c:v>76</c:v>
                </c:pt>
                <c:pt idx="12422">
                  <c:v>2</c:v>
                </c:pt>
                <c:pt idx="12423">
                  <c:v>3</c:v>
                </c:pt>
                <c:pt idx="12424">
                  <c:v>30</c:v>
                </c:pt>
                <c:pt idx="12425">
                  <c:v>20</c:v>
                </c:pt>
                <c:pt idx="12426">
                  <c:v>4</c:v>
                </c:pt>
                <c:pt idx="12427">
                  <c:v>150</c:v>
                </c:pt>
                <c:pt idx="12428">
                  <c:v>0</c:v>
                </c:pt>
                <c:pt idx="12429">
                  <c:v>40</c:v>
                </c:pt>
                <c:pt idx="12430">
                  <c:v>112</c:v>
                </c:pt>
                <c:pt idx="12431">
                  <c:v>24</c:v>
                </c:pt>
                <c:pt idx="12432">
                  <c:v>22</c:v>
                </c:pt>
                <c:pt idx="12433">
                  <c:v>60</c:v>
                </c:pt>
                <c:pt idx="12434">
                  <c:v>7</c:v>
                </c:pt>
                <c:pt idx="12435">
                  <c:v>0</c:v>
                </c:pt>
                <c:pt idx="12436">
                  <c:v>0</c:v>
                </c:pt>
                <c:pt idx="12437">
                  <c:v>0</c:v>
                </c:pt>
                <c:pt idx="12438">
                  <c:v>0</c:v>
                </c:pt>
                <c:pt idx="12439">
                  <c:v>15</c:v>
                </c:pt>
                <c:pt idx="12440">
                  <c:v>90</c:v>
                </c:pt>
                <c:pt idx="12441">
                  <c:v>0</c:v>
                </c:pt>
                <c:pt idx="12442">
                  <c:v>14</c:v>
                </c:pt>
                <c:pt idx="12443">
                  <c:v>84</c:v>
                </c:pt>
                <c:pt idx="12444">
                  <c:v>2</c:v>
                </c:pt>
                <c:pt idx="12445">
                  <c:v>0</c:v>
                </c:pt>
                <c:pt idx="12446">
                  <c:v>0</c:v>
                </c:pt>
                <c:pt idx="12447">
                  <c:v>0</c:v>
                </c:pt>
                <c:pt idx="12448">
                  <c:v>0</c:v>
                </c:pt>
                <c:pt idx="12449">
                  <c:v>12</c:v>
                </c:pt>
                <c:pt idx="12450">
                  <c:v>0</c:v>
                </c:pt>
                <c:pt idx="12451">
                  <c:v>0</c:v>
                </c:pt>
                <c:pt idx="12452">
                  <c:v>0</c:v>
                </c:pt>
                <c:pt idx="12453">
                  <c:v>0</c:v>
                </c:pt>
                <c:pt idx="12454">
                  <c:v>0</c:v>
                </c:pt>
                <c:pt idx="12455">
                  <c:v>6</c:v>
                </c:pt>
                <c:pt idx="12456">
                  <c:v>6</c:v>
                </c:pt>
                <c:pt idx="12457">
                  <c:v>56</c:v>
                </c:pt>
                <c:pt idx="12458">
                  <c:v>21</c:v>
                </c:pt>
                <c:pt idx="12459">
                  <c:v>76</c:v>
                </c:pt>
                <c:pt idx="12460">
                  <c:v>28</c:v>
                </c:pt>
                <c:pt idx="12461">
                  <c:v>0</c:v>
                </c:pt>
                <c:pt idx="12462">
                  <c:v>0</c:v>
                </c:pt>
                <c:pt idx="12463">
                  <c:v>28</c:v>
                </c:pt>
                <c:pt idx="12464">
                  <c:v>17</c:v>
                </c:pt>
                <c:pt idx="12465">
                  <c:v>14</c:v>
                </c:pt>
                <c:pt idx="12466">
                  <c:v>240</c:v>
                </c:pt>
                <c:pt idx="12467">
                  <c:v>80</c:v>
                </c:pt>
                <c:pt idx="12468">
                  <c:v>0</c:v>
                </c:pt>
                <c:pt idx="12469">
                  <c:v>0</c:v>
                </c:pt>
                <c:pt idx="12470">
                  <c:v>0</c:v>
                </c:pt>
                <c:pt idx="12471">
                  <c:v>13</c:v>
                </c:pt>
                <c:pt idx="12472">
                  <c:v>0</c:v>
                </c:pt>
                <c:pt idx="12473">
                  <c:v>0</c:v>
                </c:pt>
                <c:pt idx="12474">
                  <c:v>0</c:v>
                </c:pt>
                <c:pt idx="12475">
                  <c:v>63</c:v>
                </c:pt>
                <c:pt idx="12476">
                  <c:v>126</c:v>
                </c:pt>
                <c:pt idx="12477">
                  <c:v>0</c:v>
                </c:pt>
                <c:pt idx="12478">
                  <c:v>0</c:v>
                </c:pt>
                <c:pt idx="12479">
                  <c:v>0</c:v>
                </c:pt>
                <c:pt idx="12480">
                  <c:v>3</c:v>
                </c:pt>
                <c:pt idx="12481">
                  <c:v>3</c:v>
                </c:pt>
                <c:pt idx="12482">
                  <c:v>2</c:v>
                </c:pt>
                <c:pt idx="12483">
                  <c:v>1</c:v>
                </c:pt>
                <c:pt idx="12484">
                  <c:v>14</c:v>
                </c:pt>
                <c:pt idx="12485">
                  <c:v>3</c:v>
                </c:pt>
                <c:pt idx="12486">
                  <c:v>3</c:v>
                </c:pt>
                <c:pt idx="12487">
                  <c:v>78</c:v>
                </c:pt>
                <c:pt idx="12488">
                  <c:v>5</c:v>
                </c:pt>
                <c:pt idx="12489">
                  <c:v>6</c:v>
                </c:pt>
                <c:pt idx="12490">
                  <c:v>0</c:v>
                </c:pt>
                <c:pt idx="12491">
                  <c:v>84</c:v>
                </c:pt>
                <c:pt idx="12492">
                  <c:v>0</c:v>
                </c:pt>
                <c:pt idx="12493">
                  <c:v>1</c:v>
                </c:pt>
                <c:pt idx="12494">
                  <c:v>0</c:v>
                </c:pt>
                <c:pt idx="12495">
                  <c:v>0</c:v>
                </c:pt>
                <c:pt idx="12496">
                  <c:v>0</c:v>
                </c:pt>
                <c:pt idx="12497">
                  <c:v>112</c:v>
                </c:pt>
                <c:pt idx="12498">
                  <c:v>344</c:v>
                </c:pt>
                <c:pt idx="12499">
                  <c:v>68</c:v>
                </c:pt>
                <c:pt idx="12500">
                  <c:v>15</c:v>
                </c:pt>
                <c:pt idx="12501">
                  <c:v>10</c:v>
                </c:pt>
                <c:pt idx="12502">
                  <c:v>12</c:v>
                </c:pt>
                <c:pt idx="12503">
                  <c:v>12</c:v>
                </c:pt>
                <c:pt idx="12504">
                  <c:v>50</c:v>
                </c:pt>
                <c:pt idx="12505">
                  <c:v>7</c:v>
                </c:pt>
                <c:pt idx="12506">
                  <c:v>13</c:v>
                </c:pt>
                <c:pt idx="12507">
                  <c:v>0</c:v>
                </c:pt>
                <c:pt idx="12508">
                  <c:v>0</c:v>
                </c:pt>
                <c:pt idx="12509">
                  <c:v>0</c:v>
                </c:pt>
                <c:pt idx="12510">
                  <c:v>3</c:v>
                </c:pt>
                <c:pt idx="12511">
                  <c:v>0</c:v>
                </c:pt>
                <c:pt idx="12512">
                  <c:v>10</c:v>
                </c:pt>
                <c:pt idx="12513">
                  <c:v>8</c:v>
                </c:pt>
                <c:pt idx="12514">
                  <c:v>56</c:v>
                </c:pt>
                <c:pt idx="12515">
                  <c:v>112</c:v>
                </c:pt>
                <c:pt idx="12516">
                  <c:v>0</c:v>
                </c:pt>
                <c:pt idx="12517">
                  <c:v>40</c:v>
                </c:pt>
                <c:pt idx="12518">
                  <c:v>11</c:v>
                </c:pt>
                <c:pt idx="12519">
                  <c:v>48</c:v>
                </c:pt>
                <c:pt idx="12520">
                  <c:v>0</c:v>
                </c:pt>
                <c:pt idx="12521">
                  <c:v>0</c:v>
                </c:pt>
                <c:pt idx="12522">
                  <c:v>3</c:v>
                </c:pt>
                <c:pt idx="12523">
                  <c:v>0</c:v>
                </c:pt>
                <c:pt idx="12524">
                  <c:v>5</c:v>
                </c:pt>
                <c:pt idx="12525">
                  <c:v>0</c:v>
                </c:pt>
                <c:pt idx="12526">
                  <c:v>360</c:v>
                </c:pt>
                <c:pt idx="12527">
                  <c:v>35</c:v>
                </c:pt>
                <c:pt idx="12528">
                  <c:v>0</c:v>
                </c:pt>
                <c:pt idx="12529">
                  <c:v>1</c:v>
                </c:pt>
                <c:pt idx="12530">
                  <c:v>0</c:v>
                </c:pt>
                <c:pt idx="12531">
                  <c:v>180</c:v>
                </c:pt>
                <c:pt idx="12532">
                  <c:v>0</c:v>
                </c:pt>
                <c:pt idx="12533">
                  <c:v>0</c:v>
                </c:pt>
                <c:pt idx="12534">
                  <c:v>0</c:v>
                </c:pt>
                <c:pt idx="12535">
                  <c:v>0</c:v>
                </c:pt>
                <c:pt idx="12536">
                  <c:v>120</c:v>
                </c:pt>
                <c:pt idx="12537">
                  <c:v>30</c:v>
                </c:pt>
                <c:pt idx="12538">
                  <c:v>0</c:v>
                </c:pt>
                <c:pt idx="12539">
                  <c:v>37</c:v>
                </c:pt>
                <c:pt idx="12540">
                  <c:v>32</c:v>
                </c:pt>
                <c:pt idx="12541">
                  <c:v>0</c:v>
                </c:pt>
                <c:pt idx="12542">
                  <c:v>0</c:v>
                </c:pt>
                <c:pt idx="12543">
                  <c:v>0</c:v>
                </c:pt>
                <c:pt idx="12544">
                  <c:v>49</c:v>
                </c:pt>
                <c:pt idx="12545">
                  <c:v>42</c:v>
                </c:pt>
                <c:pt idx="12546">
                  <c:v>7</c:v>
                </c:pt>
                <c:pt idx="12547">
                  <c:v>28</c:v>
                </c:pt>
                <c:pt idx="12548">
                  <c:v>123</c:v>
                </c:pt>
                <c:pt idx="12549">
                  <c:v>0</c:v>
                </c:pt>
                <c:pt idx="12550">
                  <c:v>40</c:v>
                </c:pt>
                <c:pt idx="12551">
                  <c:v>8</c:v>
                </c:pt>
                <c:pt idx="12552">
                  <c:v>0</c:v>
                </c:pt>
                <c:pt idx="12553">
                  <c:v>0</c:v>
                </c:pt>
                <c:pt idx="12554">
                  <c:v>30</c:v>
                </c:pt>
                <c:pt idx="12555">
                  <c:v>45</c:v>
                </c:pt>
                <c:pt idx="12556">
                  <c:v>0</c:v>
                </c:pt>
                <c:pt idx="12557">
                  <c:v>0</c:v>
                </c:pt>
                <c:pt idx="12558">
                  <c:v>72</c:v>
                </c:pt>
                <c:pt idx="12559">
                  <c:v>0</c:v>
                </c:pt>
                <c:pt idx="12560">
                  <c:v>25</c:v>
                </c:pt>
                <c:pt idx="12561">
                  <c:v>2</c:v>
                </c:pt>
                <c:pt idx="12562">
                  <c:v>0</c:v>
                </c:pt>
                <c:pt idx="12563">
                  <c:v>2</c:v>
                </c:pt>
                <c:pt idx="12564">
                  <c:v>48</c:v>
                </c:pt>
                <c:pt idx="12565">
                  <c:v>0</c:v>
                </c:pt>
                <c:pt idx="12566">
                  <c:v>0</c:v>
                </c:pt>
                <c:pt idx="12567">
                  <c:v>56</c:v>
                </c:pt>
                <c:pt idx="12568">
                  <c:v>2</c:v>
                </c:pt>
                <c:pt idx="12569">
                  <c:v>70</c:v>
                </c:pt>
                <c:pt idx="12570">
                  <c:v>0</c:v>
                </c:pt>
                <c:pt idx="12571">
                  <c:v>108</c:v>
                </c:pt>
                <c:pt idx="12572">
                  <c:v>95</c:v>
                </c:pt>
                <c:pt idx="12573">
                  <c:v>35</c:v>
                </c:pt>
                <c:pt idx="12574">
                  <c:v>50</c:v>
                </c:pt>
                <c:pt idx="12575">
                  <c:v>46</c:v>
                </c:pt>
                <c:pt idx="12576">
                  <c:v>1</c:v>
                </c:pt>
                <c:pt idx="12577">
                  <c:v>80</c:v>
                </c:pt>
                <c:pt idx="12578">
                  <c:v>1</c:v>
                </c:pt>
                <c:pt idx="12579">
                  <c:v>0</c:v>
                </c:pt>
                <c:pt idx="12580">
                  <c:v>66</c:v>
                </c:pt>
                <c:pt idx="12581">
                  <c:v>2</c:v>
                </c:pt>
                <c:pt idx="12582">
                  <c:v>22</c:v>
                </c:pt>
                <c:pt idx="12583">
                  <c:v>0</c:v>
                </c:pt>
                <c:pt idx="12584">
                  <c:v>0</c:v>
                </c:pt>
                <c:pt idx="12585">
                  <c:v>56</c:v>
                </c:pt>
                <c:pt idx="12586">
                  <c:v>22</c:v>
                </c:pt>
                <c:pt idx="12587">
                  <c:v>13</c:v>
                </c:pt>
                <c:pt idx="12588">
                  <c:v>8</c:v>
                </c:pt>
                <c:pt idx="12589">
                  <c:v>30</c:v>
                </c:pt>
                <c:pt idx="12590">
                  <c:v>90</c:v>
                </c:pt>
                <c:pt idx="12591">
                  <c:v>8</c:v>
                </c:pt>
                <c:pt idx="12592">
                  <c:v>11</c:v>
                </c:pt>
                <c:pt idx="12593">
                  <c:v>0</c:v>
                </c:pt>
                <c:pt idx="12594">
                  <c:v>0</c:v>
                </c:pt>
                <c:pt idx="12595">
                  <c:v>1</c:v>
                </c:pt>
                <c:pt idx="12596">
                  <c:v>1</c:v>
                </c:pt>
                <c:pt idx="12597">
                  <c:v>64</c:v>
                </c:pt>
                <c:pt idx="12598">
                  <c:v>138</c:v>
                </c:pt>
                <c:pt idx="12599">
                  <c:v>84</c:v>
                </c:pt>
                <c:pt idx="12600">
                  <c:v>0</c:v>
                </c:pt>
                <c:pt idx="12601">
                  <c:v>7</c:v>
                </c:pt>
                <c:pt idx="12602">
                  <c:v>13</c:v>
                </c:pt>
                <c:pt idx="12603">
                  <c:v>280</c:v>
                </c:pt>
                <c:pt idx="12604">
                  <c:v>0</c:v>
                </c:pt>
                <c:pt idx="12605">
                  <c:v>0</c:v>
                </c:pt>
                <c:pt idx="12606">
                  <c:v>7</c:v>
                </c:pt>
                <c:pt idx="12607">
                  <c:v>85</c:v>
                </c:pt>
                <c:pt idx="12608">
                  <c:v>105</c:v>
                </c:pt>
                <c:pt idx="12609">
                  <c:v>0</c:v>
                </c:pt>
                <c:pt idx="12610">
                  <c:v>0</c:v>
                </c:pt>
                <c:pt idx="12611">
                  <c:v>0</c:v>
                </c:pt>
                <c:pt idx="12612">
                  <c:v>1</c:v>
                </c:pt>
                <c:pt idx="12613">
                  <c:v>84</c:v>
                </c:pt>
                <c:pt idx="12614">
                  <c:v>20</c:v>
                </c:pt>
                <c:pt idx="12615">
                  <c:v>1</c:v>
                </c:pt>
                <c:pt idx="12616">
                  <c:v>0</c:v>
                </c:pt>
                <c:pt idx="12617">
                  <c:v>1</c:v>
                </c:pt>
                <c:pt idx="12618">
                  <c:v>0</c:v>
                </c:pt>
                <c:pt idx="12619">
                  <c:v>0</c:v>
                </c:pt>
                <c:pt idx="12620">
                  <c:v>0</c:v>
                </c:pt>
                <c:pt idx="12621">
                  <c:v>2</c:v>
                </c:pt>
                <c:pt idx="12622">
                  <c:v>0</c:v>
                </c:pt>
                <c:pt idx="12623">
                  <c:v>0</c:v>
                </c:pt>
                <c:pt idx="12624">
                  <c:v>0</c:v>
                </c:pt>
                <c:pt idx="12625">
                  <c:v>90</c:v>
                </c:pt>
                <c:pt idx="12626">
                  <c:v>5</c:v>
                </c:pt>
                <c:pt idx="12627">
                  <c:v>0</c:v>
                </c:pt>
                <c:pt idx="12628">
                  <c:v>4</c:v>
                </c:pt>
                <c:pt idx="12629">
                  <c:v>0</c:v>
                </c:pt>
                <c:pt idx="12630">
                  <c:v>0</c:v>
                </c:pt>
                <c:pt idx="12631">
                  <c:v>0</c:v>
                </c:pt>
                <c:pt idx="12632">
                  <c:v>0</c:v>
                </c:pt>
                <c:pt idx="12633">
                  <c:v>0</c:v>
                </c:pt>
                <c:pt idx="12634">
                  <c:v>0</c:v>
                </c:pt>
                <c:pt idx="12635">
                  <c:v>0</c:v>
                </c:pt>
                <c:pt idx="12636">
                  <c:v>0</c:v>
                </c:pt>
                <c:pt idx="12637">
                  <c:v>28</c:v>
                </c:pt>
                <c:pt idx="12638">
                  <c:v>0</c:v>
                </c:pt>
                <c:pt idx="12639">
                  <c:v>0</c:v>
                </c:pt>
                <c:pt idx="12640">
                  <c:v>0</c:v>
                </c:pt>
                <c:pt idx="12641">
                  <c:v>0</c:v>
                </c:pt>
                <c:pt idx="12642">
                  <c:v>0</c:v>
                </c:pt>
                <c:pt idx="12643">
                  <c:v>0</c:v>
                </c:pt>
                <c:pt idx="12644">
                  <c:v>0</c:v>
                </c:pt>
                <c:pt idx="12645">
                  <c:v>7</c:v>
                </c:pt>
                <c:pt idx="12646">
                  <c:v>5</c:v>
                </c:pt>
                <c:pt idx="12647">
                  <c:v>54</c:v>
                </c:pt>
                <c:pt idx="12648">
                  <c:v>159</c:v>
                </c:pt>
                <c:pt idx="12649">
                  <c:v>50</c:v>
                </c:pt>
                <c:pt idx="12650">
                  <c:v>66</c:v>
                </c:pt>
                <c:pt idx="12651">
                  <c:v>1218</c:v>
                </c:pt>
                <c:pt idx="12652">
                  <c:v>0</c:v>
                </c:pt>
                <c:pt idx="12653">
                  <c:v>29</c:v>
                </c:pt>
                <c:pt idx="12654">
                  <c:v>0</c:v>
                </c:pt>
                <c:pt idx="12655">
                  <c:v>0</c:v>
                </c:pt>
                <c:pt idx="12656">
                  <c:v>0</c:v>
                </c:pt>
                <c:pt idx="12657">
                  <c:v>0</c:v>
                </c:pt>
                <c:pt idx="12658">
                  <c:v>0</c:v>
                </c:pt>
                <c:pt idx="12659">
                  <c:v>0</c:v>
                </c:pt>
                <c:pt idx="12660">
                  <c:v>180</c:v>
                </c:pt>
                <c:pt idx="12661">
                  <c:v>0</c:v>
                </c:pt>
                <c:pt idx="12662">
                  <c:v>0</c:v>
                </c:pt>
                <c:pt idx="12663">
                  <c:v>0</c:v>
                </c:pt>
                <c:pt idx="12664">
                  <c:v>25</c:v>
                </c:pt>
                <c:pt idx="12665">
                  <c:v>0</c:v>
                </c:pt>
                <c:pt idx="12666">
                  <c:v>5</c:v>
                </c:pt>
                <c:pt idx="12667">
                  <c:v>180</c:v>
                </c:pt>
                <c:pt idx="12668">
                  <c:v>21</c:v>
                </c:pt>
                <c:pt idx="12669">
                  <c:v>2</c:v>
                </c:pt>
                <c:pt idx="12670">
                  <c:v>6</c:v>
                </c:pt>
                <c:pt idx="12671">
                  <c:v>16</c:v>
                </c:pt>
                <c:pt idx="12672">
                  <c:v>50</c:v>
                </c:pt>
                <c:pt idx="12673">
                  <c:v>0</c:v>
                </c:pt>
                <c:pt idx="12674">
                  <c:v>2</c:v>
                </c:pt>
                <c:pt idx="12675">
                  <c:v>0</c:v>
                </c:pt>
                <c:pt idx="12676">
                  <c:v>130</c:v>
                </c:pt>
                <c:pt idx="12677">
                  <c:v>0</c:v>
                </c:pt>
                <c:pt idx="12678">
                  <c:v>0</c:v>
                </c:pt>
                <c:pt idx="12679">
                  <c:v>90</c:v>
                </c:pt>
                <c:pt idx="12680">
                  <c:v>60</c:v>
                </c:pt>
                <c:pt idx="12681">
                  <c:v>30</c:v>
                </c:pt>
                <c:pt idx="12682">
                  <c:v>0</c:v>
                </c:pt>
                <c:pt idx="12683">
                  <c:v>0</c:v>
                </c:pt>
                <c:pt idx="12684">
                  <c:v>29</c:v>
                </c:pt>
                <c:pt idx="12685">
                  <c:v>12</c:v>
                </c:pt>
                <c:pt idx="12686">
                  <c:v>0</c:v>
                </c:pt>
                <c:pt idx="12687">
                  <c:v>0</c:v>
                </c:pt>
                <c:pt idx="12688">
                  <c:v>1</c:v>
                </c:pt>
                <c:pt idx="12689">
                  <c:v>8</c:v>
                </c:pt>
                <c:pt idx="12690">
                  <c:v>5</c:v>
                </c:pt>
                <c:pt idx="12691">
                  <c:v>1</c:v>
                </c:pt>
                <c:pt idx="12692">
                  <c:v>46</c:v>
                </c:pt>
                <c:pt idx="12693">
                  <c:v>10</c:v>
                </c:pt>
                <c:pt idx="12694">
                  <c:v>0</c:v>
                </c:pt>
                <c:pt idx="12695">
                  <c:v>0</c:v>
                </c:pt>
                <c:pt idx="12696">
                  <c:v>2</c:v>
                </c:pt>
                <c:pt idx="12697">
                  <c:v>0</c:v>
                </c:pt>
                <c:pt idx="12698">
                  <c:v>0</c:v>
                </c:pt>
                <c:pt idx="12699">
                  <c:v>0</c:v>
                </c:pt>
                <c:pt idx="12700">
                  <c:v>0</c:v>
                </c:pt>
                <c:pt idx="12701">
                  <c:v>0</c:v>
                </c:pt>
                <c:pt idx="12702">
                  <c:v>0</c:v>
                </c:pt>
                <c:pt idx="12703">
                  <c:v>0</c:v>
                </c:pt>
                <c:pt idx="12704">
                  <c:v>0</c:v>
                </c:pt>
                <c:pt idx="12705">
                  <c:v>0</c:v>
                </c:pt>
                <c:pt idx="12706">
                  <c:v>0</c:v>
                </c:pt>
                <c:pt idx="12707">
                  <c:v>0</c:v>
                </c:pt>
                <c:pt idx="12708">
                  <c:v>1</c:v>
                </c:pt>
                <c:pt idx="12709">
                  <c:v>15</c:v>
                </c:pt>
                <c:pt idx="12710">
                  <c:v>1</c:v>
                </c:pt>
                <c:pt idx="12711">
                  <c:v>1</c:v>
                </c:pt>
                <c:pt idx="12712">
                  <c:v>0</c:v>
                </c:pt>
                <c:pt idx="12713">
                  <c:v>0</c:v>
                </c:pt>
                <c:pt idx="12714">
                  <c:v>22</c:v>
                </c:pt>
                <c:pt idx="12715">
                  <c:v>0</c:v>
                </c:pt>
                <c:pt idx="12716">
                  <c:v>0</c:v>
                </c:pt>
                <c:pt idx="12717">
                  <c:v>0</c:v>
                </c:pt>
                <c:pt idx="12718">
                  <c:v>60</c:v>
                </c:pt>
                <c:pt idx="12719">
                  <c:v>4</c:v>
                </c:pt>
                <c:pt idx="12720">
                  <c:v>0</c:v>
                </c:pt>
                <c:pt idx="12721">
                  <c:v>0</c:v>
                </c:pt>
                <c:pt idx="12722">
                  <c:v>0</c:v>
                </c:pt>
                <c:pt idx="12723">
                  <c:v>0</c:v>
                </c:pt>
                <c:pt idx="12724">
                  <c:v>2</c:v>
                </c:pt>
                <c:pt idx="12725">
                  <c:v>10</c:v>
                </c:pt>
                <c:pt idx="12726">
                  <c:v>1</c:v>
                </c:pt>
                <c:pt idx="12727">
                  <c:v>0</c:v>
                </c:pt>
                <c:pt idx="12728">
                  <c:v>2</c:v>
                </c:pt>
                <c:pt idx="12729">
                  <c:v>0</c:v>
                </c:pt>
                <c:pt idx="12730">
                  <c:v>0</c:v>
                </c:pt>
                <c:pt idx="12731">
                  <c:v>2</c:v>
                </c:pt>
                <c:pt idx="12732">
                  <c:v>52</c:v>
                </c:pt>
                <c:pt idx="12733">
                  <c:v>30</c:v>
                </c:pt>
                <c:pt idx="12734">
                  <c:v>0</c:v>
                </c:pt>
                <c:pt idx="12735">
                  <c:v>7</c:v>
                </c:pt>
                <c:pt idx="12736">
                  <c:v>0</c:v>
                </c:pt>
                <c:pt idx="12737">
                  <c:v>36</c:v>
                </c:pt>
                <c:pt idx="12738">
                  <c:v>8</c:v>
                </c:pt>
                <c:pt idx="12739">
                  <c:v>105</c:v>
                </c:pt>
                <c:pt idx="12740">
                  <c:v>0</c:v>
                </c:pt>
                <c:pt idx="12741">
                  <c:v>196</c:v>
                </c:pt>
                <c:pt idx="12742">
                  <c:v>0</c:v>
                </c:pt>
                <c:pt idx="12743">
                  <c:v>120</c:v>
                </c:pt>
                <c:pt idx="12744">
                  <c:v>0</c:v>
                </c:pt>
                <c:pt idx="12745">
                  <c:v>0</c:v>
                </c:pt>
                <c:pt idx="12746">
                  <c:v>4</c:v>
                </c:pt>
                <c:pt idx="12747">
                  <c:v>50</c:v>
                </c:pt>
                <c:pt idx="12748">
                  <c:v>0</c:v>
                </c:pt>
                <c:pt idx="12749">
                  <c:v>21</c:v>
                </c:pt>
                <c:pt idx="12750">
                  <c:v>0</c:v>
                </c:pt>
                <c:pt idx="12751">
                  <c:v>72</c:v>
                </c:pt>
                <c:pt idx="12752">
                  <c:v>20</c:v>
                </c:pt>
                <c:pt idx="12753">
                  <c:v>0</c:v>
                </c:pt>
                <c:pt idx="12754">
                  <c:v>1</c:v>
                </c:pt>
                <c:pt idx="12755">
                  <c:v>104</c:v>
                </c:pt>
                <c:pt idx="12756">
                  <c:v>44</c:v>
                </c:pt>
                <c:pt idx="12757">
                  <c:v>0</c:v>
                </c:pt>
                <c:pt idx="12758">
                  <c:v>340</c:v>
                </c:pt>
                <c:pt idx="12759">
                  <c:v>0</c:v>
                </c:pt>
                <c:pt idx="12760">
                  <c:v>18</c:v>
                </c:pt>
                <c:pt idx="12761">
                  <c:v>11</c:v>
                </c:pt>
                <c:pt idx="12762">
                  <c:v>20</c:v>
                </c:pt>
                <c:pt idx="12763">
                  <c:v>0</c:v>
                </c:pt>
                <c:pt idx="12764">
                  <c:v>60</c:v>
                </c:pt>
                <c:pt idx="12765">
                  <c:v>14</c:v>
                </c:pt>
                <c:pt idx="12766">
                  <c:v>48</c:v>
                </c:pt>
                <c:pt idx="12767">
                  <c:v>20</c:v>
                </c:pt>
                <c:pt idx="12768">
                  <c:v>33</c:v>
                </c:pt>
                <c:pt idx="12769">
                  <c:v>16</c:v>
                </c:pt>
                <c:pt idx="12770">
                  <c:v>34</c:v>
                </c:pt>
                <c:pt idx="12771">
                  <c:v>26</c:v>
                </c:pt>
                <c:pt idx="12772">
                  <c:v>39</c:v>
                </c:pt>
                <c:pt idx="12773">
                  <c:v>52</c:v>
                </c:pt>
                <c:pt idx="12774">
                  <c:v>31</c:v>
                </c:pt>
                <c:pt idx="12775">
                  <c:v>26</c:v>
                </c:pt>
                <c:pt idx="12776">
                  <c:v>20</c:v>
                </c:pt>
                <c:pt idx="12777">
                  <c:v>48</c:v>
                </c:pt>
                <c:pt idx="12778">
                  <c:v>64</c:v>
                </c:pt>
                <c:pt idx="12779">
                  <c:v>62</c:v>
                </c:pt>
                <c:pt idx="12780">
                  <c:v>76</c:v>
                </c:pt>
                <c:pt idx="12781">
                  <c:v>52</c:v>
                </c:pt>
                <c:pt idx="12782">
                  <c:v>38</c:v>
                </c:pt>
                <c:pt idx="12783">
                  <c:v>0</c:v>
                </c:pt>
                <c:pt idx="12784">
                  <c:v>310</c:v>
                </c:pt>
                <c:pt idx="12785">
                  <c:v>0</c:v>
                </c:pt>
                <c:pt idx="12786">
                  <c:v>3</c:v>
                </c:pt>
                <c:pt idx="12787">
                  <c:v>2</c:v>
                </c:pt>
                <c:pt idx="12788">
                  <c:v>0</c:v>
                </c:pt>
                <c:pt idx="12789">
                  <c:v>5</c:v>
                </c:pt>
                <c:pt idx="12790">
                  <c:v>20</c:v>
                </c:pt>
                <c:pt idx="12791">
                  <c:v>16</c:v>
                </c:pt>
                <c:pt idx="12792">
                  <c:v>0</c:v>
                </c:pt>
                <c:pt idx="12793">
                  <c:v>81</c:v>
                </c:pt>
                <c:pt idx="12794">
                  <c:v>0</c:v>
                </c:pt>
                <c:pt idx="12795">
                  <c:v>0</c:v>
                </c:pt>
                <c:pt idx="12796">
                  <c:v>0</c:v>
                </c:pt>
                <c:pt idx="12797">
                  <c:v>18</c:v>
                </c:pt>
                <c:pt idx="12798">
                  <c:v>6</c:v>
                </c:pt>
                <c:pt idx="12799">
                  <c:v>8</c:v>
                </c:pt>
                <c:pt idx="12800">
                  <c:v>0</c:v>
                </c:pt>
                <c:pt idx="12801">
                  <c:v>0</c:v>
                </c:pt>
                <c:pt idx="12802">
                  <c:v>0</c:v>
                </c:pt>
                <c:pt idx="12803">
                  <c:v>0</c:v>
                </c:pt>
                <c:pt idx="12804">
                  <c:v>120</c:v>
                </c:pt>
                <c:pt idx="12805">
                  <c:v>0</c:v>
                </c:pt>
                <c:pt idx="12806">
                  <c:v>0</c:v>
                </c:pt>
                <c:pt idx="12807">
                  <c:v>0</c:v>
                </c:pt>
                <c:pt idx="12808">
                  <c:v>0</c:v>
                </c:pt>
                <c:pt idx="12809">
                  <c:v>0</c:v>
                </c:pt>
                <c:pt idx="12810">
                  <c:v>0</c:v>
                </c:pt>
                <c:pt idx="12811">
                  <c:v>6</c:v>
                </c:pt>
                <c:pt idx="12812">
                  <c:v>0</c:v>
                </c:pt>
                <c:pt idx="12813">
                  <c:v>0</c:v>
                </c:pt>
                <c:pt idx="12814">
                  <c:v>0</c:v>
                </c:pt>
                <c:pt idx="12815">
                  <c:v>8</c:v>
                </c:pt>
                <c:pt idx="12816">
                  <c:v>0</c:v>
                </c:pt>
                <c:pt idx="12817">
                  <c:v>61</c:v>
                </c:pt>
                <c:pt idx="12818">
                  <c:v>0</c:v>
                </c:pt>
                <c:pt idx="12819">
                  <c:v>75</c:v>
                </c:pt>
                <c:pt idx="12820">
                  <c:v>56</c:v>
                </c:pt>
                <c:pt idx="12821">
                  <c:v>294</c:v>
                </c:pt>
                <c:pt idx="12822">
                  <c:v>0</c:v>
                </c:pt>
                <c:pt idx="12823">
                  <c:v>0</c:v>
                </c:pt>
                <c:pt idx="12824">
                  <c:v>0</c:v>
                </c:pt>
                <c:pt idx="12825">
                  <c:v>0</c:v>
                </c:pt>
                <c:pt idx="12826">
                  <c:v>0</c:v>
                </c:pt>
                <c:pt idx="12827">
                  <c:v>28</c:v>
                </c:pt>
                <c:pt idx="12828">
                  <c:v>3</c:v>
                </c:pt>
                <c:pt idx="12829">
                  <c:v>0</c:v>
                </c:pt>
                <c:pt idx="12830">
                  <c:v>88</c:v>
                </c:pt>
                <c:pt idx="12831">
                  <c:v>60</c:v>
                </c:pt>
                <c:pt idx="12832">
                  <c:v>0</c:v>
                </c:pt>
                <c:pt idx="12833">
                  <c:v>0</c:v>
                </c:pt>
                <c:pt idx="12834">
                  <c:v>0</c:v>
                </c:pt>
                <c:pt idx="12835">
                  <c:v>35</c:v>
                </c:pt>
                <c:pt idx="12836">
                  <c:v>40</c:v>
                </c:pt>
                <c:pt idx="12837">
                  <c:v>2</c:v>
                </c:pt>
                <c:pt idx="12838">
                  <c:v>126</c:v>
                </c:pt>
                <c:pt idx="12839">
                  <c:v>60</c:v>
                </c:pt>
                <c:pt idx="12840">
                  <c:v>189</c:v>
                </c:pt>
                <c:pt idx="12841">
                  <c:v>0</c:v>
                </c:pt>
                <c:pt idx="12842">
                  <c:v>6</c:v>
                </c:pt>
                <c:pt idx="12843">
                  <c:v>30</c:v>
                </c:pt>
                <c:pt idx="12844">
                  <c:v>11</c:v>
                </c:pt>
                <c:pt idx="12845">
                  <c:v>0</c:v>
                </c:pt>
                <c:pt idx="12846">
                  <c:v>1</c:v>
                </c:pt>
                <c:pt idx="12847">
                  <c:v>0</c:v>
                </c:pt>
                <c:pt idx="12848">
                  <c:v>56</c:v>
                </c:pt>
                <c:pt idx="12849">
                  <c:v>0</c:v>
                </c:pt>
                <c:pt idx="12850">
                  <c:v>12</c:v>
                </c:pt>
                <c:pt idx="12851">
                  <c:v>3</c:v>
                </c:pt>
                <c:pt idx="12852">
                  <c:v>0</c:v>
                </c:pt>
                <c:pt idx="12853">
                  <c:v>120</c:v>
                </c:pt>
                <c:pt idx="12854">
                  <c:v>50</c:v>
                </c:pt>
                <c:pt idx="12855">
                  <c:v>60</c:v>
                </c:pt>
                <c:pt idx="12856">
                  <c:v>0</c:v>
                </c:pt>
                <c:pt idx="12857">
                  <c:v>0</c:v>
                </c:pt>
                <c:pt idx="12858">
                  <c:v>160</c:v>
                </c:pt>
                <c:pt idx="12859">
                  <c:v>0</c:v>
                </c:pt>
                <c:pt idx="12860">
                  <c:v>8</c:v>
                </c:pt>
                <c:pt idx="12861">
                  <c:v>31</c:v>
                </c:pt>
                <c:pt idx="12862">
                  <c:v>88</c:v>
                </c:pt>
                <c:pt idx="12863">
                  <c:v>128</c:v>
                </c:pt>
                <c:pt idx="12864">
                  <c:v>4</c:v>
                </c:pt>
                <c:pt idx="12865">
                  <c:v>2</c:v>
                </c:pt>
                <c:pt idx="12866">
                  <c:v>21</c:v>
                </c:pt>
                <c:pt idx="12867">
                  <c:v>42</c:v>
                </c:pt>
                <c:pt idx="12868">
                  <c:v>0</c:v>
                </c:pt>
                <c:pt idx="12869">
                  <c:v>52</c:v>
                </c:pt>
                <c:pt idx="12870">
                  <c:v>30</c:v>
                </c:pt>
                <c:pt idx="12871">
                  <c:v>0</c:v>
                </c:pt>
                <c:pt idx="12872">
                  <c:v>0</c:v>
                </c:pt>
                <c:pt idx="12873">
                  <c:v>2</c:v>
                </c:pt>
                <c:pt idx="12874">
                  <c:v>1110</c:v>
                </c:pt>
                <c:pt idx="12875">
                  <c:v>17</c:v>
                </c:pt>
                <c:pt idx="12876">
                  <c:v>0</c:v>
                </c:pt>
                <c:pt idx="12877">
                  <c:v>48</c:v>
                </c:pt>
                <c:pt idx="12878">
                  <c:v>24</c:v>
                </c:pt>
                <c:pt idx="12879">
                  <c:v>10</c:v>
                </c:pt>
                <c:pt idx="12880">
                  <c:v>0</c:v>
                </c:pt>
                <c:pt idx="12881">
                  <c:v>0</c:v>
                </c:pt>
                <c:pt idx="12882">
                  <c:v>0</c:v>
                </c:pt>
                <c:pt idx="12883">
                  <c:v>65</c:v>
                </c:pt>
                <c:pt idx="12884">
                  <c:v>148</c:v>
                </c:pt>
                <c:pt idx="12885">
                  <c:v>31</c:v>
                </c:pt>
                <c:pt idx="12886">
                  <c:v>63</c:v>
                </c:pt>
                <c:pt idx="12887">
                  <c:v>0</c:v>
                </c:pt>
                <c:pt idx="12888">
                  <c:v>8</c:v>
                </c:pt>
                <c:pt idx="12889">
                  <c:v>0</c:v>
                </c:pt>
                <c:pt idx="12890">
                  <c:v>0</c:v>
                </c:pt>
                <c:pt idx="12891">
                  <c:v>42</c:v>
                </c:pt>
                <c:pt idx="12892">
                  <c:v>16</c:v>
                </c:pt>
                <c:pt idx="12893">
                  <c:v>112</c:v>
                </c:pt>
                <c:pt idx="12894">
                  <c:v>25</c:v>
                </c:pt>
                <c:pt idx="12895">
                  <c:v>24</c:v>
                </c:pt>
                <c:pt idx="12896">
                  <c:v>5</c:v>
                </c:pt>
                <c:pt idx="12897">
                  <c:v>36</c:v>
                </c:pt>
                <c:pt idx="12898">
                  <c:v>0</c:v>
                </c:pt>
                <c:pt idx="12899">
                  <c:v>84</c:v>
                </c:pt>
                <c:pt idx="12900">
                  <c:v>0</c:v>
                </c:pt>
                <c:pt idx="12901">
                  <c:v>0</c:v>
                </c:pt>
                <c:pt idx="12902">
                  <c:v>0</c:v>
                </c:pt>
                <c:pt idx="12903">
                  <c:v>0</c:v>
                </c:pt>
                <c:pt idx="12904">
                  <c:v>0</c:v>
                </c:pt>
                <c:pt idx="12905">
                  <c:v>50</c:v>
                </c:pt>
                <c:pt idx="12906">
                  <c:v>0</c:v>
                </c:pt>
                <c:pt idx="12907">
                  <c:v>0</c:v>
                </c:pt>
                <c:pt idx="12908">
                  <c:v>7</c:v>
                </c:pt>
                <c:pt idx="12909">
                  <c:v>5</c:v>
                </c:pt>
                <c:pt idx="12910">
                  <c:v>7</c:v>
                </c:pt>
                <c:pt idx="12911">
                  <c:v>3</c:v>
                </c:pt>
                <c:pt idx="12912">
                  <c:v>0</c:v>
                </c:pt>
                <c:pt idx="12913">
                  <c:v>12</c:v>
                </c:pt>
                <c:pt idx="12914">
                  <c:v>216</c:v>
                </c:pt>
                <c:pt idx="12915">
                  <c:v>15</c:v>
                </c:pt>
                <c:pt idx="12916">
                  <c:v>0</c:v>
                </c:pt>
                <c:pt idx="12917">
                  <c:v>42</c:v>
                </c:pt>
                <c:pt idx="12918">
                  <c:v>210</c:v>
                </c:pt>
                <c:pt idx="12919">
                  <c:v>180</c:v>
                </c:pt>
                <c:pt idx="12920">
                  <c:v>0</c:v>
                </c:pt>
                <c:pt idx="12921">
                  <c:v>8</c:v>
                </c:pt>
                <c:pt idx="12922">
                  <c:v>0</c:v>
                </c:pt>
                <c:pt idx="12923">
                  <c:v>0</c:v>
                </c:pt>
                <c:pt idx="12924">
                  <c:v>0</c:v>
                </c:pt>
                <c:pt idx="12925">
                  <c:v>0</c:v>
                </c:pt>
                <c:pt idx="12926">
                  <c:v>0</c:v>
                </c:pt>
                <c:pt idx="12927">
                  <c:v>0</c:v>
                </c:pt>
                <c:pt idx="12928">
                  <c:v>0</c:v>
                </c:pt>
                <c:pt idx="12929">
                  <c:v>100</c:v>
                </c:pt>
                <c:pt idx="12930">
                  <c:v>0</c:v>
                </c:pt>
                <c:pt idx="12931">
                  <c:v>0</c:v>
                </c:pt>
                <c:pt idx="12932">
                  <c:v>0</c:v>
                </c:pt>
                <c:pt idx="12933">
                  <c:v>0</c:v>
                </c:pt>
                <c:pt idx="12934">
                  <c:v>0</c:v>
                </c:pt>
                <c:pt idx="12935">
                  <c:v>70</c:v>
                </c:pt>
                <c:pt idx="12936">
                  <c:v>87</c:v>
                </c:pt>
                <c:pt idx="12937">
                  <c:v>0</c:v>
                </c:pt>
                <c:pt idx="12938">
                  <c:v>0</c:v>
                </c:pt>
                <c:pt idx="12939">
                  <c:v>21</c:v>
                </c:pt>
                <c:pt idx="12940">
                  <c:v>0</c:v>
                </c:pt>
                <c:pt idx="12941">
                  <c:v>0</c:v>
                </c:pt>
                <c:pt idx="12942">
                  <c:v>52</c:v>
                </c:pt>
                <c:pt idx="12943">
                  <c:v>0</c:v>
                </c:pt>
                <c:pt idx="12944">
                  <c:v>55</c:v>
                </c:pt>
                <c:pt idx="12945">
                  <c:v>14</c:v>
                </c:pt>
                <c:pt idx="12946">
                  <c:v>210</c:v>
                </c:pt>
                <c:pt idx="12947">
                  <c:v>28</c:v>
                </c:pt>
                <c:pt idx="12948">
                  <c:v>22</c:v>
                </c:pt>
                <c:pt idx="12949">
                  <c:v>0</c:v>
                </c:pt>
                <c:pt idx="12950">
                  <c:v>4</c:v>
                </c:pt>
                <c:pt idx="12951">
                  <c:v>0</c:v>
                </c:pt>
                <c:pt idx="12952">
                  <c:v>0</c:v>
                </c:pt>
                <c:pt idx="12953">
                  <c:v>0</c:v>
                </c:pt>
                <c:pt idx="12954">
                  <c:v>1</c:v>
                </c:pt>
                <c:pt idx="12955">
                  <c:v>18</c:v>
                </c:pt>
                <c:pt idx="12956">
                  <c:v>0</c:v>
                </c:pt>
                <c:pt idx="12957">
                  <c:v>42</c:v>
                </c:pt>
                <c:pt idx="12958">
                  <c:v>0</c:v>
                </c:pt>
                <c:pt idx="12959">
                  <c:v>30</c:v>
                </c:pt>
                <c:pt idx="12960">
                  <c:v>39</c:v>
                </c:pt>
                <c:pt idx="12961">
                  <c:v>0</c:v>
                </c:pt>
                <c:pt idx="12962">
                  <c:v>120</c:v>
                </c:pt>
                <c:pt idx="12963">
                  <c:v>68</c:v>
                </c:pt>
                <c:pt idx="12964">
                  <c:v>72</c:v>
                </c:pt>
                <c:pt idx="12965">
                  <c:v>147</c:v>
                </c:pt>
                <c:pt idx="12966">
                  <c:v>60</c:v>
                </c:pt>
                <c:pt idx="12967">
                  <c:v>1</c:v>
                </c:pt>
                <c:pt idx="12968">
                  <c:v>0</c:v>
                </c:pt>
                <c:pt idx="12969">
                  <c:v>0</c:v>
                </c:pt>
                <c:pt idx="12970">
                  <c:v>18</c:v>
                </c:pt>
                <c:pt idx="12971">
                  <c:v>0</c:v>
                </c:pt>
                <c:pt idx="12972">
                  <c:v>8</c:v>
                </c:pt>
                <c:pt idx="12973">
                  <c:v>13</c:v>
                </c:pt>
                <c:pt idx="12974">
                  <c:v>0</c:v>
                </c:pt>
                <c:pt idx="12975">
                  <c:v>44</c:v>
                </c:pt>
                <c:pt idx="12976">
                  <c:v>26</c:v>
                </c:pt>
                <c:pt idx="12977">
                  <c:v>0</c:v>
                </c:pt>
                <c:pt idx="12978">
                  <c:v>180</c:v>
                </c:pt>
                <c:pt idx="12979">
                  <c:v>0</c:v>
                </c:pt>
                <c:pt idx="12980">
                  <c:v>0</c:v>
                </c:pt>
                <c:pt idx="12981">
                  <c:v>0</c:v>
                </c:pt>
                <c:pt idx="12982">
                  <c:v>120</c:v>
                </c:pt>
                <c:pt idx="12983">
                  <c:v>0</c:v>
                </c:pt>
                <c:pt idx="12984">
                  <c:v>8</c:v>
                </c:pt>
                <c:pt idx="12985">
                  <c:v>0</c:v>
                </c:pt>
                <c:pt idx="12986">
                  <c:v>0</c:v>
                </c:pt>
                <c:pt idx="12987">
                  <c:v>0</c:v>
                </c:pt>
                <c:pt idx="12988">
                  <c:v>0</c:v>
                </c:pt>
                <c:pt idx="12989">
                  <c:v>0</c:v>
                </c:pt>
                <c:pt idx="12990">
                  <c:v>1</c:v>
                </c:pt>
                <c:pt idx="12991">
                  <c:v>0</c:v>
                </c:pt>
                <c:pt idx="12992">
                  <c:v>0</c:v>
                </c:pt>
                <c:pt idx="12993">
                  <c:v>0</c:v>
                </c:pt>
                <c:pt idx="12994">
                  <c:v>56</c:v>
                </c:pt>
                <c:pt idx="12995">
                  <c:v>0</c:v>
                </c:pt>
                <c:pt idx="12996">
                  <c:v>2</c:v>
                </c:pt>
                <c:pt idx="12997">
                  <c:v>0</c:v>
                </c:pt>
                <c:pt idx="12998">
                  <c:v>42</c:v>
                </c:pt>
                <c:pt idx="12999">
                  <c:v>180</c:v>
                </c:pt>
                <c:pt idx="13000">
                  <c:v>14</c:v>
                </c:pt>
                <c:pt idx="13001">
                  <c:v>180</c:v>
                </c:pt>
                <c:pt idx="13002">
                  <c:v>162</c:v>
                </c:pt>
                <c:pt idx="13003">
                  <c:v>140</c:v>
                </c:pt>
                <c:pt idx="13004">
                  <c:v>0</c:v>
                </c:pt>
                <c:pt idx="13005">
                  <c:v>0</c:v>
                </c:pt>
                <c:pt idx="13006">
                  <c:v>30</c:v>
                </c:pt>
                <c:pt idx="13007">
                  <c:v>52</c:v>
                </c:pt>
                <c:pt idx="13008">
                  <c:v>10</c:v>
                </c:pt>
                <c:pt idx="13009">
                  <c:v>32</c:v>
                </c:pt>
                <c:pt idx="13010">
                  <c:v>0</c:v>
                </c:pt>
                <c:pt idx="13011">
                  <c:v>168</c:v>
                </c:pt>
                <c:pt idx="13012">
                  <c:v>56</c:v>
                </c:pt>
                <c:pt idx="13013">
                  <c:v>31</c:v>
                </c:pt>
                <c:pt idx="13014">
                  <c:v>22</c:v>
                </c:pt>
                <c:pt idx="13015">
                  <c:v>15</c:v>
                </c:pt>
                <c:pt idx="13016">
                  <c:v>0</c:v>
                </c:pt>
                <c:pt idx="13017">
                  <c:v>63</c:v>
                </c:pt>
                <c:pt idx="13018">
                  <c:v>0</c:v>
                </c:pt>
                <c:pt idx="13019">
                  <c:v>0</c:v>
                </c:pt>
                <c:pt idx="13020">
                  <c:v>0</c:v>
                </c:pt>
                <c:pt idx="13021">
                  <c:v>0</c:v>
                </c:pt>
                <c:pt idx="13022">
                  <c:v>60</c:v>
                </c:pt>
                <c:pt idx="13023">
                  <c:v>25</c:v>
                </c:pt>
                <c:pt idx="13024">
                  <c:v>15</c:v>
                </c:pt>
                <c:pt idx="13025">
                  <c:v>2</c:v>
                </c:pt>
                <c:pt idx="13026">
                  <c:v>0</c:v>
                </c:pt>
                <c:pt idx="13027">
                  <c:v>56</c:v>
                </c:pt>
                <c:pt idx="13028">
                  <c:v>0</c:v>
                </c:pt>
                <c:pt idx="13029">
                  <c:v>7</c:v>
                </c:pt>
                <c:pt idx="13030">
                  <c:v>54</c:v>
                </c:pt>
                <c:pt idx="13031">
                  <c:v>16</c:v>
                </c:pt>
                <c:pt idx="13032">
                  <c:v>1</c:v>
                </c:pt>
                <c:pt idx="13033">
                  <c:v>0</c:v>
                </c:pt>
                <c:pt idx="13034">
                  <c:v>3</c:v>
                </c:pt>
                <c:pt idx="13035">
                  <c:v>0</c:v>
                </c:pt>
                <c:pt idx="13036">
                  <c:v>102</c:v>
                </c:pt>
                <c:pt idx="13037">
                  <c:v>28</c:v>
                </c:pt>
                <c:pt idx="13038">
                  <c:v>1</c:v>
                </c:pt>
                <c:pt idx="13039">
                  <c:v>0</c:v>
                </c:pt>
                <c:pt idx="13040">
                  <c:v>37</c:v>
                </c:pt>
                <c:pt idx="13041">
                  <c:v>18</c:v>
                </c:pt>
                <c:pt idx="13042">
                  <c:v>0</c:v>
                </c:pt>
                <c:pt idx="13043">
                  <c:v>9</c:v>
                </c:pt>
                <c:pt idx="13044">
                  <c:v>0</c:v>
                </c:pt>
                <c:pt idx="13045">
                  <c:v>64</c:v>
                </c:pt>
                <c:pt idx="13046">
                  <c:v>14</c:v>
                </c:pt>
                <c:pt idx="13047">
                  <c:v>37</c:v>
                </c:pt>
                <c:pt idx="13048">
                  <c:v>32</c:v>
                </c:pt>
                <c:pt idx="13049">
                  <c:v>0</c:v>
                </c:pt>
                <c:pt idx="13050">
                  <c:v>0</c:v>
                </c:pt>
                <c:pt idx="13051">
                  <c:v>5</c:v>
                </c:pt>
                <c:pt idx="13052">
                  <c:v>4</c:v>
                </c:pt>
                <c:pt idx="13053">
                  <c:v>30</c:v>
                </c:pt>
                <c:pt idx="13054">
                  <c:v>0</c:v>
                </c:pt>
                <c:pt idx="13055">
                  <c:v>0</c:v>
                </c:pt>
                <c:pt idx="13056">
                  <c:v>48</c:v>
                </c:pt>
                <c:pt idx="13057">
                  <c:v>28</c:v>
                </c:pt>
                <c:pt idx="13058">
                  <c:v>240</c:v>
                </c:pt>
                <c:pt idx="13059">
                  <c:v>0</c:v>
                </c:pt>
                <c:pt idx="13060">
                  <c:v>0</c:v>
                </c:pt>
                <c:pt idx="13061">
                  <c:v>112</c:v>
                </c:pt>
                <c:pt idx="13062">
                  <c:v>28</c:v>
                </c:pt>
                <c:pt idx="13063">
                  <c:v>3</c:v>
                </c:pt>
                <c:pt idx="13064">
                  <c:v>0</c:v>
                </c:pt>
                <c:pt idx="13065">
                  <c:v>0</c:v>
                </c:pt>
                <c:pt idx="13066">
                  <c:v>4</c:v>
                </c:pt>
                <c:pt idx="13067">
                  <c:v>0</c:v>
                </c:pt>
                <c:pt idx="13068">
                  <c:v>0</c:v>
                </c:pt>
                <c:pt idx="13069">
                  <c:v>30</c:v>
                </c:pt>
                <c:pt idx="13070">
                  <c:v>1</c:v>
                </c:pt>
                <c:pt idx="13071">
                  <c:v>3</c:v>
                </c:pt>
                <c:pt idx="13072">
                  <c:v>70</c:v>
                </c:pt>
                <c:pt idx="13073">
                  <c:v>12</c:v>
                </c:pt>
                <c:pt idx="13074">
                  <c:v>0</c:v>
                </c:pt>
                <c:pt idx="13075">
                  <c:v>0</c:v>
                </c:pt>
                <c:pt idx="13076">
                  <c:v>0</c:v>
                </c:pt>
                <c:pt idx="13077">
                  <c:v>0</c:v>
                </c:pt>
                <c:pt idx="13078">
                  <c:v>55</c:v>
                </c:pt>
                <c:pt idx="13079">
                  <c:v>32</c:v>
                </c:pt>
                <c:pt idx="13080">
                  <c:v>0</c:v>
                </c:pt>
                <c:pt idx="13081">
                  <c:v>0</c:v>
                </c:pt>
                <c:pt idx="13082">
                  <c:v>0</c:v>
                </c:pt>
                <c:pt idx="13083">
                  <c:v>10</c:v>
                </c:pt>
                <c:pt idx="13084">
                  <c:v>28</c:v>
                </c:pt>
                <c:pt idx="13085">
                  <c:v>0</c:v>
                </c:pt>
                <c:pt idx="13086">
                  <c:v>20</c:v>
                </c:pt>
                <c:pt idx="13087">
                  <c:v>0</c:v>
                </c:pt>
                <c:pt idx="13088">
                  <c:v>21</c:v>
                </c:pt>
                <c:pt idx="13089">
                  <c:v>0</c:v>
                </c:pt>
                <c:pt idx="13090">
                  <c:v>0</c:v>
                </c:pt>
                <c:pt idx="13091">
                  <c:v>0</c:v>
                </c:pt>
                <c:pt idx="13092">
                  <c:v>0</c:v>
                </c:pt>
                <c:pt idx="13093">
                  <c:v>0</c:v>
                </c:pt>
                <c:pt idx="13094">
                  <c:v>0</c:v>
                </c:pt>
                <c:pt idx="13095">
                  <c:v>18</c:v>
                </c:pt>
                <c:pt idx="13096">
                  <c:v>150</c:v>
                </c:pt>
                <c:pt idx="13097">
                  <c:v>12</c:v>
                </c:pt>
                <c:pt idx="13098">
                  <c:v>0</c:v>
                </c:pt>
                <c:pt idx="13099">
                  <c:v>0</c:v>
                </c:pt>
                <c:pt idx="13100">
                  <c:v>100</c:v>
                </c:pt>
                <c:pt idx="13101">
                  <c:v>110</c:v>
                </c:pt>
                <c:pt idx="13102">
                  <c:v>1</c:v>
                </c:pt>
                <c:pt idx="13103">
                  <c:v>54</c:v>
                </c:pt>
                <c:pt idx="13104">
                  <c:v>38</c:v>
                </c:pt>
                <c:pt idx="13105">
                  <c:v>2</c:v>
                </c:pt>
                <c:pt idx="13106">
                  <c:v>3</c:v>
                </c:pt>
                <c:pt idx="13107">
                  <c:v>0</c:v>
                </c:pt>
                <c:pt idx="13108">
                  <c:v>12</c:v>
                </c:pt>
                <c:pt idx="13109">
                  <c:v>90</c:v>
                </c:pt>
                <c:pt idx="13110">
                  <c:v>0</c:v>
                </c:pt>
                <c:pt idx="13111">
                  <c:v>196</c:v>
                </c:pt>
                <c:pt idx="13112">
                  <c:v>152</c:v>
                </c:pt>
                <c:pt idx="13113">
                  <c:v>0</c:v>
                </c:pt>
                <c:pt idx="13114">
                  <c:v>0</c:v>
                </c:pt>
                <c:pt idx="13115">
                  <c:v>0</c:v>
                </c:pt>
                <c:pt idx="13116">
                  <c:v>168</c:v>
                </c:pt>
                <c:pt idx="13117">
                  <c:v>0</c:v>
                </c:pt>
                <c:pt idx="13118">
                  <c:v>0</c:v>
                </c:pt>
                <c:pt idx="13119">
                  <c:v>56</c:v>
                </c:pt>
                <c:pt idx="13120">
                  <c:v>18</c:v>
                </c:pt>
                <c:pt idx="13121">
                  <c:v>0</c:v>
                </c:pt>
                <c:pt idx="13122">
                  <c:v>78</c:v>
                </c:pt>
                <c:pt idx="13123">
                  <c:v>0</c:v>
                </c:pt>
                <c:pt idx="13124">
                  <c:v>56</c:v>
                </c:pt>
                <c:pt idx="13125">
                  <c:v>28</c:v>
                </c:pt>
                <c:pt idx="13126">
                  <c:v>15</c:v>
                </c:pt>
                <c:pt idx="13127">
                  <c:v>44</c:v>
                </c:pt>
                <c:pt idx="13128">
                  <c:v>36</c:v>
                </c:pt>
                <c:pt idx="13129">
                  <c:v>26</c:v>
                </c:pt>
                <c:pt idx="13130">
                  <c:v>60</c:v>
                </c:pt>
                <c:pt idx="13131">
                  <c:v>0</c:v>
                </c:pt>
                <c:pt idx="13132">
                  <c:v>0</c:v>
                </c:pt>
                <c:pt idx="13133">
                  <c:v>0</c:v>
                </c:pt>
                <c:pt idx="13134">
                  <c:v>28</c:v>
                </c:pt>
                <c:pt idx="13135">
                  <c:v>50</c:v>
                </c:pt>
                <c:pt idx="13136">
                  <c:v>43</c:v>
                </c:pt>
                <c:pt idx="13137">
                  <c:v>68</c:v>
                </c:pt>
                <c:pt idx="13138">
                  <c:v>25</c:v>
                </c:pt>
                <c:pt idx="13139">
                  <c:v>0</c:v>
                </c:pt>
                <c:pt idx="13140">
                  <c:v>168</c:v>
                </c:pt>
                <c:pt idx="13141">
                  <c:v>0</c:v>
                </c:pt>
                <c:pt idx="13142">
                  <c:v>7</c:v>
                </c:pt>
                <c:pt idx="13143">
                  <c:v>15</c:v>
                </c:pt>
                <c:pt idx="13144">
                  <c:v>15</c:v>
                </c:pt>
                <c:pt idx="13145">
                  <c:v>8</c:v>
                </c:pt>
                <c:pt idx="13146">
                  <c:v>4</c:v>
                </c:pt>
                <c:pt idx="13147">
                  <c:v>15</c:v>
                </c:pt>
                <c:pt idx="13148">
                  <c:v>53</c:v>
                </c:pt>
                <c:pt idx="13149">
                  <c:v>0</c:v>
                </c:pt>
                <c:pt idx="13150">
                  <c:v>0</c:v>
                </c:pt>
                <c:pt idx="13151">
                  <c:v>0</c:v>
                </c:pt>
                <c:pt idx="13152">
                  <c:v>5</c:v>
                </c:pt>
                <c:pt idx="13153">
                  <c:v>9</c:v>
                </c:pt>
                <c:pt idx="13154">
                  <c:v>0</c:v>
                </c:pt>
                <c:pt idx="13155">
                  <c:v>0</c:v>
                </c:pt>
                <c:pt idx="13156">
                  <c:v>84</c:v>
                </c:pt>
                <c:pt idx="13157">
                  <c:v>0</c:v>
                </c:pt>
                <c:pt idx="13158">
                  <c:v>60</c:v>
                </c:pt>
                <c:pt idx="13159">
                  <c:v>0</c:v>
                </c:pt>
                <c:pt idx="13160">
                  <c:v>28</c:v>
                </c:pt>
                <c:pt idx="13161">
                  <c:v>31</c:v>
                </c:pt>
                <c:pt idx="13162">
                  <c:v>16</c:v>
                </c:pt>
                <c:pt idx="13163">
                  <c:v>21</c:v>
                </c:pt>
                <c:pt idx="13164">
                  <c:v>0</c:v>
                </c:pt>
                <c:pt idx="13165">
                  <c:v>0</c:v>
                </c:pt>
                <c:pt idx="13166">
                  <c:v>32</c:v>
                </c:pt>
                <c:pt idx="13167">
                  <c:v>32</c:v>
                </c:pt>
                <c:pt idx="13168">
                  <c:v>0</c:v>
                </c:pt>
                <c:pt idx="13169">
                  <c:v>38</c:v>
                </c:pt>
                <c:pt idx="13170">
                  <c:v>480</c:v>
                </c:pt>
                <c:pt idx="13171">
                  <c:v>0</c:v>
                </c:pt>
                <c:pt idx="13172">
                  <c:v>100</c:v>
                </c:pt>
                <c:pt idx="13173">
                  <c:v>50</c:v>
                </c:pt>
                <c:pt idx="13174">
                  <c:v>0</c:v>
                </c:pt>
                <c:pt idx="13175">
                  <c:v>0</c:v>
                </c:pt>
                <c:pt idx="13176">
                  <c:v>0</c:v>
                </c:pt>
                <c:pt idx="13177">
                  <c:v>105</c:v>
                </c:pt>
                <c:pt idx="13178">
                  <c:v>14</c:v>
                </c:pt>
                <c:pt idx="13179">
                  <c:v>50</c:v>
                </c:pt>
                <c:pt idx="13180">
                  <c:v>18</c:v>
                </c:pt>
                <c:pt idx="13181">
                  <c:v>1</c:v>
                </c:pt>
                <c:pt idx="13182">
                  <c:v>25</c:v>
                </c:pt>
                <c:pt idx="13183">
                  <c:v>0</c:v>
                </c:pt>
                <c:pt idx="13184">
                  <c:v>124</c:v>
                </c:pt>
                <c:pt idx="13185">
                  <c:v>0</c:v>
                </c:pt>
                <c:pt idx="13186">
                  <c:v>41</c:v>
                </c:pt>
                <c:pt idx="13187">
                  <c:v>2</c:v>
                </c:pt>
                <c:pt idx="13188">
                  <c:v>7</c:v>
                </c:pt>
                <c:pt idx="13189">
                  <c:v>11</c:v>
                </c:pt>
                <c:pt idx="13190">
                  <c:v>0</c:v>
                </c:pt>
                <c:pt idx="13191">
                  <c:v>0</c:v>
                </c:pt>
                <c:pt idx="13192">
                  <c:v>56</c:v>
                </c:pt>
                <c:pt idx="13193">
                  <c:v>100</c:v>
                </c:pt>
                <c:pt idx="13194">
                  <c:v>22</c:v>
                </c:pt>
                <c:pt idx="13195">
                  <c:v>12</c:v>
                </c:pt>
                <c:pt idx="13196">
                  <c:v>11</c:v>
                </c:pt>
                <c:pt idx="13197">
                  <c:v>75</c:v>
                </c:pt>
                <c:pt idx="13198">
                  <c:v>81</c:v>
                </c:pt>
                <c:pt idx="13199">
                  <c:v>19</c:v>
                </c:pt>
                <c:pt idx="13200">
                  <c:v>16</c:v>
                </c:pt>
                <c:pt idx="13201">
                  <c:v>50</c:v>
                </c:pt>
                <c:pt idx="13202">
                  <c:v>84</c:v>
                </c:pt>
                <c:pt idx="13203">
                  <c:v>14</c:v>
                </c:pt>
                <c:pt idx="13204">
                  <c:v>14</c:v>
                </c:pt>
                <c:pt idx="13205">
                  <c:v>210</c:v>
                </c:pt>
                <c:pt idx="13206">
                  <c:v>0</c:v>
                </c:pt>
                <c:pt idx="13207">
                  <c:v>180</c:v>
                </c:pt>
                <c:pt idx="13208">
                  <c:v>20</c:v>
                </c:pt>
                <c:pt idx="13209">
                  <c:v>8</c:v>
                </c:pt>
                <c:pt idx="13210">
                  <c:v>56</c:v>
                </c:pt>
                <c:pt idx="13211">
                  <c:v>56</c:v>
                </c:pt>
                <c:pt idx="13212">
                  <c:v>1</c:v>
                </c:pt>
                <c:pt idx="13213">
                  <c:v>0</c:v>
                </c:pt>
                <c:pt idx="13214">
                  <c:v>96</c:v>
                </c:pt>
                <c:pt idx="13215">
                  <c:v>3</c:v>
                </c:pt>
                <c:pt idx="13216">
                  <c:v>2</c:v>
                </c:pt>
                <c:pt idx="13217">
                  <c:v>0</c:v>
                </c:pt>
                <c:pt idx="13218">
                  <c:v>0</c:v>
                </c:pt>
                <c:pt idx="13219">
                  <c:v>0</c:v>
                </c:pt>
                <c:pt idx="13220">
                  <c:v>55</c:v>
                </c:pt>
                <c:pt idx="13221">
                  <c:v>6</c:v>
                </c:pt>
                <c:pt idx="13222">
                  <c:v>9</c:v>
                </c:pt>
                <c:pt idx="13223">
                  <c:v>0</c:v>
                </c:pt>
                <c:pt idx="13224">
                  <c:v>6</c:v>
                </c:pt>
                <c:pt idx="13225">
                  <c:v>15</c:v>
                </c:pt>
                <c:pt idx="13226">
                  <c:v>28</c:v>
                </c:pt>
                <c:pt idx="13227">
                  <c:v>0</c:v>
                </c:pt>
                <c:pt idx="13228">
                  <c:v>50</c:v>
                </c:pt>
                <c:pt idx="13229">
                  <c:v>1</c:v>
                </c:pt>
                <c:pt idx="13230">
                  <c:v>60</c:v>
                </c:pt>
                <c:pt idx="13231">
                  <c:v>80</c:v>
                </c:pt>
                <c:pt idx="13232">
                  <c:v>25</c:v>
                </c:pt>
                <c:pt idx="13233">
                  <c:v>9</c:v>
                </c:pt>
                <c:pt idx="13234">
                  <c:v>28</c:v>
                </c:pt>
                <c:pt idx="13235">
                  <c:v>0</c:v>
                </c:pt>
                <c:pt idx="13236">
                  <c:v>141</c:v>
                </c:pt>
                <c:pt idx="13237">
                  <c:v>75</c:v>
                </c:pt>
                <c:pt idx="13238">
                  <c:v>2</c:v>
                </c:pt>
                <c:pt idx="13239">
                  <c:v>6</c:v>
                </c:pt>
                <c:pt idx="13240">
                  <c:v>35</c:v>
                </c:pt>
                <c:pt idx="13241">
                  <c:v>35</c:v>
                </c:pt>
                <c:pt idx="13242">
                  <c:v>40</c:v>
                </c:pt>
                <c:pt idx="13243">
                  <c:v>0</c:v>
                </c:pt>
                <c:pt idx="13244">
                  <c:v>0</c:v>
                </c:pt>
                <c:pt idx="13245">
                  <c:v>84</c:v>
                </c:pt>
                <c:pt idx="13246">
                  <c:v>0</c:v>
                </c:pt>
                <c:pt idx="13247">
                  <c:v>0</c:v>
                </c:pt>
                <c:pt idx="13248">
                  <c:v>0</c:v>
                </c:pt>
                <c:pt idx="13249">
                  <c:v>8</c:v>
                </c:pt>
                <c:pt idx="13250">
                  <c:v>1</c:v>
                </c:pt>
                <c:pt idx="13251">
                  <c:v>79</c:v>
                </c:pt>
                <c:pt idx="13252">
                  <c:v>0</c:v>
                </c:pt>
                <c:pt idx="13253">
                  <c:v>44</c:v>
                </c:pt>
                <c:pt idx="13254">
                  <c:v>87</c:v>
                </c:pt>
                <c:pt idx="13255">
                  <c:v>308</c:v>
                </c:pt>
                <c:pt idx="13256">
                  <c:v>0</c:v>
                </c:pt>
                <c:pt idx="13257">
                  <c:v>315</c:v>
                </c:pt>
                <c:pt idx="13258">
                  <c:v>0</c:v>
                </c:pt>
                <c:pt idx="13259">
                  <c:v>0</c:v>
                </c:pt>
                <c:pt idx="13260">
                  <c:v>76</c:v>
                </c:pt>
                <c:pt idx="13261">
                  <c:v>0</c:v>
                </c:pt>
                <c:pt idx="13262">
                  <c:v>0</c:v>
                </c:pt>
                <c:pt idx="13263">
                  <c:v>0</c:v>
                </c:pt>
                <c:pt idx="13264">
                  <c:v>0</c:v>
                </c:pt>
                <c:pt idx="13265">
                  <c:v>0</c:v>
                </c:pt>
                <c:pt idx="13266">
                  <c:v>1</c:v>
                </c:pt>
                <c:pt idx="13267">
                  <c:v>7</c:v>
                </c:pt>
                <c:pt idx="13268">
                  <c:v>26</c:v>
                </c:pt>
                <c:pt idx="13269">
                  <c:v>0</c:v>
                </c:pt>
                <c:pt idx="13270">
                  <c:v>155</c:v>
                </c:pt>
                <c:pt idx="13271">
                  <c:v>15</c:v>
                </c:pt>
                <c:pt idx="13272">
                  <c:v>30</c:v>
                </c:pt>
                <c:pt idx="13273">
                  <c:v>504</c:v>
                </c:pt>
                <c:pt idx="13274">
                  <c:v>28</c:v>
                </c:pt>
                <c:pt idx="13275">
                  <c:v>120</c:v>
                </c:pt>
                <c:pt idx="13276">
                  <c:v>240</c:v>
                </c:pt>
                <c:pt idx="13277">
                  <c:v>62</c:v>
                </c:pt>
                <c:pt idx="13278">
                  <c:v>0</c:v>
                </c:pt>
                <c:pt idx="13279">
                  <c:v>5</c:v>
                </c:pt>
                <c:pt idx="13280">
                  <c:v>53</c:v>
                </c:pt>
                <c:pt idx="13281">
                  <c:v>0</c:v>
                </c:pt>
                <c:pt idx="13282">
                  <c:v>4</c:v>
                </c:pt>
                <c:pt idx="13283">
                  <c:v>3</c:v>
                </c:pt>
                <c:pt idx="13284">
                  <c:v>2</c:v>
                </c:pt>
                <c:pt idx="13285">
                  <c:v>46</c:v>
                </c:pt>
                <c:pt idx="13286">
                  <c:v>44</c:v>
                </c:pt>
                <c:pt idx="13287">
                  <c:v>5</c:v>
                </c:pt>
                <c:pt idx="13288">
                  <c:v>0</c:v>
                </c:pt>
                <c:pt idx="13289">
                  <c:v>16</c:v>
                </c:pt>
                <c:pt idx="13290">
                  <c:v>1</c:v>
                </c:pt>
                <c:pt idx="13291">
                  <c:v>0</c:v>
                </c:pt>
                <c:pt idx="13292">
                  <c:v>0</c:v>
                </c:pt>
                <c:pt idx="13293">
                  <c:v>0</c:v>
                </c:pt>
                <c:pt idx="13294">
                  <c:v>0</c:v>
                </c:pt>
                <c:pt idx="13295">
                  <c:v>0</c:v>
                </c:pt>
                <c:pt idx="13296">
                  <c:v>0</c:v>
                </c:pt>
                <c:pt idx="13297">
                  <c:v>1</c:v>
                </c:pt>
                <c:pt idx="13298">
                  <c:v>1</c:v>
                </c:pt>
                <c:pt idx="13299">
                  <c:v>10</c:v>
                </c:pt>
                <c:pt idx="13300">
                  <c:v>0</c:v>
                </c:pt>
                <c:pt idx="13301">
                  <c:v>0</c:v>
                </c:pt>
                <c:pt idx="13302">
                  <c:v>10</c:v>
                </c:pt>
                <c:pt idx="13303">
                  <c:v>0</c:v>
                </c:pt>
                <c:pt idx="13304">
                  <c:v>0</c:v>
                </c:pt>
                <c:pt idx="13305">
                  <c:v>20</c:v>
                </c:pt>
                <c:pt idx="13306">
                  <c:v>0</c:v>
                </c:pt>
                <c:pt idx="13307">
                  <c:v>0</c:v>
                </c:pt>
                <c:pt idx="13308">
                  <c:v>450</c:v>
                </c:pt>
                <c:pt idx="13309">
                  <c:v>0</c:v>
                </c:pt>
                <c:pt idx="13310">
                  <c:v>36</c:v>
                </c:pt>
                <c:pt idx="13311">
                  <c:v>4</c:v>
                </c:pt>
                <c:pt idx="13312">
                  <c:v>147</c:v>
                </c:pt>
                <c:pt idx="13313">
                  <c:v>104</c:v>
                </c:pt>
                <c:pt idx="13314">
                  <c:v>20</c:v>
                </c:pt>
                <c:pt idx="13315">
                  <c:v>0</c:v>
                </c:pt>
                <c:pt idx="13316">
                  <c:v>14</c:v>
                </c:pt>
                <c:pt idx="13317">
                  <c:v>0</c:v>
                </c:pt>
                <c:pt idx="13318">
                  <c:v>0</c:v>
                </c:pt>
                <c:pt idx="13319">
                  <c:v>16</c:v>
                </c:pt>
                <c:pt idx="13320">
                  <c:v>10</c:v>
                </c:pt>
                <c:pt idx="13321">
                  <c:v>3</c:v>
                </c:pt>
                <c:pt idx="13322">
                  <c:v>0</c:v>
                </c:pt>
                <c:pt idx="13323">
                  <c:v>1080</c:v>
                </c:pt>
                <c:pt idx="13324">
                  <c:v>0</c:v>
                </c:pt>
                <c:pt idx="13325">
                  <c:v>18</c:v>
                </c:pt>
                <c:pt idx="13326">
                  <c:v>81</c:v>
                </c:pt>
                <c:pt idx="13327">
                  <c:v>34</c:v>
                </c:pt>
                <c:pt idx="13328">
                  <c:v>20</c:v>
                </c:pt>
                <c:pt idx="13329">
                  <c:v>0</c:v>
                </c:pt>
                <c:pt idx="13330">
                  <c:v>45</c:v>
                </c:pt>
                <c:pt idx="13331">
                  <c:v>21</c:v>
                </c:pt>
                <c:pt idx="13332">
                  <c:v>210</c:v>
                </c:pt>
                <c:pt idx="13333">
                  <c:v>0</c:v>
                </c:pt>
                <c:pt idx="13334">
                  <c:v>150</c:v>
                </c:pt>
                <c:pt idx="13335">
                  <c:v>21</c:v>
                </c:pt>
                <c:pt idx="13336">
                  <c:v>91</c:v>
                </c:pt>
                <c:pt idx="13337">
                  <c:v>210</c:v>
                </c:pt>
                <c:pt idx="13338">
                  <c:v>18</c:v>
                </c:pt>
                <c:pt idx="13339">
                  <c:v>196</c:v>
                </c:pt>
                <c:pt idx="13340">
                  <c:v>84</c:v>
                </c:pt>
                <c:pt idx="13341">
                  <c:v>0</c:v>
                </c:pt>
                <c:pt idx="13342">
                  <c:v>0</c:v>
                </c:pt>
                <c:pt idx="13343">
                  <c:v>1</c:v>
                </c:pt>
                <c:pt idx="13344">
                  <c:v>52</c:v>
                </c:pt>
                <c:pt idx="13345">
                  <c:v>34</c:v>
                </c:pt>
                <c:pt idx="13346">
                  <c:v>4</c:v>
                </c:pt>
                <c:pt idx="13347">
                  <c:v>15</c:v>
                </c:pt>
                <c:pt idx="13348">
                  <c:v>33</c:v>
                </c:pt>
                <c:pt idx="13349">
                  <c:v>50</c:v>
                </c:pt>
                <c:pt idx="13350">
                  <c:v>0</c:v>
                </c:pt>
                <c:pt idx="13351">
                  <c:v>10</c:v>
                </c:pt>
                <c:pt idx="13352">
                  <c:v>0</c:v>
                </c:pt>
                <c:pt idx="13353">
                  <c:v>28</c:v>
                </c:pt>
                <c:pt idx="13354">
                  <c:v>30</c:v>
                </c:pt>
                <c:pt idx="13355">
                  <c:v>25</c:v>
                </c:pt>
                <c:pt idx="13356">
                  <c:v>25</c:v>
                </c:pt>
                <c:pt idx="13357">
                  <c:v>30</c:v>
                </c:pt>
                <c:pt idx="13358">
                  <c:v>6</c:v>
                </c:pt>
                <c:pt idx="13359">
                  <c:v>1</c:v>
                </c:pt>
                <c:pt idx="13360">
                  <c:v>32</c:v>
                </c:pt>
                <c:pt idx="13361">
                  <c:v>1</c:v>
                </c:pt>
                <c:pt idx="13362">
                  <c:v>150</c:v>
                </c:pt>
                <c:pt idx="13363">
                  <c:v>60</c:v>
                </c:pt>
                <c:pt idx="13364">
                  <c:v>28</c:v>
                </c:pt>
                <c:pt idx="13365">
                  <c:v>4</c:v>
                </c:pt>
                <c:pt idx="13366">
                  <c:v>72</c:v>
                </c:pt>
                <c:pt idx="13367">
                  <c:v>0</c:v>
                </c:pt>
                <c:pt idx="13368">
                  <c:v>0</c:v>
                </c:pt>
                <c:pt idx="13369">
                  <c:v>0</c:v>
                </c:pt>
                <c:pt idx="13370">
                  <c:v>32</c:v>
                </c:pt>
                <c:pt idx="13371">
                  <c:v>40</c:v>
                </c:pt>
                <c:pt idx="13372">
                  <c:v>50</c:v>
                </c:pt>
                <c:pt idx="13373">
                  <c:v>24</c:v>
                </c:pt>
                <c:pt idx="13374">
                  <c:v>60</c:v>
                </c:pt>
                <c:pt idx="13375">
                  <c:v>174</c:v>
                </c:pt>
                <c:pt idx="13376">
                  <c:v>0</c:v>
                </c:pt>
                <c:pt idx="13377">
                  <c:v>0</c:v>
                </c:pt>
                <c:pt idx="13378">
                  <c:v>1</c:v>
                </c:pt>
                <c:pt idx="13379">
                  <c:v>21</c:v>
                </c:pt>
                <c:pt idx="13380">
                  <c:v>24</c:v>
                </c:pt>
                <c:pt idx="13381">
                  <c:v>30</c:v>
                </c:pt>
                <c:pt idx="13382">
                  <c:v>33</c:v>
                </c:pt>
                <c:pt idx="13383">
                  <c:v>1</c:v>
                </c:pt>
                <c:pt idx="13384">
                  <c:v>8</c:v>
                </c:pt>
                <c:pt idx="13385">
                  <c:v>23</c:v>
                </c:pt>
                <c:pt idx="13386">
                  <c:v>165</c:v>
                </c:pt>
                <c:pt idx="13387">
                  <c:v>20</c:v>
                </c:pt>
                <c:pt idx="13388">
                  <c:v>0</c:v>
                </c:pt>
                <c:pt idx="13389">
                  <c:v>1</c:v>
                </c:pt>
                <c:pt idx="13390">
                  <c:v>4</c:v>
                </c:pt>
                <c:pt idx="13391">
                  <c:v>1</c:v>
                </c:pt>
                <c:pt idx="13392">
                  <c:v>0</c:v>
                </c:pt>
                <c:pt idx="13393">
                  <c:v>3</c:v>
                </c:pt>
                <c:pt idx="13394">
                  <c:v>39</c:v>
                </c:pt>
                <c:pt idx="13395">
                  <c:v>90</c:v>
                </c:pt>
                <c:pt idx="13396">
                  <c:v>42</c:v>
                </c:pt>
                <c:pt idx="13397">
                  <c:v>0</c:v>
                </c:pt>
                <c:pt idx="13398">
                  <c:v>0</c:v>
                </c:pt>
                <c:pt idx="13399">
                  <c:v>1</c:v>
                </c:pt>
                <c:pt idx="13400">
                  <c:v>0</c:v>
                </c:pt>
                <c:pt idx="13401">
                  <c:v>0</c:v>
                </c:pt>
                <c:pt idx="13402">
                  <c:v>0</c:v>
                </c:pt>
                <c:pt idx="13403">
                  <c:v>60</c:v>
                </c:pt>
                <c:pt idx="13404">
                  <c:v>112</c:v>
                </c:pt>
                <c:pt idx="13405">
                  <c:v>0</c:v>
                </c:pt>
                <c:pt idx="13406">
                  <c:v>0</c:v>
                </c:pt>
                <c:pt idx="13407">
                  <c:v>0</c:v>
                </c:pt>
                <c:pt idx="13408">
                  <c:v>0</c:v>
                </c:pt>
                <c:pt idx="13409">
                  <c:v>0</c:v>
                </c:pt>
                <c:pt idx="13410">
                  <c:v>0</c:v>
                </c:pt>
                <c:pt idx="13411">
                  <c:v>90</c:v>
                </c:pt>
                <c:pt idx="13412">
                  <c:v>0</c:v>
                </c:pt>
                <c:pt idx="13413">
                  <c:v>3</c:v>
                </c:pt>
                <c:pt idx="13414">
                  <c:v>26</c:v>
                </c:pt>
                <c:pt idx="13415">
                  <c:v>30</c:v>
                </c:pt>
                <c:pt idx="13416">
                  <c:v>0</c:v>
                </c:pt>
                <c:pt idx="13417">
                  <c:v>3</c:v>
                </c:pt>
                <c:pt idx="13418">
                  <c:v>0</c:v>
                </c:pt>
                <c:pt idx="13419">
                  <c:v>1</c:v>
                </c:pt>
                <c:pt idx="13420">
                  <c:v>68</c:v>
                </c:pt>
                <c:pt idx="13421">
                  <c:v>77</c:v>
                </c:pt>
                <c:pt idx="13422">
                  <c:v>76</c:v>
                </c:pt>
                <c:pt idx="13423">
                  <c:v>2</c:v>
                </c:pt>
                <c:pt idx="13424">
                  <c:v>30</c:v>
                </c:pt>
                <c:pt idx="13425">
                  <c:v>60</c:v>
                </c:pt>
                <c:pt idx="13426">
                  <c:v>126</c:v>
                </c:pt>
                <c:pt idx="13427">
                  <c:v>0</c:v>
                </c:pt>
                <c:pt idx="13428">
                  <c:v>10220</c:v>
                </c:pt>
                <c:pt idx="13429">
                  <c:v>0</c:v>
                </c:pt>
                <c:pt idx="13430">
                  <c:v>0</c:v>
                </c:pt>
                <c:pt idx="13431">
                  <c:v>2</c:v>
                </c:pt>
                <c:pt idx="13432">
                  <c:v>196</c:v>
                </c:pt>
                <c:pt idx="13433">
                  <c:v>2</c:v>
                </c:pt>
                <c:pt idx="13434">
                  <c:v>0</c:v>
                </c:pt>
                <c:pt idx="13435">
                  <c:v>6</c:v>
                </c:pt>
                <c:pt idx="13436">
                  <c:v>90</c:v>
                </c:pt>
                <c:pt idx="13437">
                  <c:v>1</c:v>
                </c:pt>
                <c:pt idx="13438">
                  <c:v>0</c:v>
                </c:pt>
                <c:pt idx="13439">
                  <c:v>58</c:v>
                </c:pt>
                <c:pt idx="13440">
                  <c:v>18</c:v>
                </c:pt>
                <c:pt idx="13441">
                  <c:v>7</c:v>
                </c:pt>
                <c:pt idx="13442">
                  <c:v>70</c:v>
                </c:pt>
                <c:pt idx="13443">
                  <c:v>3</c:v>
                </c:pt>
                <c:pt idx="13444">
                  <c:v>112</c:v>
                </c:pt>
                <c:pt idx="13445">
                  <c:v>70</c:v>
                </c:pt>
                <c:pt idx="13446">
                  <c:v>30</c:v>
                </c:pt>
                <c:pt idx="13447">
                  <c:v>0</c:v>
                </c:pt>
                <c:pt idx="13448">
                  <c:v>0</c:v>
                </c:pt>
                <c:pt idx="13449">
                  <c:v>25</c:v>
                </c:pt>
                <c:pt idx="13450">
                  <c:v>120</c:v>
                </c:pt>
                <c:pt idx="13451">
                  <c:v>0</c:v>
                </c:pt>
                <c:pt idx="13452">
                  <c:v>1</c:v>
                </c:pt>
                <c:pt idx="13453">
                  <c:v>0</c:v>
                </c:pt>
                <c:pt idx="13454">
                  <c:v>25</c:v>
                </c:pt>
                <c:pt idx="13455">
                  <c:v>35</c:v>
                </c:pt>
                <c:pt idx="13456">
                  <c:v>50</c:v>
                </c:pt>
                <c:pt idx="13457">
                  <c:v>102</c:v>
                </c:pt>
                <c:pt idx="13458">
                  <c:v>56</c:v>
                </c:pt>
                <c:pt idx="13459">
                  <c:v>196</c:v>
                </c:pt>
                <c:pt idx="13460">
                  <c:v>0</c:v>
                </c:pt>
                <c:pt idx="13461">
                  <c:v>15</c:v>
                </c:pt>
                <c:pt idx="13462">
                  <c:v>13</c:v>
                </c:pt>
                <c:pt idx="13463">
                  <c:v>38</c:v>
                </c:pt>
                <c:pt idx="13464">
                  <c:v>19</c:v>
                </c:pt>
                <c:pt idx="13465">
                  <c:v>18</c:v>
                </c:pt>
                <c:pt idx="13466">
                  <c:v>56</c:v>
                </c:pt>
                <c:pt idx="13467">
                  <c:v>12</c:v>
                </c:pt>
                <c:pt idx="13468">
                  <c:v>0</c:v>
                </c:pt>
                <c:pt idx="13469">
                  <c:v>120</c:v>
                </c:pt>
                <c:pt idx="13470">
                  <c:v>56</c:v>
                </c:pt>
                <c:pt idx="13471">
                  <c:v>0</c:v>
                </c:pt>
                <c:pt idx="13472">
                  <c:v>10</c:v>
                </c:pt>
                <c:pt idx="13473">
                  <c:v>30</c:v>
                </c:pt>
                <c:pt idx="13474">
                  <c:v>62</c:v>
                </c:pt>
                <c:pt idx="13475">
                  <c:v>16</c:v>
                </c:pt>
                <c:pt idx="13476">
                  <c:v>30</c:v>
                </c:pt>
                <c:pt idx="13477">
                  <c:v>120</c:v>
                </c:pt>
                <c:pt idx="13478">
                  <c:v>0</c:v>
                </c:pt>
                <c:pt idx="13479">
                  <c:v>0</c:v>
                </c:pt>
                <c:pt idx="13480">
                  <c:v>124</c:v>
                </c:pt>
                <c:pt idx="13481">
                  <c:v>17</c:v>
                </c:pt>
                <c:pt idx="13482">
                  <c:v>16</c:v>
                </c:pt>
                <c:pt idx="13483">
                  <c:v>12</c:v>
                </c:pt>
                <c:pt idx="13484">
                  <c:v>90</c:v>
                </c:pt>
                <c:pt idx="13485">
                  <c:v>0</c:v>
                </c:pt>
                <c:pt idx="13486">
                  <c:v>4</c:v>
                </c:pt>
                <c:pt idx="13487">
                  <c:v>0</c:v>
                </c:pt>
                <c:pt idx="13488">
                  <c:v>0</c:v>
                </c:pt>
                <c:pt idx="13489">
                  <c:v>0</c:v>
                </c:pt>
                <c:pt idx="13490">
                  <c:v>5</c:v>
                </c:pt>
                <c:pt idx="13491">
                  <c:v>1</c:v>
                </c:pt>
                <c:pt idx="13492">
                  <c:v>0</c:v>
                </c:pt>
                <c:pt idx="13493">
                  <c:v>1</c:v>
                </c:pt>
                <c:pt idx="13494">
                  <c:v>0</c:v>
                </c:pt>
                <c:pt idx="13495">
                  <c:v>0</c:v>
                </c:pt>
                <c:pt idx="13496">
                  <c:v>0</c:v>
                </c:pt>
                <c:pt idx="13497">
                  <c:v>90</c:v>
                </c:pt>
                <c:pt idx="13498">
                  <c:v>28</c:v>
                </c:pt>
                <c:pt idx="13499">
                  <c:v>0</c:v>
                </c:pt>
                <c:pt idx="13500">
                  <c:v>1</c:v>
                </c:pt>
                <c:pt idx="13501">
                  <c:v>20</c:v>
                </c:pt>
                <c:pt idx="13502">
                  <c:v>42</c:v>
                </c:pt>
                <c:pt idx="13503">
                  <c:v>12</c:v>
                </c:pt>
                <c:pt idx="13504">
                  <c:v>30</c:v>
                </c:pt>
                <c:pt idx="13505">
                  <c:v>240</c:v>
                </c:pt>
                <c:pt idx="13506">
                  <c:v>3</c:v>
                </c:pt>
                <c:pt idx="13507">
                  <c:v>20</c:v>
                </c:pt>
                <c:pt idx="13508">
                  <c:v>80</c:v>
                </c:pt>
                <c:pt idx="13509">
                  <c:v>60</c:v>
                </c:pt>
                <c:pt idx="13510">
                  <c:v>0</c:v>
                </c:pt>
                <c:pt idx="13511">
                  <c:v>25</c:v>
                </c:pt>
                <c:pt idx="13512">
                  <c:v>7</c:v>
                </c:pt>
                <c:pt idx="13513">
                  <c:v>0</c:v>
                </c:pt>
                <c:pt idx="13514">
                  <c:v>25</c:v>
                </c:pt>
                <c:pt idx="13515">
                  <c:v>0</c:v>
                </c:pt>
                <c:pt idx="13516">
                  <c:v>7</c:v>
                </c:pt>
                <c:pt idx="13517">
                  <c:v>150</c:v>
                </c:pt>
                <c:pt idx="13518">
                  <c:v>45</c:v>
                </c:pt>
                <c:pt idx="13519">
                  <c:v>0</c:v>
                </c:pt>
                <c:pt idx="13520">
                  <c:v>56</c:v>
                </c:pt>
                <c:pt idx="13521">
                  <c:v>0</c:v>
                </c:pt>
                <c:pt idx="13522">
                  <c:v>0</c:v>
                </c:pt>
                <c:pt idx="13523">
                  <c:v>168</c:v>
                </c:pt>
                <c:pt idx="13524">
                  <c:v>0</c:v>
                </c:pt>
                <c:pt idx="13525">
                  <c:v>75</c:v>
                </c:pt>
                <c:pt idx="13526">
                  <c:v>28</c:v>
                </c:pt>
                <c:pt idx="13527">
                  <c:v>9</c:v>
                </c:pt>
                <c:pt idx="13528">
                  <c:v>2</c:v>
                </c:pt>
                <c:pt idx="13529">
                  <c:v>9</c:v>
                </c:pt>
                <c:pt idx="13530">
                  <c:v>0</c:v>
                </c:pt>
                <c:pt idx="13531">
                  <c:v>19</c:v>
                </c:pt>
                <c:pt idx="13532">
                  <c:v>0</c:v>
                </c:pt>
                <c:pt idx="13533">
                  <c:v>0</c:v>
                </c:pt>
                <c:pt idx="13534">
                  <c:v>0</c:v>
                </c:pt>
                <c:pt idx="13535">
                  <c:v>2</c:v>
                </c:pt>
                <c:pt idx="13536">
                  <c:v>0</c:v>
                </c:pt>
                <c:pt idx="13537">
                  <c:v>0</c:v>
                </c:pt>
                <c:pt idx="13538">
                  <c:v>0</c:v>
                </c:pt>
                <c:pt idx="13539">
                  <c:v>3</c:v>
                </c:pt>
                <c:pt idx="13540">
                  <c:v>36</c:v>
                </c:pt>
                <c:pt idx="13541">
                  <c:v>19</c:v>
                </c:pt>
                <c:pt idx="13542">
                  <c:v>40</c:v>
                </c:pt>
                <c:pt idx="13543">
                  <c:v>40</c:v>
                </c:pt>
                <c:pt idx="13544">
                  <c:v>4</c:v>
                </c:pt>
                <c:pt idx="13545">
                  <c:v>3</c:v>
                </c:pt>
                <c:pt idx="13546">
                  <c:v>0</c:v>
                </c:pt>
                <c:pt idx="13547">
                  <c:v>2</c:v>
                </c:pt>
                <c:pt idx="13548">
                  <c:v>0</c:v>
                </c:pt>
                <c:pt idx="13549">
                  <c:v>0</c:v>
                </c:pt>
                <c:pt idx="13550">
                  <c:v>0</c:v>
                </c:pt>
                <c:pt idx="13551">
                  <c:v>76</c:v>
                </c:pt>
                <c:pt idx="13552">
                  <c:v>1</c:v>
                </c:pt>
                <c:pt idx="13553">
                  <c:v>0</c:v>
                </c:pt>
                <c:pt idx="13554">
                  <c:v>90</c:v>
                </c:pt>
                <c:pt idx="13555">
                  <c:v>0</c:v>
                </c:pt>
                <c:pt idx="13556">
                  <c:v>79</c:v>
                </c:pt>
                <c:pt idx="13557">
                  <c:v>0</c:v>
                </c:pt>
                <c:pt idx="13558">
                  <c:v>0</c:v>
                </c:pt>
                <c:pt idx="13559">
                  <c:v>3</c:v>
                </c:pt>
                <c:pt idx="13560">
                  <c:v>125</c:v>
                </c:pt>
                <c:pt idx="13561">
                  <c:v>60</c:v>
                </c:pt>
                <c:pt idx="13562">
                  <c:v>180</c:v>
                </c:pt>
                <c:pt idx="13563">
                  <c:v>0</c:v>
                </c:pt>
                <c:pt idx="13564">
                  <c:v>0</c:v>
                </c:pt>
                <c:pt idx="13565">
                  <c:v>0</c:v>
                </c:pt>
                <c:pt idx="13566">
                  <c:v>0</c:v>
                </c:pt>
                <c:pt idx="13567">
                  <c:v>2</c:v>
                </c:pt>
                <c:pt idx="13568">
                  <c:v>1</c:v>
                </c:pt>
                <c:pt idx="13569">
                  <c:v>6</c:v>
                </c:pt>
                <c:pt idx="13570">
                  <c:v>0</c:v>
                </c:pt>
                <c:pt idx="13571">
                  <c:v>1</c:v>
                </c:pt>
                <c:pt idx="13572">
                  <c:v>0</c:v>
                </c:pt>
                <c:pt idx="13573">
                  <c:v>1</c:v>
                </c:pt>
                <c:pt idx="13574">
                  <c:v>0</c:v>
                </c:pt>
                <c:pt idx="13575">
                  <c:v>0</c:v>
                </c:pt>
                <c:pt idx="13576">
                  <c:v>0</c:v>
                </c:pt>
                <c:pt idx="13577">
                  <c:v>24</c:v>
                </c:pt>
                <c:pt idx="13578">
                  <c:v>0</c:v>
                </c:pt>
                <c:pt idx="13579">
                  <c:v>84</c:v>
                </c:pt>
                <c:pt idx="13580">
                  <c:v>0</c:v>
                </c:pt>
                <c:pt idx="13581">
                  <c:v>42</c:v>
                </c:pt>
                <c:pt idx="13582">
                  <c:v>0</c:v>
                </c:pt>
                <c:pt idx="13583">
                  <c:v>65</c:v>
                </c:pt>
                <c:pt idx="13584">
                  <c:v>15</c:v>
                </c:pt>
                <c:pt idx="13585">
                  <c:v>160</c:v>
                </c:pt>
                <c:pt idx="13586">
                  <c:v>0</c:v>
                </c:pt>
                <c:pt idx="13587">
                  <c:v>2</c:v>
                </c:pt>
                <c:pt idx="13588">
                  <c:v>28</c:v>
                </c:pt>
                <c:pt idx="13589">
                  <c:v>15</c:v>
                </c:pt>
                <c:pt idx="13590">
                  <c:v>112</c:v>
                </c:pt>
                <c:pt idx="13591">
                  <c:v>0</c:v>
                </c:pt>
                <c:pt idx="13592">
                  <c:v>0</c:v>
                </c:pt>
                <c:pt idx="13593">
                  <c:v>56</c:v>
                </c:pt>
                <c:pt idx="13594">
                  <c:v>27</c:v>
                </c:pt>
                <c:pt idx="13595">
                  <c:v>45</c:v>
                </c:pt>
                <c:pt idx="13596">
                  <c:v>56</c:v>
                </c:pt>
                <c:pt idx="13597">
                  <c:v>90</c:v>
                </c:pt>
                <c:pt idx="13598">
                  <c:v>0</c:v>
                </c:pt>
                <c:pt idx="13599">
                  <c:v>120</c:v>
                </c:pt>
                <c:pt idx="13600">
                  <c:v>0</c:v>
                </c:pt>
                <c:pt idx="13601">
                  <c:v>1</c:v>
                </c:pt>
                <c:pt idx="13602">
                  <c:v>72</c:v>
                </c:pt>
                <c:pt idx="13603">
                  <c:v>26</c:v>
                </c:pt>
                <c:pt idx="13604">
                  <c:v>364</c:v>
                </c:pt>
                <c:pt idx="13605">
                  <c:v>27</c:v>
                </c:pt>
                <c:pt idx="13606">
                  <c:v>0</c:v>
                </c:pt>
                <c:pt idx="13607">
                  <c:v>21</c:v>
                </c:pt>
                <c:pt idx="13608">
                  <c:v>0</c:v>
                </c:pt>
                <c:pt idx="13609">
                  <c:v>3</c:v>
                </c:pt>
                <c:pt idx="13610">
                  <c:v>2</c:v>
                </c:pt>
                <c:pt idx="13611">
                  <c:v>25</c:v>
                </c:pt>
                <c:pt idx="13612">
                  <c:v>0</c:v>
                </c:pt>
                <c:pt idx="13613">
                  <c:v>0</c:v>
                </c:pt>
                <c:pt idx="13614">
                  <c:v>0</c:v>
                </c:pt>
                <c:pt idx="13615">
                  <c:v>36</c:v>
                </c:pt>
                <c:pt idx="13616">
                  <c:v>4</c:v>
                </c:pt>
                <c:pt idx="13617">
                  <c:v>14</c:v>
                </c:pt>
                <c:pt idx="13618">
                  <c:v>40</c:v>
                </c:pt>
                <c:pt idx="13619">
                  <c:v>62</c:v>
                </c:pt>
                <c:pt idx="13620">
                  <c:v>20</c:v>
                </c:pt>
                <c:pt idx="13621">
                  <c:v>120</c:v>
                </c:pt>
                <c:pt idx="13622">
                  <c:v>56</c:v>
                </c:pt>
                <c:pt idx="13623">
                  <c:v>100</c:v>
                </c:pt>
                <c:pt idx="13624">
                  <c:v>0</c:v>
                </c:pt>
                <c:pt idx="13625">
                  <c:v>9</c:v>
                </c:pt>
                <c:pt idx="13626">
                  <c:v>0</c:v>
                </c:pt>
                <c:pt idx="13627">
                  <c:v>0</c:v>
                </c:pt>
                <c:pt idx="13628">
                  <c:v>51</c:v>
                </c:pt>
                <c:pt idx="13629">
                  <c:v>0</c:v>
                </c:pt>
                <c:pt idx="13630">
                  <c:v>50</c:v>
                </c:pt>
                <c:pt idx="13631">
                  <c:v>30</c:v>
                </c:pt>
                <c:pt idx="13632">
                  <c:v>14</c:v>
                </c:pt>
                <c:pt idx="13633">
                  <c:v>0</c:v>
                </c:pt>
                <c:pt idx="13634">
                  <c:v>0</c:v>
                </c:pt>
                <c:pt idx="13635">
                  <c:v>110</c:v>
                </c:pt>
                <c:pt idx="13636">
                  <c:v>0</c:v>
                </c:pt>
                <c:pt idx="13637">
                  <c:v>98</c:v>
                </c:pt>
                <c:pt idx="13638">
                  <c:v>0</c:v>
                </c:pt>
                <c:pt idx="13639">
                  <c:v>0</c:v>
                </c:pt>
                <c:pt idx="13640">
                  <c:v>15</c:v>
                </c:pt>
                <c:pt idx="13641">
                  <c:v>0</c:v>
                </c:pt>
                <c:pt idx="13642">
                  <c:v>0</c:v>
                </c:pt>
                <c:pt idx="13643">
                  <c:v>0</c:v>
                </c:pt>
                <c:pt idx="13644">
                  <c:v>308</c:v>
                </c:pt>
                <c:pt idx="13645">
                  <c:v>4</c:v>
                </c:pt>
                <c:pt idx="13646">
                  <c:v>18</c:v>
                </c:pt>
                <c:pt idx="13647">
                  <c:v>9</c:v>
                </c:pt>
                <c:pt idx="13648">
                  <c:v>0</c:v>
                </c:pt>
                <c:pt idx="13649">
                  <c:v>3</c:v>
                </c:pt>
                <c:pt idx="13650">
                  <c:v>31</c:v>
                </c:pt>
                <c:pt idx="13651">
                  <c:v>50</c:v>
                </c:pt>
                <c:pt idx="13652">
                  <c:v>120</c:v>
                </c:pt>
                <c:pt idx="13653">
                  <c:v>0</c:v>
                </c:pt>
                <c:pt idx="13654">
                  <c:v>18</c:v>
                </c:pt>
                <c:pt idx="13655">
                  <c:v>35</c:v>
                </c:pt>
                <c:pt idx="13656">
                  <c:v>0</c:v>
                </c:pt>
                <c:pt idx="13657">
                  <c:v>80</c:v>
                </c:pt>
                <c:pt idx="13658">
                  <c:v>0</c:v>
                </c:pt>
                <c:pt idx="13659">
                  <c:v>35</c:v>
                </c:pt>
                <c:pt idx="13660">
                  <c:v>0</c:v>
                </c:pt>
                <c:pt idx="13661">
                  <c:v>0</c:v>
                </c:pt>
                <c:pt idx="13662">
                  <c:v>56</c:v>
                </c:pt>
                <c:pt idx="13663">
                  <c:v>9</c:v>
                </c:pt>
                <c:pt idx="13664">
                  <c:v>0</c:v>
                </c:pt>
                <c:pt idx="13665">
                  <c:v>8395</c:v>
                </c:pt>
                <c:pt idx="13666">
                  <c:v>108</c:v>
                </c:pt>
                <c:pt idx="13667">
                  <c:v>30</c:v>
                </c:pt>
                <c:pt idx="13668">
                  <c:v>0</c:v>
                </c:pt>
                <c:pt idx="13669">
                  <c:v>7</c:v>
                </c:pt>
                <c:pt idx="13670">
                  <c:v>210</c:v>
                </c:pt>
                <c:pt idx="13671">
                  <c:v>3</c:v>
                </c:pt>
                <c:pt idx="13672">
                  <c:v>1</c:v>
                </c:pt>
                <c:pt idx="13673">
                  <c:v>11</c:v>
                </c:pt>
                <c:pt idx="13674">
                  <c:v>3</c:v>
                </c:pt>
                <c:pt idx="13675">
                  <c:v>4</c:v>
                </c:pt>
                <c:pt idx="13676">
                  <c:v>4</c:v>
                </c:pt>
                <c:pt idx="13677">
                  <c:v>56</c:v>
                </c:pt>
                <c:pt idx="13678">
                  <c:v>25</c:v>
                </c:pt>
                <c:pt idx="13679">
                  <c:v>0</c:v>
                </c:pt>
                <c:pt idx="13680">
                  <c:v>0</c:v>
                </c:pt>
                <c:pt idx="13681">
                  <c:v>48</c:v>
                </c:pt>
                <c:pt idx="13682">
                  <c:v>20</c:v>
                </c:pt>
                <c:pt idx="13683">
                  <c:v>22</c:v>
                </c:pt>
                <c:pt idx="13684">
                  <c:v>119</c:v>
                </c:pt>
                <c:pt idx="13685">
                  <c:v>21</c:v>
                </c:pt>
                <c:pt idx="13686">
                  <c:v>14</c:v>
                </c:pt>
                <c:pt idx="13687">
                  <c:v>3</c:v>
                </c:pt>
                <c:pt idx="13688">
                  <c:v>34</c:v>
                </c:pt>
                <c:pt idx="13689">
                  <c:v>4</c:v>
                </c:pt>
                <c:pt idx="13690">
                  <c:v>0</c:v>
                </c:pt>
                <c:pt idx="13691">
                  <c:v>0</c:v>
                </c:pt>
                <c:pt idx="13692">
                  <c:v>5</c:v>
                </c:pt>
                <c:pt idx="13693">
                  <c:v>90</c:v>
                </c:pt>
                <c:pt idx="13694">
                  <c:v>0</c:v>
                </c:pt>
                <c:pt idx="13695">
                  <c:v>0</c:v>
                </c:pt>
                <c:pt idx="13696">
                  <c:v>14</c:v>
                </c:pt>
                <c:pt idx="13697">
                  <c:v>4</c:v>
                </c:pt>
                <c:pt idx="13698">
                  <c:v>0</c:v>
                </c:pt>
                <c:pt idx="13699">
                  <c:v>0</c:v>
                </c:pt>
                <c:pt idx="13700">
                  <c:v>30</c:v>
                </c:pt>
                <c:pt idx="13701">
                  <c:v>6</c:v>
                </c:pt>
                <c:pt idx="13702">
                  <c:v>10</c:v>
                </c:pt>
                <c:pt idx="13703">
                  <c:v>80</c:v>
                </c:pt>
                <c:pt idx="13704">
                  <c:v>0</c:v>
                </c:pt>
                <c:pt idx="13705">
                  <c:v>196</c:v>
                </c:pt>
                <c:pt idx="13706">
                  <c:v>0</c:v>
                </c:pt>
                <c:pt idx="13707">
                  <c:v>0</c:v>
                </c:pt>
                <c:pt idx="13708">
                  <c:v>40</c:v>
                </c:pt>
                <c:pt idx="13709">
                  <c:v>35</c:v>
                </c:pt>
                <c:pt idx="13710">
                  <c:v>4</c:v>
                </c:pt>
                <c:pt idx="13711">
                  <c:v>12</c:v>
                </c:pt>
                <c:pt idx="13712">
                  <c:v>0</c:v>
                </c:pt>
                <c:pt idx="13713">
                  <c:v>7</c:v>
                </c:pt>
                <c:pt idx="13714">
                  <c:v>28</c:v>
                </c:pt>
                <c:pt idx="13715">
                  <c:v>0</c:v>
                </c:pt>
                <c:pt idx="13716">
                  <c:v>140</c:v>
                </c:pt>
                <c:pt idx="13717">
                  <c:v>108</c:v>
                </c:pt>
                <c:pt idx="13718">
                  <c:v>0</c:v>
                </c:pt>
                <c:pt idx="13719">
                  <c:v>0</c:v>
                </c:pt>
                <c:pt idx="13720">
                  <c:v>72</c:v>
                </c:pt>
                <c:pt idx="13721">
                  <c:v>0</c:v>
                </c:pt>
                <c:pt idx="13722">
                  <c:v>6</c:v>
                </c:pt>
                <c:pt idx="13723">
                  <c:v>50</c:v>
                </c:pt>
                <c:pt idx="13724">
                  <c:v>4</c:v>
                </c:pt>
                <c:pt idx="13725">
                  <c:v>0</c:v>
                </c:pt>
                <c:pt idx="13726">
                  <c:v>38</c:v>
                </c:pt>
                <c:pt idx="13727">
                  <c:v>0</c:v>
                </c:pt>
                <c:pt idx="13728">
                  <c:v>0</c:v>
                </c:pt>
                <c:pt idx="13729">
                  <c:v>0</c:v>
                </c:pt>
                <c:pt idx="13730">
                  <c:v>28</c:v>
                </c:pt>
                <c:pt idx="13731">
                  <c:v>0</c:v>
                </c:pt>
                <c:pt idx="13732">
                  <c:v>0</c:v>
                </c:pt>
                <c:pt idx="13733">
                  <c:v>1</c:v>
                </c:pt>
                <c:pt idx="13734">
                  <c:v>0</c:v>
                </c:pt>
                <c:pt idx="13735">
                  <c:v>0</c:v>
                </c:pt>
                <c:pt idx="13736">
                  <c:v>0</c:v>
                </c:pt>
                <c:pt idx="13737">
                  <c:v>168</c:v>
                </c:pt>
                <c:pt idx="13738">
                  <c:v>44</c:v>
                </c:pt>
                <c:pt idx="13739">
                  <c:v>42</c:v>
                </c:pt>
                <c:pt idx="13740">
                  <c:v>0</c:v>
                </c:pt>
                <c:pt idx="13741">
                  <c:v>8</c:v>
                </c:pt>
                <c:pt idx="13742">
                  <c:v>0</c:v>
                </c:pt>
                <c:pt idx="13743">
                  <c:v>300</c:v>
                </c:pt>
                <c:pt idx="13744">
                  <c:v>54</c:v>
                </c:pt>
                <c:pt idx="13745">
                  <c:v>13</c:v>
                </c:pt>
                <c:pt idx="13746">
                  <c:v>64</c:v>
                </c:pt>
                <c:pt idx="13747">
                  <c:v>72</c:v>
                </c:pt>
                <c:pt idx="13748">
                  <c:v>200</c:v>
                </c:pt>
                <c:pt idx="13749">
                  <c:v>12</c:v>
                </c:pt>
                <c:pt idx="13750">
                  <c:v>0</c:v>
                </c:pt>
                <c:pt idx="13751">
                  <c:v>9</c:v>
                </c:pt>
                <c:pt idx="13752">
                  <c:v>180</c:v>
                </c:pt>
                <c:pt idx="13753">
                  <c:v>43</c:v>
                </c:pt>
                <c:pt idx="13754">
                  <c:v>3</c:v>
                </c:pt>
                <c:pt idx="13755">
                  <c:v>3</c:v>
                </c:pt>
                <c:pt idx="13756">
                  <c:v>12</c:v>
                </c:pt>
                <c:pt idx="13757">
                  <c:v>3</c:v>
                </c:pt>
                <c:pt idx="13758">
                  <c:v>88</c:v>
                </c:pt>
                <c:pt idx="13759">
                  <c:v>100</c:v>
                </c:pt>
                <c:pt idx="13760">
                  <c:v>112</c:v>
                </c:pt>
                <c:pt idx="13761">
                  <c:v>90</c:v>
                </c:pt>
                <c:pt idx="13762">
                  <c:v>49</c:v>
                </c:pt>
                <c:pt idx="13763">
                  <c:v>33</c:v>
                </c:pt>
                <c:pt idx="13764">
                  <c:v>0</c:v>
                </c:pt>
                <c:pt idx="13765">
                  <c:v>0</c:v>
                </c:pt>
                <c:pt idx="13766">
                  <c:v>60</c:v>
                </c:pt>
                <c:pt idx="13767">
                  <c:v>6</c:v>
                </c:pt>
                <c:pt idx="13768">
                  <c:v>98</c:v>
                </c:pt>
                <c:pt idx="13769">
                  <c:v>0</c:v>
                </c:pt>
                <c:pt idx="13770">
                  <c:v>0</c:v>
                </c:pt>
                <c:pt idx="13771">
                  <c:v>0</c:v>
                </c:pt>
                <c:pt idx="13772">
                  <c:v>23</c:v>
                </c:pt>
                <c:pt idx="13773">
                  <c:v>0</c:v>
                </c:pt>
                <c:pt idx="13774">
                  <c:v>8</c:v>
                </c:pt>
                <c:pt idx="13775">
                  <c:v>0</c:v>
                </c:pt>
                <c:pt idx="13776">
                  <c:v>189</c:v>
                </c:pt>
                <c:pt idx="13777">
                  <c:v>90</c:v>
                </c:pt>
                <c:pt idx="13778">
                  <c:v>0</c:v>
                </c:pt>
                <c:pt idx="13779">
                  <c:v>60</c:v>
                </c:pt>
                <c:pt idx="13780">
                  <c:v>66</c:v>
                </c:pt>
                <c:pt idx="13781">
                  <c:v>60</c:v>
                </c:pt>
                <c:pt idx="13782">
                  <c:v>0</c:v>
                </c:pt>
                <c:pt idx="13783">
                  <c:v>6</c:v>
                </c:pt>
                <c:pt idx="13784">
                  <c:v>38</c:v>
                </c:pt>
                <c:pt idx="13785">
                  <c:v>112</c:v>
                </c:pt>
                <c:pt idx="13786">
                  <c:v>140</c:v>
                </c:pt>
                <c:pt idx="13787">
                  <c:v>112</c:v>
                </c:pt>
                <c:pt idx="13788">
                  <c:v>77</c:v>
                </c:pt>
                <c:pt idx="13789">
                  <c:v>0</c:v>
                </c:pt>
                <c:pt idx="13790">
                  <c:v>0</c:v>
                </c:pt>
                <c:pt idx="13791">
                  <c:v>4</c:v>
                </c:pt>
                <c:pt idx="13792">
                  <c:v>99</c:v>
                </c:pt>
                <c:pt idx="13793">
                  <c:v>30</c:v>
                </c:pt>
                <c:pt idx="13794">
                  <c:v>0</c:v>
                </c:pt>
                <c:pt idx="13795">
                  <c:v>0</c:v>
                </c:pt>
                <c:pt idx="13796">
                  <c:v>11</c:v>
                </c:pt>
                <c:pt idx="13797">
                  <c:v>0</c:v>
                </c:pt>
                <c:pt idx="13798">
                  <c:v>0</c:v>
                </c:pt>
                <c:pt idx="13799">
                  <c:v>84</c:v>
                </c:pt>
                <c:pt idx="13800">
                  <c:v>180</c:v>
                </c:pt>
                <c:pt idx="13801">
                  <c:v>725</c:v>
                </c:pt>
                <c:pt idx="13802">
                  <c:v>0</c:v>
                </c:pt>
                <c:pt idx="13803">
                  <c:v>208</c:v>
                </c:pt>
                <c:pt idx="13804">
                  <c:v>8</c:v>
                </c:pt>
                <c:pt idx="13805">
                  <c:v>34</c:v>
                </c:pt>
                <c:pt idx="13806">
                  <c:v>40</c:v>
                </c:pt>
                <c:pt idx="13807">
                  <c:v>5</c:v>
                </c:pt>
                <c:pt idx="13808">
                  <c:v>108</c:v>
                </c:pt>
                <c:pt idx="13809">
                  <c:v>62</c:v>
                </c:pt>
                <c:pt idx="13810">
                  <c:v>240</c:v>
                </c:pt>
                <c:pt idx="13811">
                  <c:v>0</c:v>
                </c:pt>
                <c:pt idx="13812">
                  <c:v>55</c:v>
                </c:pt>
                <c:pt idx="13813">
                  <c:v>0</c:v>
                </c:pt>
                <c:pt idx="13814">
                  <c:v>60</c:v>
                </c:pt>
                <c:pt idx="13815">
                  <c:v>56</c:v>
                </c:pt>
                <c:pt idx="13816">
                  <c:v>48</c:v>
                </c:pt>
                <c:pt idx="13817">
                  <c:v>112</c:v>
                </c:pt>
                <c:pt idx="13818">
                  <c:v>25</c:v>
                </c:pt>
                <c:pt idx="13819">
                  <c:v>0</c:v>
                </c:pt>
                <c:pt idx="13820">
                  <c:v>24</c:v>
                </c:pt>
                <c:pt idx="13821">
                  <c:v>150</c:v>
                </c:pt>
                <c:pt idx="13822">
                  <c:v>0</c:v>
                </c:pt>
                <c:pt idx="13823">
                  <c:v>0</c:v>
                </c:pt>
                <c:pt idx="13824">
                  <c:v>12</c:v>
                </c:pt>
                <c:pt idx="13825">
                  <c:v>2</c:v>
                </c:pt>
                <c:pt idx="13826">
                  <c:v>3</c:v>
                </c:pt>
                <c:pt idx="13827">
                  <c:v>0</c:v>
                </c:pt>
                <c:pt idx="13828">
                  <c:v>28</c:v>
                </c:pt>
                <c:pt idx="13829">
                  <c:v>26</c:v>
                </c:pt>
                <c:pt idx="13830">
                  <c:v>0</c:v>
                </c:pt>
                <c:pt idx="13831">
                  <c:v>30</c:v>
                </c:pt>
                <c:pt idx="13832">
                  <c:v>60</c:v>
                </c:pt>
                <c:pt idx="13833">
                  <c:v>0</c:v>
                </c:pt>
                <c:pt idx="13834">
                  <c:v>17</c:v>
                </c:pt>
                <c:pt idx="13835">
                  <c:v>15</c:v>
                </c:pt>
                <c:pt idx="13836">
                  <c:v>5</c:v>
                </c:pt>
                <c:pt idx="13837">
                  <c:v>2</c:v>
                </c:pt>
                <c:pt idx="13838">
                  <c:v>24</c:v>
                </c:pt>
                <c:pt idx="13839">
                  <c:v>31</c:v>
                </c:pt>
                <c:pt idx="13840">
                  <c:v>30</c:v>
                </c:pt>
                <c:pt idx="13841">
                  <c:v>4</c:v>
                </c:pt>
                <c:pt idx="13842">
                  <c:v>20</c:v>
                </c:pt>
                <c:pt idx="13843">
                  <c:v>29</c:v>
                </c:pt>
                <c:pt idx="13844">
                  <c:v>0</c:v>
                </c:pt>
                <c:pt idx="13845">
                  <c:v>0</c:v>
                </c:pt>
                <c:pt idx="13846">
                  <c:v>2</c:v>
                </c:pt>
                <c:pt idx="13847">
                  <c:v>6</c:v>
                </c:pt>
                <c:pt idx="13848">
                  <c:v>45</c:v>
                </c:pt>
                <c:pt idx="13849">
                  <c:v>1</c:v>
                </c:pt>
                <c:pt idx="13850">
                  <c:v>2</c:v>
                </c:pt>
                <c:pt idx="13851">
                  <c:v>0</c:v>
                </c:pt>
                <c:pt idx="13852">
                  <c:v>18</c:v>
                </c:pt>
                <c:pt idx="13853">
                  <c:v>76</c:v>
                </c:pt>
                <c:pt idx="13854">
                  <c:v>0</c:v>
                </c:pt>
                <c:pt idx="13855">
                  <c:v>0</c:v>
                </c:pt>
                <c:pt idx="13856">
                  <c:v>1</c:v>
                </c:pt>
                <c:pt idx="13857">
                  <c:v>34</c:v>
                </c:pt>
                <c:pt idx="13858">
                  <c:v>0</c:v>
                </c:pt>
                <c:pt idx="13859">
                  <c:v>0</c:v>
                </c:pt>
                <c:pt idx="13860">
                  <c:v>0</c:v>
                </c:pt>
                <c:pt idx="13861">
                  <c:v>25</c:v>
                </c:pt>
                <c:pt idx="13862">
                  <c:v>25</c:v>
                </c:pt>
                <c:pt idx="13863">
                  <c:v>9</c:v>
                </c:pt>
                <c:pt idx="13864">
                  <c:v>3</c:v>
                </c:pt>
                <c:pt idx="13865">
                  <c:v>0</c:v>
                </c:pt>
                <c:pt idx="13866">
                  <c:v>9</c:v>
                </c:pt>
                <c:pt idx="13867">
                  <c:v>84</c:v>
                </c:pt>
                <c:pt idx="13868">
                  <c:v>225</c:v>
                </c:pt>
                <c:pt idx="13869">
                  <c:v>0</c:v>
                </c:pt>
                <c:pt idx="13870">
                  <c:v>0</c:v>
                </c:pt>
                <c:pt idx="13871">
                  <c:v>25</c:v>
                </c:pt>
                <c:pt idx="13872">
                  <c:v>30</c:v>
                </c:pt>
                <c:pt idx="13873">
                  <c:v>24</c:v>
                </c:pt>
                <c:pt idx="13874">
                  <c:v>75</c:v>
                </c:pt>
                <c:pt idx="13875">
                  <c:v>5</c:v>
                </c:pt>
                <c:pt idx="13876">
                  <c:v>15</c:v>
                </c:pt>
                <c:pt idx="13877">
                  <c:v>10</c:v>
                </c:pt>
                <c:pt idx="13878">
                  <c:v>1</c:v>
                </c:pt>
                <c:pt idx="13879">
                  <c:v>180</c:v>
                </c:pt>
                <c:pt idx="13880">
                  <c:v>0</c:v>
                </c:pt>
                <c:pt idx="13881">
                  <c:v>0</c:v>
                </c:pt>
                <c:pt idx="13882">
                  <c:v>0</c:v>
                </c:pt>
                <c:pt idx="13883">
                  <c:v>35</c:v>
                </c:pt>
                <c:pt idx="13884">
                  <c:v>112</c:v>
                </c:pt>
                <c:pt idx="13885">
                  <c:v>154</c:v>
                </c:pt>
                <c:pt idx="13886">
                  <c:v>0</c:v>
                </c:pt>
                <c:pt idx="13887">
                  <c:v>60</c:v>
                </c:pt>
                <c:pt idx="13888">
                  <c:v>145</c:v>
                </c:pt>
                <c:pt idx="13889">
                  <c:v>16</c:v>
                </c:pt>
                <c:pt idx="13890">
                  <c:v>63</c:v>
                </c:pt>
                <c:pt idx="13891">
                  <c:v>46</c:v>
                </c:pt>
                <c:pt idx="13892">
                  <c:v>28</c:v>
                </c:pt>
                <c:pt idx="13893">
                  <c:v>0</c:v>
                </c:pt>
                <c:pt idx="13894">
                  <c:v>90</c:v>
                </c:pt>
                <c:pt idx="13895">
                  <c:v>104</c:v>
                </c:pt>
                <c:pt idx="13896">
                  <c:v>24</c:v>
                </c:pt>
                <c:pt idx="13897">
                  <c:v>60</c:v>
                </c:pt>
                <c:pt idx="13898">
                  <c:v>0</c:v>
                </c:pt>
                <c:pt idx="13899">
                  <c:v>3</c:v>
                </c:pt>
                <c:pt idx="13900">
                  <c:v>0</c:v>
                </c:pt>
                <c:pt idx="13901">
                  <c:v>1</c:v>
                </c:pt>
                <c:pt idx="13902">
                  <c:v>4</c:v>
                </c:pt>
                <c:pt idx="13903">
                  <c:v>75</c:v>
                </c:pt>
                <c:pt idx="13904">
                  <c:v>0</c:v>
                </c:pt>
                <c:pt idx="13905">
                  <c:v>0</c:v>
                </c:pt>
                <c:pt idx="13906">
                  <c:v>12</c:v>
                </c:pt>
                <c:pt idx="13907">
                  <c:v>15</c:v>
                </c:pt>
                <c:pt idx="13908">
                  <c:v>69</c:v>
                </c:pt>
                <c:pt idx="13909">
                  <c:v>52</c:v>
                </c:pt>
                <c:pt idx="13910">
                  <c:v>84</c:v>
                </c:pt>
                <c:pt idx="13911">
                  <c:v>56</c:v>
                </c:pt>
                <c:pt idx="13912">
                  <c:v>56</c:v>
                </c:pt>
                <c:pt idx="13913">
                  <c:v>0</c:v>
                </c:pt>
                <c:pt idx="13914">
                  <c:v>1</c:v>
                </c:pt>
                <c:pt idx="13915">
                  <c:v>2</c:v>
                </c:pt>
                <c:pt idx="13916">
                  <c:v>0</c:v>
                </c:pt>
                <c:pt idx="13917">
                  <c:v>150</c:v>
                </c:pt>
                <c:pt idx="13918">
                  <c:v>2</c:v>
                </c:pt>
                <c:pt idx="13919">
                  <c:v>60</c:v>
                </c:pt>
                <c:pt idx="13920">
                  <c:v>5</c:v>
                </c:pt>
                <c:pt idx="13921">
                  <c:v>30</c:v>
                </c:pt>
                <c:pt idx="13922">
                  <c:v>25</c:v>
                </c:pt>
                <c:pt idx="13923">
                  <c:v>300</c:v>
                </c:pt>
                <c:pt idx="13924">
                  <c:v>63</c:v>
                </c:pt>
                <c:pt idx="13925">
                  <c:v>5</c:v>
                </c:pt>
                <c:pt idx="13926">
                  <c:v>2</c:v>
                </c:pt>
                <c:pt idx="13927">
                  <c:v>2</c:v>
                </c:pt>
                <c:pt idx="13928">
                  <c:v>2</c:v>
                </c:pt>
                <c:pt idx="13929">
                  <c:v>20</c:v>
                </c:pt>
                <c:pt idx="13930">
                  <c:v>75</c:v>
                </c:pt>
                <c:pt idx="13931">
                  <c:v>1</c:v>
                </c:pt>
                <c:pt idx="13932">
                  <c:v>0</c:v>
                </c:pt>
                <c:pt idx="13933">
                  <c:v>0</c:v>
                </c:pt>
                <c:pt idx="13934">
                  <c:v>0</c:v>
                </c:pt>
                <c:pt idx="13935">
                  <c:v>1</c:v>
                </c:pt>
                <c:pt idx="13936">
                  <c:v>0</c:v>
                </c:pt>
                <c:pt idx="13937">
                  <c:v>0</c:v>
                </c:pt>
                <c:pt idx="13938">
                  <c:v>0</c:v>
                </c:pt>
                <c:pt idx="13939">
                  <c:v>0</c:v>
                </c:pt>
                <c:pt idx="13940">
                  <c:v>3</c:v>
                </c:pt>
                <c:pt idx="13941">
                  <c:v>0</c:v>
                </c:pt>
                <c:pt idx="13942">
                  <c:v>0</c:v>
                </c:pt>
                <c:pt idx="13943">
                  <c:v>32</c:v>
                </c:pt>
                <c:pt idx="13944">
                  <c:v>6</c:v>
                </c:pt>
                <c:pt idx="13945">
                  <c:v>10</c:v>
                </c:pt>
                <c:pt idx="13946">
                  <c:v>19</c:v>
                </c:pt>
                <c:pt idx="13947">
                  <c:v>16</c:v>
                </c:pt>
                <c:pt idx="13948">
                  <c:v>1</c:v>
                </c:pt>
                <c:pt idx="13949">
                  <c:v>0</c:v>
                </c:pt>
                <c:pt idx="13950">
                  <c:v>111</c:v>
                </c:pt>
                <c:pt idx="13951">
                  <c:v>37</c:v>
                </c:pt>
                <c:pt idx="13952">
                  <c:v>50</c:v>
                </c:pt>
                <c:pt idx="13953">
                  <c:v>0</c:v>
                </c:pt>
                <c:pt idx="13954">
                  <c:v>84</c:v>
                </c:pt>
                <c:pt idx="13955">
                  <c:v>0</c:v>
                </c:pt>
                <c:pt idx="13956">
                  <c:v>0</c:v>
                </c:pt>
                <c:pt idx="13957">
                  <c:v>25</c:v>
                </c:pt>
                <c:pt idx="13958">
                  <c:v>80</c:v>
                </c:pt>
                <c:pt idx="13959">
                  <c:v>65</c:v>
                </c:pt>
                <c:pt idx="13960">
                  <c:v>50</c:v>
                </c:pt>
                <c:pt idx="13961">
                  <c:v>28</c:v>
                </c:pt>
                <c:pt idx="13962">
                  <c:v>13</c:v>
                </c:pt>
                <c:pt idx="13963">
                  <c:v>135</c:v>
                </c:pt>
                <c:pt idx="13964">
                  <c:v>26</c:v>
                </c:pt>
                <c:pt idx="13965">
                  <c:v>0</c:v>
                </c:pt>
                <c:pt idx="13966">
                  <c:v>17</c:v>
                </c:pt>
                <c:pt idx="13967">
                  <c:v>3</c:v>
                </c:pt>
                <c:pt idx="13968">
                  <c:v>5</c:v>
                </c:pt>
                <c:pt idx="13969">
                  <c:v>270</c:v>
                </c:pt>
                <c:pt idx="13970">
                  <c:v>30</c:v>
                </c:pt>
                <c:pt idx="13971">
                  <c:v>58</c:v>
                </c:pt>
                <c:pt idx="13972">
                  <c:v>39</c:v>
                </c:pt>
                <c:pt idx="13973">
                  <c:v>0</c:v>
                </c:pt>
                <c:pt idx="13974">
                  <c:v>30</c:v>
                </c:pt>
                <c:pt idx="13975">
                  <c:v>90</c:v>
                </c:pt>
                <c:pt idx="13976">
                  <c:v>0</c:v>
                </c:pt>
                <c:pt idx="13977">
                  <c:v>52</c:v>
                </c:pt>
                <c:pt idx="13978">
                  <c:v>28</c:v>
                </c:pt>
                <c:pt idx="13979">
                  <c:v>19</c:v>
                </c:pt>
                <c:pt idx="13980">
                  <c:v>180</c:v>
                </c:pt>
                <c:pt idx="13981">
                  <c:v>59</c:v>
                </c:pt>
                <c:pt idx="13982">
                  <c:v>0</c:v>
                </c:pt>
                <c:pt idx="13983">
                  <c:v>0</c:v>
                </c:pt>
                <c:pt idx="13984">
                  <c:v>66</c:v>
                </c:pt>
                <c:pt idx="13985">
                  <c:v>0</c:v>
                </c:pt>
                <c:pt idx="13986">
                  <c:v>42</c:v>
                </c:pt>
                <c:pt idx="13987">
                  <c:v>24</c:v>
                </c:pt>
                <c:pt idx="13988">
                  <c:v>3</c:v>
                </c:pt>
                <c:pt idx="13989">
                  <c:v>0</c:v>
                </c:pt>
                <c:pt idx="13990">
                  <c:v>5</c:v>
                </c:pt>
                <c:pt idx="13991">
                  <c:v>1</c:v>
                </c:pt>
                <c:pt idx="13992">
                  <c:v>80</c:v>
                </c:pt>
                <c:pt idx="13993">
                  <c:v>0</c:v>
                </c:pt>
                <c:pt idx="13994">
                  <c:v>35</c:v>
                </c:pt>
                <c:pt idx="13995">
                  <c:v>4</c:v>
                </c:pt>
                <c:pt idx="13996">
                  <c:v>25</c:v>
                </c:pt>
                <c:pt idx="13997">
                  <c:v>32</c:v>
                </c:pt>
                <c:pt idx="13998">
                  <c:v>112</c:v>
                </c:pt>
                <c:pt idx="13999">
                  <c:v>36</c:v>
                </c:pt>
                <c:pt idx="14000">
                  <c:v>1</c:v>
                </c:pt>
                <c:pt idx="14001">
                  <c:v>0</c:v>
                </c:pt>
                <c:pt idx="14002">
                  <c:v>0</c:v>
                </c:pt>
                <c:pt idx="14003">
                  <c:v>2</c:v>
                </c:pt>
                <c:pt idx="14004">
                  <c:v>0</c:v>
                </c:pt>
                <c:pt idx="14005">
                  <c:v>0</c:v>
                </c:pt>
                <c:pt idx="14006">
                  <c:v>54</c:v>
                </c:pt>
                <c:pt idx="14007">
                  <c:v>8</c:v>
                </c:pt>
                <c:pt idx="14008">
                  <c:v>5</c:v>
                </c:pt>
                <c:pt idx="14009">
                  <c:v>90</c:v>
                </c:pt>
                <c:pt idx="14010">
                  <c:v>59</c:v>
                </c:pt>
                <c:pt idx="14011">
                  <c:v>4</c:v>
                </c:pt>
                <c:pt idx="14012">
                  <c:v>0</c:v>
                </c:pt>
                <c:pt idx="14013">
                  <c:v>27</c:v>
                </c:pt>
                <c:pt idx="14014">
                  <c:v>32</c:v>
                </c:pt>
                <c:pt idx="14015">
                  <c:v>70</c:v>
                </c:pt>
                <c:pt idx="14016">
                  <c:v>210</c:v>
                </c:pt>
                <c:pt idx="14017">
                  <c:v>128</c:v>
                </c:pt>
                <c:pt idx="14018">
                  <c:v>44</c:v>
                </c:pt>
                <c:pt idx="14019">
                  <c:v>1</c:v>
                </c:pt>
                <c:pt idx="14020">
                  <c:v>1</c:v>
                </c:pt>
                <c:pt idx="14021">
                  <c:v>9</c:v>
                </c:pt>
                <c:pt idx="14022">
                  <c:v>36</c:v>
                </c:pt>
                <c:pt idx="14023">
                  <c:v>0</c:v>
                </c:pt>
                <c:pt idx="14024">
                  <c:v>3</c:v>
                </c:pt>
                <c:pt idx="14025">
                  <c:v>66</c:v>
                </c:pt>
                <c:pt idx="14026">
                  <c:v>21</c:v>
                </c:pt>
                <c:pt idx="14027">
                  <c:v>60</c:v>
                </c:pt>
                <c:pt idx="14028">
                  <c:v>70</c:v>
                </c:pt>
                <c:pt idx="14029">
                  <c:v>0</c:v>
                </c:pt>
                <c:pt idx="14030">
                  <c:v>203</c:v>
                </c:pt>
                <c:pt idx="14031">
                  <c:v>0</c:v>
                </c:pt>
                <c:pt idx="14032">
                  <c:v>42</c:v>
                </c:pt>
                <c:pt idx="14033">
                  <c:v>0</c:v>
                </c:pt>
                <c:pt idx="14034">
                  <c:v>0</c:v>
                </c:pt>
                <c:pt idx="14035">
                  <c:v>0</c:v>
                </c:pt>
                <c:pt idx="14036">
                  <c:v>0</c:v>
                </c:pt>
                <c:pt idx="14037">
                  <c:v>52</c:v>
                </c:pt>
                <c:pt idx="14038">
                  <c:v>140</c:v>
                </c:pt>
                <c:pt idx="14039">
                  <c:v>0</c:v>
                </c:pt>
                <c:pt idx="14040">
                  <c:v>0</c:v>
                </c:pt>
                <c:pt idx="14041">
                  <c:v>12</c:v>
                </c:pt>
                <c:pt idx="14042">
                  <c:v>0</c:v>
                </c:pt>
                <c:pt idx="14043">
                  <c:v>0</c:v>
                </c:pt>
                <c:pt idx="14044">
                  <c:v>0</c:v>
                </c:pt>
                <c:pt idx="14045">
                  <c:v>4</c:v>
                </c:pt>
                <c:pt idx="14046">
                  <c:v>3</c:v>
                </c:pt>
                <c:pt idx="14047">
                  <c:v>0</c:v>
                </c:pt>
                <c:pt idx="14048">
                  <c:v>0</c:v>
                </c:pt>
                <c:pt idx="14049">
                  <c:v>50</c:v>
                </c:pt>
                <c:pt idx="14050">
                  <c:v>23</c:v>
                </c:pt>
                <c:pt idx="14051">
                  <c:v>15</c:v>
                </c:pt>
                <c:pt idx="14052">
                  <c:v>1</c:v>
                </c:pt>
                <c:pt idx="14053">
                  <c:v>24</c:v>
                </c:pt>
                <c:pt idx="14054">
                  <c:v>0</c:v>
                </c:pt>
                <c:pt idx="14055">
                  <c:v>0</c:v>
                </c:pt>
                <c:pt idx="14056">
                  <c:v>1</c:v>
                </c:pt>
                <c:pt idx="14057">
                  <c:v>1</c:v>
                </c:pt>
                <c:pt idx="14058">
                  <c:v>21</c:v>
                </c:pt>
                <c:pt idx="14059">
                  <c:v>0</c:v>
                </c:pt>
                <c:pt idx="14060">
                  <c:v>37</c:v>
                </c:pt>
                <c:pt idx="14061">
                  <c:v>3</c:v>
                </c:pt>
                <c:pt idx="14062">
                  <c:v>60</c:v>
                </c:pt>
                <c:pt idx="14063">
                  <c:v>56</c:v>
                </c:pt>
                <c:pt idx="14064">
                  <c:v>3</c:v>
                </c:pt>
                <c:pt idx="14065">
                  <c:v>2</c:v>
                </c:pt>
                <c:pt idx="14066">
                  <c:v>74</c:v>
                </c:pt>
                <c:pt idx="14067">
                  <c:v>0</c:v>
                </c:pt>
                <c:pt idx="14068">
                  <c:v>3</c:v>
                </c:pt>
                <c:pt idx="14069">
                  <c:v>0</c:v>
                </c:pt>
                <c:pt idx="14070">
                  <c:v>64</c:v>
                </c:pt>
                <c:pt idx="14071">
                  <c:v>56</c:v>
                </c:pt>
                <c:pt idx="14072">
                  <c:v>42</c:v>
                </c:pt>
                <c:pt idx="14073">
                  <c:v>34</c:v>
                </c:pt>
                <c:pt idx="14074">
                  <c:v>0</c:v>
                </c:pt>
                <c:pt idx="14075">
                  <c:v>31</c:v>
                </c:pt>
                <c:pt idx="14076">
                  <c:v>31</c:v>
                </c:pt>
                <c:pt idx="14077">
                  <c:v>40</c:v>
                </c:pt>
                <c:pt idx="14078">
                  <c:v>33</c:v>
                </c:pt>
                <c:pt idx="14079">
                  <c:v>34</c:v>
                </c:pt>
                <c:pt idx="14080">
                  <c:v>8</c:v>
                </c:pt>
                <c:pt idx="14081">
                  <c:v>16</c:v>
                </c:pt>
                <c:pt idx="14082">
                  <c:v>26</c:v>
                </c:pt>
                <c:pt idx="14083">
                  <c:v>0</c:v>
                </c:pt>
                <c:pt idx="14084">
                  <c:v>51</c:v>
                </c:pt>
                <c:pt idx="14085">
                  <c:v>5</c:v>
                </c:pt>
                <c:pt idx="14086">
                  <c:v>7</c:v>
                </c:pt>
                <c:pt idx="14087">
                  <c:v>532</c:v>
                </c:pt>
                <c:pt idx="14088">
                  <c:v>2</c:v>
                </c:pt>
                <c:pt idx="14089">
                  <c:v>1</c:v>
                </c:pt>
                <c:pt idx="14090">
                  <c:v>0</c:v>
                </c:pt>
                <c:pt idx="14091">
                  <c:v>39</c:v>
                </c:pt>
                <c:pt idx="14092">
                  <c:v>6</c:v>
                </c:pt>
                <c:pt idx="14093">
                  <c:v>32</c:v>
                </c:pt>
                <c:pt idx="14094">
                  <c:v>0</c:v>
                </c:pt>
                <c:pt idx="14095">
                  <c:v>0</c:v>
                </c:pt>
                <c:pt idx="14096">
                  <c:v>150</c:v>
                </c:pt>
                <c:pt idx="14097">
                  <c:v>0</c:v>
                </c:pt>
                <c:pt idx="14098">
                  <c:v>0</c:v>
                </c:pt>
                <c:pt idx="14099">
                  <c:v>5</c:v>
                </c:pt>
                <c:pt idx="14100">
                  <c:v>0</c:v>
                </c:pt>
                <c:pt idx="14101">
                  <c:v>31</c:v>
                </c:pt>
                <c:pt idx="14102">
                  <c:v>6</c:v>
                </c:pt>
                <c:pt idx="14103">
                  <c:v>108</c:v>
                </c:pt>
                <c:pt idx="14104">
                  <c:v>40</c:v>
                </c:pt>
                <c:pt idx="14105">
                  <c:v>40</c:v>
                </c:pt>
                <c:pt idx="14106">
                  <c:v>21</c:v>
                </c:pt>
                <c:pt idx="14107">
                  <c:v>126</c:v>
                </c:pt>
                <c:pt idx="14108">
                  <c:v>15</c:v>
                </c:pt>
                <c:pt idx="14109">
                  <c:v>0</c:v>
                </c:pt>
                <c:pt idx="14110">
                  <c:v>48</c:v>
                </c:pt>
                <c:pt idx="14111">
                  <c:v>41</c:v>
                </c:pt>
                <c:pt idx="14112">
                  <c:v>60</c:v>
                </c:pt>
                <c:pt idx="14113">
                  <c:v>9</c:v>
                </c:pt>
                <c:pt idx="14114">
                  <c:v>1</c:v>
                </c:pt>
                <c:pt idx="14115">
                  <c:v>4</c:v>
                </c:pt>
                <c:pt idx="14116">
                  <c:v>728</c:v>
                </c:pt>
                <c:pt idx="14117">
                  <c:v>28</c:v>
                </c:pt>
                <c:pt idx="14118">
                  <c:v>525</c:v>
                </c:pt>
                <c:pt idx="14119">
                  <c:v>0</c:v>
                </c:pt>
                <c:pt idx="14120">
                  <c:v>84</c:v>
                </c:pt>
                <c:pt idx="14121">
                  <c:v>87</c:v>
                </c:pt>
                <c:pt idx="14122">
                  <c:v>0</c:v>
                </c:pt>
                <c:pt idx="14123">
                  <c:v>125</c:v>
                </c:pt>
                <c:pt idx="14124">
                  <c:v>78</c:v>
                </c:pt>
                <c:pt idx="14125">
                  <c:v>75</c:v>
                </c:pt>
                <c:pt idx="14126">
                  <c:v>0</c:v>
                </c:pt>
                <c:pt idx="14127">
                  <c:v>16</c:v>
                </c:pt>
                <c:pt idx="14128">
                  <c:v>0</c:v>
                </c:pt>
                <c:pt idx="14129">
                  <c:v>84</c:v>
                </c:pt>
                <c:pt idx="14130">
                  <c:v>0</c:v>
                </c:pt>
                <c:pt idx="14131">
                  <c:v>1</c:v>
                </c:pt>
                <c:pt idx="14132">
                  <c:v>93</c:v>
                </c:pt>
                <c:pt idx="14133">
                  <c:v>24</c:v>
                </c:pt>
                <c:pt idx="14134">
                  <c:v>0</c:v>
                </c:pt>
                <c:pt idx="14135">
                  <c:v>0</c:v>
                </c:pt>
                <c:pt idx="14136">
                  <c:v>28</c:v>
                </c:pt>
                <c:pt idx="14137">
                  <c:v>7</c:v>
                </c:pt>
                <c:pt idx="14138">
                  <c:v>0</c:v>
                </c:pt>
                <c:pt idx="14139">
                  <c:v>0</c:v>
                </c:pt>
                <c:pt idx="14140">
                  <c:v>3</c:v>
                </c:pt>
                <c:pt idx="14141">
                  <c:v>1</c:v>
                </c:pt>
                <c:pt idx="14142">
                  <c:v>0</c:v>
                </c:pt>
                <c:pt idx="14143">
                  <c:v>0</c:v>
                </c:pt>
                <c:pt idx="14144">
                  <c:v>0</c:v>
                </c:pt>
                <c:pt idx="14145">
                  <c:v>1</c:v>
                </c:pt>
                <c:pt idx="14146">
                  <c:v>4</c:v>
                </c:pt>
                <c:pt idx="14147">
                  <c:v>4</c:v>
                </c:pt>
                <c:pt idx="14148">
                  <c:v>0</c:v>
                </c:pt>
                <c:pt idx="14149">
                  <c:v>0</c:v>
                </c:pt>
                <c:pt idx="14150">
                  <c:v>0</c:v>
                </c:pt>
                <c:pt idx="14151">
                  <c:v>1</c:v>
                </c:pt>
                <c:pt idx="14152">
                  <c:v>17</c:v>
                </c:pt>
                <c:pt idx="14153">
                  <c:v>30</c:v>
                </c:pt>
                <c:pt idx="14154">
                  <c:v>0</c:v>
                </c:pt>
                <c:pt idx="14155">
                  <c:v>18</c:v>
                </c:pt>
                <c:pt idx="14156">
                  <c:v>28</c:v>
                </c:pt>
                <c:pt idx="14157">
                  <c:v>5</c:v>
                </c:pt>
                <c:pt idx="14158">
                  <c:v>11</c:v>
                </c:pt>
                <c:pt idx="14159">
                  <c:v>68</c:v>
                </c:pt>
                <c:pt idx="14160">
                  <c:v>28</c:v>
                </c:pt>
                <c:pt idx="14161">
                  <c:v>0</c:v>
                </c:pt>
                <c:pt idx="14162">
                  <c:v>13</c:v>
                </c:pt>
                <c:pt idx="14163">
                  <c:v>28</c:v>
                </c:pt>
                <c:pt idx="14164">
                  <c:v>16</c:v>
                </c:pt>
                <c:pt idx="14165">
                  <c:v>0</c:v>
                </c:pt>
                <c:pt idx="14166">
                  <c:v>54</c:v>
                </c:pt>
                <c:pt idx="14167">
                  <c:v>7</c:v>
                </c:pt>
                <c:pt idx="14168">
                  <c:v>0</c:v>
                </c:pt>
                <c:pt idx="14169">
                  <c:v>20</c:v>
                </c:pt>
                <c:pt idx="14170">
                  <c:v>63</c:v>
                </c:pt>
                <c:pt idx="14171">
                  <c:v>14</c:v>
                </c:pt>
                <c:pt idx="14172">
                  <c:v>21</c:v>
                </c:pt>
                <c:pt idx="14173">
                  <c:v>54</c:v>
                </c:pt>
                <c:pt idx="14174">
                  <c:v>27</c:v>
                </c:pt>
                <c:pt idx="14175">
                  <c:v>30</c:v>
                </c:pt>
                <c:pt idx="14176">
                  <c:v>0</c:v>
                </c:pt>
                <c:pt idx="14177">
                  <c:v>35</c:v>
                </c:pt>
                <c:pt idx="14178">
                  <c:v>7</c:v>
                </c:pt>
                <c:pt idx="14179">
                  <c:v>7</c:v>
                </c:pt>
                <c:pt idx="14180">
                  <c:v>0</c:v>
                </c:pt>
                <c:pt idx="14181">
                  <c:v>0</c:v>
                </c:pt>
                <c:pt idx="14182">
                  <c:v>0</c:v>
                </c:pt>
                <c:pt idx="14183">
                  <c:v>0</c:v>
                </c:pt>
                <c:pt idx="14184">
                  <c:v>0</c:v>
                </c:pt>
                <c:pt idx="14185">
                  <c:v>0</c:v>
                </c:pt>
                <c:pt idx="14186">
                  <c:v>3</c:v>
                </c:pt>
                <c:pt idx="14187">
                  <c:v>0</c:v>
                </c:pt>
                <c:pt idx="14188">
                  <c:v>0</c:v>
                </c:pt>
                <c:pt idx="14189">
                  <c:v>0</c:v>
                </c:pt>
                <c:pt idx="14190">
                  <c:v>95</c:v>
                </c:pt>
                <c:pt idx="14191">
                  <c:v>0</c:v>
                </c:pt>
                <c:pt idx="14192">
                  <c:v>0</c:v>
                </c:pt>
                <c:pt idx="14193">
                  <c:v>60</c:v>
                </c:pt>
                <c:pt idx="14194">
                  <c:v>0</c:v>
                </c:pt>
                <c:pt idx="14195">
                  <c:v>50</c:v>
                </c:pt>
                <c:pt idx="14196">
                  <c:v>0</c:v>
                </c:pt>
                <c:pt idx="14197">
                  <c:v>0</c:v>
                </c:pt>
                <c:pt idx="14198">
                  <c:v>90</c:v>
                </c:pt>
                <c:pt idx="14199">
                  <c:v>27</c:v>
                </c:pt>
                <c:pt idx="14200">
                  <c:v>62</c:v>
                </c:pt>
                <c:pt idx="14201">
                  <c:v>4</c:v>
                </c:pt>
                <c:pt idx="14202">
                  <c:v>56</c:v>
                </c:pt>
                <c:pt idx="14203">
                  <c:v>3</c:v>
                </c:pt>
                <c:pt idx="14204">
                  <c:v>0</c:v>
                </c:pt>
                <c:pt idx="14205">
                  <c:v>0</c:v>
                </c:pt>
                <c:pt idx="14206">
                  <c:v>0</c:v>
                </c:pt>
                <c:pt idx="14207">
                  <c:v>27</c:v>
                </c:pt>
                <c:pt idx="14208">
                  <c:v>3</c:v>
                </c:pt>
                <c:pt idx="14209">
                  <c:v>0</c:v>
                </c:pt>
                <c:pt idx="14210">
                  <c:v>60</c:v>
                </c:pt>
                <c:pt idx="14211">
                  <c:v>21</c:v>
                </c:pt>
                <c:pt idx="14212">
                  <c:v>240</c:v>
                </c:pt>
                <c:pt idx="14213">
                  <c:v>15</c:v>
                </c:pt>
                <c:pt idx="14214">
                  <c:v>209</c:v>
                </c:pt>
                <c:pt idx="14215">
                  <c:v>6</c:v>
                </c:pt>
                <c:pt idx="14216">
                  <c:v>0</c:v>
                </c:pt>
                <c:pt idx="14217">
                  <c:v>8</c:v>
                </c:pt>
                <c:pt idx="14218">
                  <c:v>60</c:v>
                </c:pt>
                <c:pt idx="14219">
                  <c:v>0</c:v>
                </c:pt>
                <c:pt idx="14220">
                  <c:v>42</c:v>
                </c:pt>
                <c:pt idx="14221">
                  <c:v>9</c:v>
                </c:pt>
                <c:pt idx="14222">
                  <c:v>16</c:v>
                </c:pt>
                <c:pt idx="14223">
                  <c:v>0</c:v>
                </c:pt>
                <c:pt idx="14224">
                  <c:v>25</c:v>
                </c:pt>
                <c:pt idx="14225">
                  <c:v>12</c:v>
                </c:pt>
                <c:pt idx="14226">
                  <c:v>9</c:v>
                </c:pt>
                <c:pt idx="14227">
                  <c:v>140</c:v>
                </c:pt>
                <c:pt idx="14228">
                  <c:v>47</c:v>
                </c:pt>
                <c:pt idx="14229">
                  <c:v>0</c:v>
                </c:pt>
                <c:pt idx="14230">
                  <c:v>0</c:v>
                </c:pt>
                <c:pt idx="14231">
                  <c:v>0</c:v>
                </c:pt>
                <c:pt idx="14232">
                  <c:v>22</c:v>
                </c:pt>
                <c:pt idx="14233">
                  <c:v>72</c:v>
                </c:pt>
                <c:pt idx="14234">
                  <c:v>27</c:v>
                </c:pt>
                <c:pt idx="14235">
                  <c:v>46</c:v>
                </c:pt>
                <c:pt idx="14236">
                  <c:v>20</c:v>
                </c:pt>
                <c:pt idx="14237">
                  <c:v>22</c:v>
                </c:pt>
                <c:pt idx="14238">
                  <c:v>0</c:v>
                </c:pt>
                <c:pt idx="14239">
                  <c:v>0</c:v>
                </c:pt>
                <c:pt idx="14240">
                  <c:v>1</c:v>
                </c:pt>
                <c:pt idx="14241">
                  <c:v>9</c:v>
                </c:pt>
                <c:pt idx="14242">
                  <c:v>0</c:v>
                </c:pt>
                <c:pt idx="14243">
                  <c:v>12</c:v>
                </c:pt>
                <c:pt idx="14244">
                  <c:v>8</c:v>
                </c:pt>
                <c:pt idx="14245">
                  <c:v>0</c:v>
                </c:pt>
                <c:pt idx="14246">
                  <c:v>166</c:v>
                </c:pt>
                <c:pt idx="14247">
                  <c:v>5</c:v>
                </c:pt>
                <c:pt idx="14248">
                  <c:v>36</c:v>
                </c:pt>
                <c:pt idx="14249">
                  <c:v>5</c:v>
                </c:pt>
                <c:pt idx="14250">
                  <c:v>48</c:v>
                </c:pt>
                <c:pt idx="14251">
                  <c:v>56</c:v>
                </c:pt>
                <c:pt idx="14252">
                  <c:v>23</c:v>
                </c:pt>
                <c:pt idx="14253">
                  <c:v>0</c:v>
                </c:pt>
                <c:pt idx="14254">
                  <c:v>30</c:v>
                </c:pt>
                <c:pt idx="14255">
                  <c:v>0</c:v>
                </c:pt>
                <c:pt idx="14256">
                  <c:v>51</c:v>
                </c:pt>
                <c:pt idx="14257">
                  <c:v>10</c:v>
                </c:pt>
                <c:pt idx="14258">
                  <c:v>22</c:v>
                </c:pt>
                <c:pt idx="14259">
                  <c:v>0</c:v>
                </c:pt>
                <c:pt idx="14260">
                  <c:v>178</c:v>
                </c:pt>
                <c:pt idx="14261">
                  <c:v>164</c:v>
                </c:pt>
                <c:pt idx="14262">
                  <c:v>100</c:v>
                </c:pt>
                <c:pt idx="14263">
                  <c:v>80</c:v>
                </c:pt>
                <c:pt idx="14264">
                  <c:v>0</c:v>
                </c:pt>
                <c:pt idx="14265">
                  <c:v>5</c:v>
                </c:pt>
                <c:pt idx="14266">
                  <c:v>1</c:v>
                </c:pt>
                <c:pt idx="14267">
                  <c:v>5</c:v>
                </c:pt>
                <c:pt idx="14268">
                  <c:v>11</c:v>
                </c:pt>
                <c:pt idx="14269">
                  <c:v>210</c:v>
                </c:pt>
                <c:pt idx="14270">
                  <c:v>132</c:v>
                </c:pt>
                <c:pt idx="14271">
                  <c:v>11</c:v>
                </c:pt>
                <c:pt idx="14272">
                  <c:v>1</c:v>
                </c:pt>
                <c:pt idx="14273">
                  <c:v>0</c:v>
                </c:pt>
                <c:pt idx="14274">
                  <c:v>0</c:v>
                </c:pt>
                <c:pt idx="14275">
                  <c:v>0</c:v>
                </c:pt>
                <c:pt idx="14276">
                  <c:v>0</c:v>
                </c:pt>
                <c:pt idx="14277">
                  <c:v>0</c:v>
                </c:pt>
                <c:pt idx="14278">
                  <c:v>0</c:v>
                </c:pt>
                <c:pt idx="14279">
                  <c:v>0</c:v>
                </c:pt>
                <c:pt idx="14280">
                  <c:v>0</c:v>
                </c:pt>
                <c:pt idx="14281">
                  <c:v>20</c:v>
                </c:pt>
                <c:pt idx="14282">
                  <c:v>34</c:v>
                </c:pt>
                <c:pt idx="14283">
                  <c:v>30</c:v>
                </c:pt>
                <c:pt idx="14284">
                  <c:v>8</c:v>
                </c:pt>
                <c:pt idx="14285">
                  <c:v>80</c:v>
                </c:pt>
                <c:pt idx="14286">
                  <c:v>54</c:v>
                </c:pt>
                <c:pt idx="14287">
                  <c:v>150</c:v>
                </c:pt>
                <c:pt idx="14288">
                  <c:v>53</c:v>
                </c:pt>
                <c:pt idx="14289">
                  <c:v>0</c:v>
                </c:pt>
                <c:pt idx="14290">
                  <c:v>1</c:v>
                </c:pt>
                <c:pt idx="14291">
                  <c:v>102</c:v>
                </c:pt>
                <c:pt idx="14292">
                  <c:v>39</c:v>
                </c:pt>
                <c:pt idx="14293">
                  <c:v>0</c:v>
                </c:pt>
                <c:pt idx="14294">
                  <c:v>28</c:v>
                </c:pt>
                <c:pt idx="14295">
                  <c:v>2</c:v>
                </c:pt>
                <c:pt idx="14296">
                  <c:v>0</c:v>
                </c:pt>
                <c:pt idx="14297">
                  <c:v>30</c:v>
                </c:pt>
                <c:pt idx="14298">
                  <c:v>70</c:v>
                </c:pt>
                <c:pt idx="14299">
                  <c:v>32</c:v>
                </c:pt>
                <c:pt idx="14300">
                  <c:v>0</c:v>
                </c:pt>
                <c:pt idx="14301">
                  <c:v>0</c:v>
                </c:pt>
                <c:pt idx="14302">
                  <c:v>0</c:v>
                </c:pt>
                <c:pt idx="14303">
                  <c:v>19</c:v>
                </c:pt>
                <c:pt idx="14304">
                  <c:v>19</c:v>
                </c:pt>
                <c:pt idx="14305">
                  <c:v>0</c:v>
                </c:pt>
                <c:pt idx="14306">
                  <c:v>0</c:v>
                </c:pt>
                <c:pt idx="14307">
                  <c:v>90</c:v>
                </c:pt>
                <c:pt idx="14308">
                  <c:v>4</c:v>
                </c:pt>
                <c:pt idx="14309">
                  <c:v>0</c:v>
                </c:pt>
                <c:pt idx="14310">
                  <c:v>520</c:v>
                </c:pt>
                <c:pt idx="14311">
                  <c:v>0</c:v>
                </c:pt>
                <c:pt idx="14312">
                  <c:v>0</c:v>
                </c:pt>
                <c:pt idx="14313">
                  <c:v>0</c:v>
                </c:pt>
                <c:pt idx="14314">
                  <c:v>0</c:v>
                </c:pt>
                <c:pt idx="14315">
                  <c:v>3</c:v>
                </c:pt>
                <c:pt idx="14316">
                  <c:v>3</c:v>
                </c:pt>
                <c:pt idx="14317">
                  <c:v>0</c:v>
                </c:pt>
                <c:pt idx="14318">
                  <c:v>56</c:v>
                </c:pt>
                <c:pt idx="14319">
                  <c:v>0</c:v>
                </c:pt>
                <c:pt idx="14320">
                  <c:v>0</c:v>
                </c:pt>
                <c:pt idx="14321">
                  <c:v>0</c:v>
                </c:pt>
                <c:pt idx="14322">
                  <c:v>0</c:v>
                </c:pt>
                <c:pt idx="14323">
                  <c:v>0</c:v>
                </c:pt>
                <c:pt idx="14324">
                  <c:v>21</c:v>
                </c:pt>
                <c:pt idx="14325">
                  <c:v>0</c:v>
                </c:pt>
                <c:pt idx="14326">
                  <c:v>0</c:v>
                </c:pt>
                <c:pt idx="14327">
                  <c:v>0</c:v>
                </c:pt>
                <c:pt idx="14328">
                  <c:v>0</c:v>
                </c:pt>
                <c:pt idx="14329">
                  <c:v>60</c:v>
                </c:pt>
                <c:pt idx="14330">
                  <c:v>4</c:v>
                </c:pt>
                <c:pt idx="14331">
                  <c:v>0</c:v>
                </c:pt>
                <c:pt idx="14332">
                  <c:v>0</c:v>
                </c:pt>
                <c:pt idx="14333">
                  <c:v>0</c:v>
                </c:pt>
                <c:pt idx="14334">
                  <c:v>132</c:v>
                </c:pt>
                <c:pt idx="14335">
                  <c:v>60</c:v>
                </c:pt>
                <c:pt idx="14336">
                  <c:v>0</c:v>
                </c:pt>
                <c:pt idx="14337">
                  <c:v>20</c:v>
                </c:pt>
                <c:pt idx="14338">
                  <c:v>90</c:v>
                </c:pt>
                <c:pt idx="14339">
                  <c:v>45</c:v>
                </c:pt>
                <c:pt idx="14340">
                  <c:v>52</c:v>
                </c:pt>
                <c:pt idx="14341">
                  <c:v>30</c:v>
                </c:pt>
                <c:pt idx="14342">
                  <c:v>60</c:v>
                </c:pt>
                <c:pt idx="14343">
                  <c:v>0</c:v>
                </c:pt>
                <c:pt idx="14344">
                  <c:v>140</c:v>
                </c:pt>
                <c:pt idx="14345">
                  <c:v>84</c:v>
                </c:pt>
                <c:pt idx="14346">
                  <c:v>84</c:v>
                </c:pt>
                <c:pt idx="14347">
                  <c:v>3</c:v>
                </c:pt>
                <c:pt idx="14348">
                  <c:v>2</c:v>
                </c:pt>
                <c:pt idx="14349">
                  <c:v>0</c:v>
                </c:pt>
                <c:pt idx="14350">
                  <c:v>50</c:v>
                </c:pt>
                <c:pt idx="14351">
                  <c:v>1</c:v>
                </c:pt>
                <c:pt idx="14352">
                  <c:v>35</c:v>
                </c:pt>
                <c:pt idx="14353">
                  <c:v>1</c:v>
                </c:pt>
                <c:pt idx="14354">
                  <c:v>2</c:v>
                </c:pt>
                <c:pt idx="14355">
                  <c:v>155</c:v>
                </c:pt>
                <c:pt idx="14356">
                  <c:v>0</c:v>
                </c:pt>
                <c:pt idx="14357">
                  <c:v>168</c:v>
                </c:pt>
                <c:pt idx="14358">
                  <c:v>37</c:v>
                </c:pt>
                <c:pt idx="14359">
                  <c:v>0</c:v>
                </c:pt>
                <c:pt idx="14360">
                  <c:v>122</c:v>
                </c:pt>
                <c:pt idx="14361">
                  <c:v>1</c:v>
                </c:pt>
                <c:pt idx="14362">
                  <c:v>28</c:v>
                </c:pt>
                <c:pt idx="14363">
                  <c:v>53</c:v>
                </c:pt>
                <c:pt idx="14364">
                  <c:v>55</c:v>
                </c:pt>
                <c:pt idx="14365">
                  <c:v>4</c:v>
                </c:pt>
                <c:pt idx="14366">
                  <c:v>0</c:v>
                </c:pt>
                <c:pt idx="14367">
                  <c:v>154</c:v>
                </c:pt>
                <c:pt idx="14368">
                  <c:v>518</c:v>
                </c:pt>
                <c:pt idx="14369">
                  <c:v>434</c:v>
                </c:pt>
                <c:pt idx="14370">
                  <c:v>196</c:v>
                </c:pt>
                <c:pt idx="14371">
                  <c:v>28</c:v>
                </c:pt>
                <c:pt idx="14372">
                  <c:v>63</c:v>
                </c:pt>
                <c:pt idx="14373">
                  <c:v>1</c:v>
                </c:pt>
                <c:pt idx="14374">
                  <c:v>15</c:v>
                </c:pt>
                <c:pt idx="14375">
                  <c:v>0</c:v>
                </c:pt>
                <c:pt idx="14376">
                  <c:v>0</c:v>
                </c:pt>
                <c:pt idx="14377">
                  <c:v>13</c:v>
                </c:pt>
                <c:pt idx="14378">
                  <c:v>26</c:v>
                </c:pt>
                <c:pt idx="14379">
                  <c:v>21</c:v>
                </c:pt>
                <c:pt idx="14380">
                  <c:v>53</c:v>
                </c:pt>
                <c:pt idx="14381">
                  <c:v>14</c:v>
                </c:pt>
                <c:pt idx="14382">
                  <c:v>3</c:v>
                </c:pt>
                <c:pt idx="14383">
                  <c:v>64</c:v>
                </c:pt>
                <c:pt idx="14384">
                  <c:v>30</c:v>
                </c:pt>
                <c:pt idx="14385">
                  <c:v>20</c:v>
                </c:pt>
                <c:pt idx="14386">
                  <c:v>6</c:v>
                </c:pt>
                <c:pt idx="14387">
                  <c:v>172</c:v>
                </c:pt>
                <c:pt idx="14388">
                  <c:v>0</c:v>
                </c:pt>
                <c:pt idx="14389">
                  <c:v>1</c:v>
                </c:pt>
                <c:pt idx="14390">
                  <c:v>0</c:v>
                </c:pt>
                <c:pt idx="14391">
                  <c:v>60</c:v>
                </c:pt>
                <c:pt idx="14392">
                  <c:v>0</c:v>
                </c:pt>
                <c:pt idx="14393">
                  <c:v>0</c:v>
                </c:pt>
                <c:pt idx="14394">
                  <c:v>5</c:v>
                </c:pt>
                <c:pt idx="14395">
                  <c:v>0</c:v>
                </c:pt>
                <c:pt idx="14396">
                  <c:v>0</c:v>
                </c:pt>
                <c:pt idx="14397">
                  <c:v>0</c:v>
                </c:pt>
                <c:pt idx="14398">
                  <c:v>70</c:v>
                </c:pt>
                <c:pt idx="14399">
                  <c:v>52</c:v>
                </c:pt>
                <c:pt idx="14400">
                  <c:v>70</c:v>
                </c:pt>
                <c:pt idx="14401">
                  <c:v>0</c:v>
                </c:pt>
                <c:pt idx="14402">
                  <c:v>7</c:v>
                </c:pt>
                <c:pt idx="14403">
                  <c:v>28</c:v>
                </c:pt>
                <c:pt idx="14404">
                  <c:v>180</c:v>
                </c:pt>
                <c:pt idx="14405">
                  <c:v>0</c:v>
                </c:pt>
                <c:pt idx="14406">
                  <c:v>21</c:v>
                </c:pt>
                <c:pt idx="14407">
                  <c:v>14</c:v>
                </c:pt>
                <c:pt idx="14408">
                  <c:v>7</c:v>
                </c:pt>
                <c:pt idx="14409">
                  <c:v>0</c:v>
                </c:pt>
                <c:pt idx="14410">
                  <c:v>4</c:v>
                </c:pt>
                <c:pt idx="14411">
                  <c:v>0</c:v>
                </c:pt>
                <c:pt idx="14412">
                  <c:v>6</c:v>
                </c:pt>
                <c:pt idx="14413">
                  <c:v>0</c:v>
                </c:pt>
                <c:pt idx="14414">
                  <c:v>6</c:v>
                </c:pt>
                <c:pt idx="14415">
                  <c:v>0</c:v>
                </c:pt>
                <c:pt idx="14416">
                  <c:v>0</c:v>
                </c:pt>
                <c:pt idx="14417">
                  <c:v>125</c:v>
                </c:pt>
                <c:pt idx="14418">
                  <c:v>0</c:v>
                </c:pt>
                <c:pt idx="14419">
                  <c:v>96</c:v>
                </c:pt>
                <c:pt idx="14420">
                  <c:v>52</c:v>
                </c:pt>
                <c:pt idx="14421">
                  <c:v>0</c:v>
                </c:pt>
                <c:pt idx="14422">
                  <c:v>7</c:v>
                </c:pt>
                <c:pt idx="14423">
                  <c:v>0</c:v>
                </c:pt>
                <c:pt idx="14424">
                  <c:v>0</c:v>
                </c:pt>
                <c:pt idx="14425">
                  <c:v>2</c:v>
                </c:pt>
                <c:pt idx="14426">
                  <c:v>1</c:v>
                </c:pt>
                <c:pt idx="14427">
                  <c:v>0</c:v>
                </c:pt>
                <c:pt idx="14428">
                  <c:v>0</c:v>
                </c:pt>
                <c:pt idx="14429">
                  <c:v>67</c:v>
                </c:pt>
                <c:pt idx="14430">
                  <c:v>75</c:v>
                </c:pt>
                <c:pt idx="14431">
                  <c:v>48</c:v>
                </c:pt>
                <c:pt idx="14432">
                  <c:v>30</c:v>
                </c:pt>
                <c:pt idx="14433">
                  <c:v>17</c:v>
                </c:pt>
                <c:pt idx="14434">
                  <c:v>30</c:v>
                </c:pt>
                <c:pt idx="14435">
                  <c:v>0</c:v>
                </c:pt>
                <c:pt idx="14436">
                  <c:v>24</c:v>
                </c:pt>
                <c:pt idx="14437">
                  <c:v>56</c:v>
                </c:pt>
                <c:pt idx="14438">
                  <c:v>0</c:v>
                </c:pt>
                <c:pt idx="14439">
                  <c:v>0</c:v>
                </c:pt>
                <c:pt idx="14440">
                  <c:v>196</c:v>
                </c:pt>
                <c:pt idx="14441">
                  <c:v>30</c:v>
                </c:pt>
                <c:pt idx="14442">
                  <c:v>90</c:v>
                </c:pt>
                <c:pt idx="14443">
                  <c:v>60</c:v>
                </c:pt>
                <c:pt idx="14444">
                  <c:v>90</c:v>
                </c:pt>
                <c:pt idx="14445">
                  <c:v>34</c:v>
                </c:pt>
                <c:pt idx="14446">
                  <c:v>44</c:v>
                </c:pt>
                <c:pt idx="14447">
                  <c:v>43</c:v>
                </c:pt>
                <c:pt idx="14448">
                  <c:v>60</c:v>
                </c:pt>
                <c:pt idx="14449">
                  <c:v>63</c:v>
                </c:pt>
                <c:pt idx="14450">
                  <c:v>60</c:v>
                </c:pt>
                <c:pt idx="14451">
                  <c:v>17</c:v>
                </c:pt>
                <c:pt idx="14452">
                  <c:v>1</c:v>
                </c:pt>
                <c:pt idx="14453">
                  <c:v>3</c:v>
                </c:pt>
                <c:pt idx="14454">
                  <c:v>0</c:v>
                </c:pt>
                <c:pt idx="14455">
                  <c:v>15</c:v>
                </c:pt>
                <c:pt idx="14456">
                  <c:v>5</c:v>
                </c:pt>
                <c:pt idx="14457">
                  <c:v>20</c:v>
                </c:pt>
                <c:pt idx="14458">
                  <c:v>2</c:v>
                </c:pt>
                <c:pt idx="14459">
                  <c:v>44</c:v>
                </c:pt>
                <c:pt idx="14460">
                  <c:v>0</c:v>
                </c:pt>
                <c:pt idx="14461">
                  <c:v>63</c:v>
                </c:pt>
                <c:pt idx="14462">
                  <c:v>0</c:v>
                </c:pt>
                <c:pt idx="14463">
                  <c:v>2</c:v>
                </c:pt>
                <c:pt idx="14464">
                  <c:v>0</c:v>
                </c:pt>
                <c:pt idx="14465">
                  <c:v>0</c:v>
                </c:pt>
                <c:pt idx="14466">
                  <c:v>0</c:v>
                </c:pt>
                <c:pt idx="14467">
                  <c:v>0</c:v>
                </c:pt>
                <c:pt idx="14468">
                  <c:v>0</c:v>
                </c:pt>
                <c:pt idx="14469">
                  <c:v>0</c:v>
                </c:pt>
                <c:pt idx="14470">
                  <c:v>0</c:v>
                </c:pt>
                <c:pt idx="14471">
                  <c:v>1</c:v>
                </c:pt>
                <c:pt idx="14472">
                  <c:v>165</c:v>
                </c:pt>
                <c:pt idx="14473">
                  <c:v>112</c:v>
                </c:pt>
                <c:pt idx="14474">
                  <c:v>9</c:v>
                </c:pt>
                <c:pt idx="14475">
                  <c:v>1</c:v>
                </c:pt>
                <c:pt idx="14476">
                  <c:v>112</c:v>
                </c:pt>
                <c:pt idx="14477">
                  <c:v>0</c:v>
                </c:pt>
                <c:pt idx="14478">
                  <c:v>0</c:v>
                </c:pt>
                <c:pt idx="14479">
                  <c:v>0</c:v>
                </c:pt>
                <c:pt idx="14480">
                  <c:v>0</c:v>
                </c:pt>
                <c:pt idx="14481">
                  <c:v>0</c:v>
                </c:pt>
                <c:pt idx="14482">
                  <c:v>0</c:v>
                </c:pt>
                <c:pt idx="14483">
                  <c:v>0</c:v>
                </c:pt>
                <c:pt idx="14484">
                  <c:v>0</c:v>
                </c:pt>
                <c:pt idx="14485">
                  <c:v>0</c:v>
                </c:pt>
                <c:pt idx="14486">
                  <c:v>0</c:v>
                </c:pt>
                <c:pt idx="14487">
                  <c:v>0</c:v>
                </c:pt>
                <c:pt idx="14488">
                  <c:v>0</c:v>
                </c:pt>
                <c:pt idx="14489">
                  <c:v>240</c:v>
                </c:pt>
                <c:pt idx="14490">
                  <c:v>16</c:v>
                </c:pt>
                <c:pt idx="14491">
                  <c:v>63</c:v>
                </c:pt>
                <c:pt idx="14492">
                  <c:v>89</c:v>
                </c:pt>
                <c:pt idx="14493">
                  <c:v>0</c:v>
                </c:pt>
                <c:pt idx="14494">
                  <c:v>13</c:v>
                </c:pt>
                <c:pt idx="14495">
                  <c:v>2</c:v>
                </c:pt>
                <c:pt idx="14496">
                  <c:v>15</c:v>
                </c:pt>
                <c:pt idx="14497">
                  <c:v>0</c:v>
                </c:pt>
                <c:pt idx="14498">
                  <c:v>2</c:v>
                </c:pt>
                <c:pt idx="14499">
                  <c:v>13</c:v>
                </c:pt>
                <c:pt idx="14500">
                  <c:v>140</c:v>
                </c:pt>
                <c:pt idx="14501">
                  <c:v>0</c:v>
                </c:pt>
                <c:pt idx="14502">
                  <c:v>54</c:v>
                </c:pt>
                <c:pt idx="14503">
                  <c:v>93</c:v>
                </c:pt>
                <c:pt idx="14504">
                  <c:v>114</c:v>
                </c:pt>
                <c:pt idx="14505">
                  <c:v>0</c:v>
                </c:pt>
                <c:pt idx="14506">
                  <c:v>35</c:v>
                </c:pt>
                <c:pt idx="14507">
                  <c:v>60</c:v>
                </c:pt>
                <c:pt idx="14508">
                  <c:v>112</c:v>
                </c:pt>
                <c:pt idx="14509">
                  <c:v>28</c:v>
                </c:pt>
                <c:pt idx="14510">
                  <c:v>28</c:v>
                </c:pt>
                <c:pt idx="14511">
                  <c:v>112</c:v>
                </c:pt>
                <c:pt idx="14512">
                  <c:v>90</c:v>
                </c:pt>
                <c:pt idx="14513">
                  <c:v>6</c:v>
                </c:pt>
                <c:pt idx="14514">
                  <c:v>2</c:v>
                </c:pt>
                <c:pt idx="14515">
                  <c:v>150</c:v>
                </c:pt>
                <c:pt idx="14516">
                  <c:v>180</c:v>
                </c:pt>
                <c:pt idx="14517">
                  <c:v>6</c:v>
                </c:pt>
                <c:pt idx="14518">
                  <c:v>9</c:v>
                </c:pt>
                <c:pt idx="14519">
                  <c:v>90</c:v>
                </c:pt>
                <c:pt idx="14520">
                  <c:v>12</c:v>
                </c:pt>
                <c:pt idx="14521">
                  <c:v>24</c:v>
                </c:pt>
                <c:pt idx="14522">
                  <c:v>18</c:v>
                </c:pt>
                <c:pt idx="14523">
                  <c:v>52</c:v>
                </c:pt>
                <c:pt idx="14524">
                  <c:v>23</c:v>
                </c:pt>
                <c:pt idx="14525">
                  <c:v>0</c:v>
                </c:pt>
                <c:pt idx="14526">
                  <c:v>180</c:v>
                </c:pt>
                <c:pt idx="14527">
                  <c:v>36</c:v>
                </c:pt>
                <c:pt idx="14528">
                  <c:v>42</c:v>
                </c:pt>
                <c:pt idx="14529">
                  <c:v>3</c:v>
                </c:pt>
                <c:pt idx="14530">
                  <c:v>25</c:v>
                </c:pt>
                <c:pt idx="14531">
                  <c:v>80</c:v>
                </c:pt>
                <c:pt idx="14532">
                  <c:v>46</c:v>
                </c:pt>
                <c:pt idx="14533">
                  <c:v>14</c:v>
                </c:pt>
                <c:pt idx="14534">
                  <c:v>12</c:v>
                </c:pt>
                <c:pt idx="14535">
                  <c:v>24</c:v>
                </c:pt>
                <c:pt idx="14536">
                  <c:v>50</c:v>
                </c:pt>
                <c:pt idx="14537">
                  <c:v>76</c:v>
                </c:pt>
                <c:pt idx="14538">
                  <c:v>30</c:v>
                </c:pt>
                <c:pt idx="14539">
                  <c:v>112</c:v>
                </c:pt>
                <c:pt idx="14540">
                  <c:v>117</c:v>
                </c:pt>
                <c:pt idx="14541">
                  <c:v>5</c:v>
                </c:pt>
                <c:pt idx="14542">
                  <c:v>14</c:v>
                </c:pt>
                <c:pt idx="14543">
                  <c:v>4</c:v>
                </c:pt>
                <c:pt idx="14544">
                  <c:v>96</c:v>
                </c:pt>
                <c:pt idx="14545">
                  <c:v>34</c:v>
                </c:pt>
                <c:pt idx="14546">
                  <c:v>3</c:v>
                </c:pt>
                <c:pt idx="14547">
                  <c:v>0</c:v>
                </c:pt>
                <c:pt idx="14548">
                  <c:v>16</c:v>
                </c:pt>
                <c:pt idx="14549">
                  <c:v>0</c:v>
                </c:pt>
                <c:pt idx="14550">
                  <c:v>94</c:v>
                </c:pt>
                <c:pt idx="14551">
                  <c:v>180</c:v>
                </c:pt>
                <c:pt idx="14552">
                  <c:v>90</c:v>
                </c:pt>
                <c:pt idx="14553">
                  <c:v>22</c:v>
                </c:pt>
                <c:pt idx="14554">
                  <c:v>6</c:v>
                </c:pt>
                <c:pt idx="14555">
                  <c:v>80</c:v>
                </c:pt>
                <c:pt idx="14556">
                  <c:v>64</c:v>
                </c:pt>
                <c:pt idx="14557">
                  <c:v>36</c:v>
                </c:pt>
                <c:pt idx="14558">
                  <c:v>51</c:v>
                </c:pt>
                <c:pt idx="14559">
                  <c:v>22</c:v>
                </c:pt>
                <c:pt idx="14560">
                  <c:v>0</c:v>
                </c:pt>
                <c:pt idx="14561">
                  <c:v>16</c:v>
                </c:pt>
                <c:pt idx="14562">
                  <c:v>6</c:v>
                </c:pt>
                <c:pt idx="14563">
                  <c:v>150</c:v>
                </c:pt>
                <c:pt idx="14564">
                  <c:v>180</c:v>
                </c:pt>
                <c:pt idx="14565">
                  <c:v>0</c:v>
                </c:pt>
                <c:pt idx="14566">
                  <c:v>15</c:v>
                </c:pt>
                <c:pt idx="14567">
                  <c:v>18</c:v>
                </c:pt>
                <c:pt idx="14568">
                  <c:v>4</c:v>
                </c:pt>
                <c:pt idx="14569">
                  <c:v>0</c:v>
                </c:pt>
                <c:pt idx="14570">
                  <c:v>0</c:v>
                </c:pt>
                <c:pt idx="14571">
                  <c:v>0</c:v>
                </c:pt>
                <c:pt idx="14572">
                  <c:v>30</c:v>
                </c:pt>
                <c:pt idx="14573">
                  <c:v>0</c:v>
                </c:pt>
                <c:pt idx="14574">
                  <c:v>2</c:v>
                </c:pt>
                <c:pt idx="14575">
                  <c:v>50</c:v>
                </c:pt>
                <c:pt idx="14576">
                  <c:v>58</c:v>
                </c:pt>
                <c:pt idx="14577">
                  <c:v>0</c:v>
                </c:pt>
                <c:pt idx="14578">
                  <c:v>120</c:v>
                </c:pt>
                <c:pt idx="14579">
                  <c:v>42</c:v>
                </c:pt>
                <c:pt idx="14580">
                  <c:v>60</c:v>
                </c:pt>
                <c:pt idx="14581">
                  <c:v>16</c:v>
                </c:pt>
                <c:pt idx="14582">
                  <c:v>2</c:v>
                </c:pt>
                <c:pt idx="14583">
                  <c:v>0</c:v>
                </c:pt>
                <c:pt idx="14584">
                  <c:v>3</c:v>
                </c:pt>
                <c:pt idx="14585">
                  <c:v>1</c:v>
                </c:pt>
                <c:pt idx="14586">
                  <c:v>39</c:v>
                </c:pt>
                <c:pt idx="14587">
                  <c:v>140</c:v>
                </c:pt>
                <c:pt idx="14588">
                  <c:v>22</c:v>
                </c:pt>
                <c:pt idx="14589">
                  <c:v>0</c:v>
                </c:pt>
                <c:pt idx="14590">
                  <c:v>150</c:v>
                </c:pt>
                <c:pt idx="14591">
                  <c:v>0</c:v>
                </c:pt>
                <c:pt idx="14592">
                  <c:v>147</c:v>
                </c:pt>
                <c:pt idx="14593">
                  <c:v>9</c:v>
                </c:pt>
                <c:pt idx="14594">
                  <c:v>0</c:v>
                </c:pt>
                <c:pt idx="14595">
                  <c:v>18</c:v>
                </c:pt>
                <c:pt idx="14596">
                  <c:v>0</c:v>
                </c:pt>
                <c:pt idx="14597">
                  <c:v>0</c:v>
                </c:pt>
                <c:pt idx="14598">
                  <c:v>0</c:v>
                </c:pt>
                <c:pt idx="14599">
                  <c:v>0</c:v>
                </c:pt>
                <c:pt idx="14600">
                  <c:v>16</c:v>
                </c:pt>
                <c:pt idx="14601">
                  <c:v>84</c:v>
                </c:pt>
                <c:pt idx="14602">
                  <c:v>154</c:v>
                </c:pt>
                <c:pt idx="14603">
                  <c:v>30</c:v>
                </c:pt>
                <c:pt idx="14604">
                  <c:v>0</c:v>
                </c:pt>
                <c:pt idx="14605">
                  <c:v>0</c:v>
                </c:pt>
                <c:pt idx="14606">
                  <c:v>3</c:v>
                </c:pt>
                <c:pt idx="14607">
                  <c:v>0</c:v>
                </c:pt>
                <c:pt idx="14608">
                  <c:v>0</c:v>
                </c:pt>
                <c:pt idx="14609">
                  <c:v>1</c:v>
                </c:pt>
                <c:pt idx="14610">
                  <c:v>0</c:v>
                </c:pt>
                <c:pt idx="14611">
                  <c:v>0</c:v>
                </c:pt>
                <c:pt idx="14612">
                  <c:v>0</c:v>
                </c:pt>
                <c:pt idx="14613">
                  <c:v>0</c:v>
                </c:pt>
                <c:pt idx="14614">
                  <c:v>0</c:v>
                </c:pt>
                <c:pt idx="14615">
                  <c:v>3</c:v>
                </c:pt>
                <c:pt idx="14616">
                  <c:v>0</c:v>
                </c:pt>
                <c:pt idx="14617">
                  <c:v>0</c:v>
                </c:pt>
                <c:pt idx="14618">
                  <c:v>0</c:v>
                </c:pt>
                <c:pt idx="14619">
                  <c:v>20</c:v>
                </c:pt>
                <c:pt idx="14620">
                  <c:v>0</c:v>
                </c:pt>
                <c:pt idx="14621">
                  <c:v>0</c:v>
                </c:pt>
                <c:pt idx="14622">
                  <c:v>0</c:v>
                </c:pt>
                <c:pt idx="14623">
                  <c:v>0</c:v>
                </c:pt>
                <c:pt idx="14624">
                  <c:v>0</c:v>
                </c:pt>
                <c:pt idx="14625">
                  <c:v>0</c:v>
                </c:pt>
                <c:pt idx="14626">
                  <c:v>0</c:v>
                </c:pt>
                <c:pt idx="14627">
                  <c:v>0</c:v>
                </c:pt>
                <c:pt idx="14628">
                  <c:v>128</c:v>
                </c:pt>
                <c:pt idx="14629">
                  <c:v>0</c:v>
                </c:pt>
                <c:pt idx="14630">
                  <c:v>60</c:v>
                </c:pt>
                <c:pt idx="14631">
                  <c:v>5</c:v>
                </c:pt>
                <c:pt idx="14632">
                  <c:v>0</c:v>
                </c:pt>
                <c:pt idx="14633">
                  <c:v>1</c:v>
                </c:pt>
                <c:pt idx="14634">
                  <c:v>4</c:v>
                </c:pt>
                <c:pt idx="14635">
                  <c:v>2</c:v>
                </c:pt>
                <c:pt idx="14636">
                  <c:v>0</c:v>
                </c:pt>
                <c:pt idx="14637">
                  <c:v>1</c:v>
                </c:pt>
                <c:pt idx="14638">
                  <c:v>5</c:v>
                </c:pt>
                <c:pt idx="14639">
                  <c:v>2</c:v>
                </c:pt>
                <c:pt idx="14640">
                  <c:v>0</c:v>
                </c:pt>
                <c:pt idx="14641">
                  <c:v>42</c:v>
                </c:pt>
                <c:pt idx="14642">
                  <c:v>0</c:v>
                </c:pt>
                <c:pt idx="14643">
                  <c:v>90</c:v>
                </c:pt>
                <c:pt idx="14644">
                  <c:v>57</c:v>
                </c:pt>
                <c:pt idx="14645">
                  <c:v>1</c:v>
                </c:pt>
                <c:pt idx="14646">
                  <c:v>30</c:v>
                </c:pt>
                <c:pt idx="14647">
                  <c:v>5</c:v>
                </c:pt>
                <c:pt idx="14648">
                  <c:v>160</c:v>
                </c:pt>
                <c:pt idx="14649">
                  <c:v>180</c:v>
                </c:pt>
                <c:pt idx="14650">
                  <c:v>225</c:v>
                </c:pt>
                <c:pt idx="14651">
                  <c:v>120</c:v>
                </c:pt>
                <c:pt idx="14652">
                  <c:v>60</c:v>
                </c:pt>
                <c:pt idx="14653">
                  <c:v>90</c:v>
                </c:pt>
                <c:pt idx="14654">
                  <c:v>0</c:v>
                </c:pt>
                <c:pt idx="14655">
                  <c:v>78</c:v>
                </c:pt>
                <c:pt idx="14656">
                  <c:v>45</c:v>
                </c:pt>
                <c:pt idx="14657">
                  <c:v>240</c:v>
                </c:pt>
                <c:pt idx="14658">
                  <c:v>28</c:v>
                </c:pt>
                <c:pt idx="14659">
                  <c:v>83</c:v>
                </c:pt>
                <c:pt idx="14660">
                  <c:v>5</c:v>
                </c:pt>
                <c:pt idx="14661">
                  <c:v>0</c:v>
                </c:pt>
                <c:pt idx="14662">
                  <c:v>100</c:v>
                </c:pt>
                <c:pt idx="14663">
                  <c:v>33</c:v>
                </c:pt>
                <c:pt idx="14664">
                  <c:v>28</c:v>
                </c:pt>
                <c:pt idx="14665">
                  <c:v>25</c:v>
                </c:pt>
                <c:pt idx="14666">
                  <c:v>0</c:v>
                </c:pt>
                <c:pt idx="14667">
                  <c:v>140</c:v>
                </c:pt>
                <c:pt idx="14668">
                  <c:v>60</c:v>
                </c:pt>
                <c:pt idx="14669">
                  <c:v>84</c:v>
                </c:pt>
                <c:pt idx="14670">
                  <c:v>15</c:v>
                </c:pt>
                <c:pt idx="14671">
                  <c:v>45</c:v>
                </c:pt>
                <c:pt idx="14672">
                  <c:v>0</c:v>
                </c:pt>
                <c:pt idx="14673">
                  <c:v>1</c:v>
                </c:pt>
                <c:pt idx="14674">
                  <c:v>308</c:v>
                </c:pt>
                <c:pt idx="14675">
                  <c:v>48</c:v>
                </c:pt>
                <c:pt idx="14676">
                  <c:v>30</c:v>
                </c:pt>
                <c:pt idx="14677">
                  <c:v>0</c:v>
                </c:pt>
                <c:pt idx="14678">
                  <c:v>3</c:v>
                </c:pt>
                <c:pt idx="14679">
                  <c:v>27</c:v>
                </c:pt>
                <c:pt idx="14680">
                  <c:v>87</c:v>
                </c:pt>
                <c:pt idx="14681">
                  <c:v>0</c:v>
                </c:pt>
                <c:pt idx="14682">
                  <c:v>56</c:v>
                </c:pt>
                <c:pt idx="14683">
                  <c:v>98</c:v>
                </c:pt>
                <c:pt idx="14684">
                  <c:v>112</c:v>
                </c:pt>
                <c:pt idx="14685">
                  <c:v>0</c:v>
                </c:pt>
                <c:pt idx="14686">
                  <c:v>72</c:v>
                </c:pt>
                <c:pt idx="14687">
                  <c:v>3</c:v>
                </c:pt>
                <c:pt idx="14688">
                  <c:v>9</c:v>
                </c:pt>
                <c:pt idx="14689">
                  <c:v>0</c:v>
                </c:pt>
                <c:pt idx="14690">
                  <c:v>0</c:v>
                </c:pt>
                <c:pt idx="14691">
                  <c:v>17</c:v>
                </c:pt>
                <c:pt idx="14692">
                  <c:v>196</c:v>
                </c:pt>
                <c:pt idx="14693">
                  <c:v>62</c:v>
                </c:pt>
                <c:pt idx="14694">
                  <c:v>66</c:v>
                </c:pt>
                <c:pt idx="14695">
                  <c:v>0</c:v>
                </c:pt>
                <c:pt idx="14696">
                  <c:v>0</c:v>
                </c:pt>
                <c:pt idx="14697">
                  <c:v>0</c:v>
                </c:pt>
                <c:pt idx="14698">
                  <c:v>28</c:v>
                </c:pt>
                <c:pt idx="14699">
                  <c:v>13</c:v>
                </c:pt>
                <c:pt idx="14700">
                  <c:v>0</c:v>
                </c:pt>
                <c:pt idx="14701">
                  <c:v>238</c:v>
                </c:pt>
                <c:pt idx="14702">
                  <c:v>25</c:v>
                </c:pt>
                <c:pt idx="14703">
                  <c:v>75</c:v>
                </c:pt>
                <c:pt idx="14704">
                  <c:v>190</c:v>
                </c:pt>
                <c:pt idx="14705">
                  <c:v>9</c:v>
                </c:pt>
                <c:pt idx="14706">
                  <c:v>462</c:v>
                </c:pt>
                <c:pt idx="14707">
                  <c:v>0</c:v>
                </c:pt>
                <c:pt idx="14708">
                  <c:v>0</c:v>
                </c:pt>
                <c:pt idx="14709">
                  <c:v>116</c:v>
                </c:pt>
                <c:pt idx="14710">
                  <c:v>392</c:v>
                </c:pt>
                <c:pt idx="14711">
                  <c:v>28</c:v>
                </c:pt>
                <c:pt idx="14712">
                  <c:v>0</c:v>
                </c:pt>
                <c:pt idx="14713">
                  <c:v>56</c:v>
                </c:pt>
                <c:pt idx="14714">
                  <c:v>45</c:v>
                </c:pt>
                <c:pt idx="14715">
                  <c:v>30</c:v>
                </c:pt>
                <c:pt idx="14716">
                  <c:v>49</c:v>
                </c:pt>
                <c:pt idx="14717">
                  <c:v>0</c:v>
                </c:pt>
                <c:pt idx="14718">
                  <c:v>0</c:v>
                </c:pt>
                <c:pt idx="14719">
                  <c:v>28</c:v>
                </c:pt>
                <c:pt idx="14720">
                  <c:v>120</c:v>
                </c:pt>
                <c:pt idx="14721">
                  <c:v>28</c:v>
                </c:pt>
                <c:pt idx="14722">
                  <c:v>56</c:v>
                </c:pt>
                <c:pt idx="14723">
                  <c:v>28</c:v>
                </c:pt>
                <c:pt idx="14724">
                  <c:v>0</c:v>
                </c:pt>
                <c:pt idx="14725">
                  <c:v>0</c:v>
                </c:pt>
                <c:pt idx="14726">
                  <c:v>0</c:v>
                </c:pt>
                <c:pt idx="14727">
                  <c:v>28</c:v>
                </c:pt>
                <c:pt idx="14728">
                  <c:v>34</c:v>
                </c:pt>
                <c:pt idx="14729">
                  <c:v>42</c:v>
                </c:pt>
                <c:pt idx="14730">
                  <c:v>20</c:v>
                </c:pt>
                <c:pt idx="14731">
                  <c:v>0</c:v>
                </c:pt>
                <c:pt idx="14732">
                  <c:v>240</c:v>
                </c:pt>
                <c:pt idx="14733">
                  <c:v>24</c:v>
                </c:pt>
                <c:pt idx="14734">
                  <c:v>0</c:v>
                </c:pt>
                <c:pt idx="14735">
                  <c:v>65</c:v>
                </c:pt>
                <c:pt idx="14736">
                  <c:v>112</c:v>
                </c:pt>
                <c:pt idx="14737">
                  <c:v>84</c:v>
                </c:pt>
                <c:pt idx="14738">
                  <c:v>28</c:v>
                </c:pt>
                <c:pt idx="14739">
                  <c:v>3</c:v>
                </c:pt>
                <c:pt idx="14740">
                  <c:v>135</c:v>
                </c:pt>
                <c:pt idx="14741">
                  <c:v>2</c:v>
                </c:pt>
                <c:pt idx="14742">
                  <c:v>2</c:v>
                </c:pt>
                <c:pt idx="14743">
                  <c:v>16</c:v>
                </c:pt>
                <c:pt idx="14744">
                  <c:v>1</c:v>
                </c:pt>
                <c:pt idx="14745">
                  <c:v>3</c:v>
                </c:pt>
                <c:pt idx="14746">
                  <c:v>7</c:v>
                </c:pt>
                <c:pt idx="14747">
                  <c:v>6</c:v>
                </c:pt>
                <c:pt idx="14748">
                  <c:v>100</c:v>
                </c:pt>
                <c:pt idx="14749">
                  <c:v>0</c:v>
                </c:pt>
                <c:pt idx="14750">
                  <c:v>11</c:v>
                </c:pt>
                <c:pt idx="14751">
                  <c:v>10</c:v>
                </c:pt>
                <c:pt idx="14752">
                  <c:v>1</c:v>
                </c:pt>
                <c:pt idx="14753">
                  <c:v>2</c:v>
                </c:pt>
                <c:pt idx="14754">
                  <c:v>88</c:v>
                </c:pt>
                <c:pt idx="14755">
                  <c:v>10</c:v>
                </c:pt>
                <c:pt idx="14756">
                  <c:v>5</c:v>
                </c:pt>
                <c:pt idx="14757">
                  <c:v>0</c:v>
                </c:pt>
                <c:pt idx="14758">
                  <c:v>10</c:v>
                </c:pt>
                <c:pt idx="14759">
                  <c:v>0</c:v>
                </c:pt>
                <c:pt idx="14760">
                  <c:v>62</c:v>
                </c:pt>
                <c:pt idx="14761">
                  <c:v>126</c:v>
                </c:pt>
                <c:pt idx="14762">
                  <c:v>57</c:v>
                </c:pt>
                <c:pt idx="14763">
                  <c:v>92</c:v>
                </c:pt>
                <c:pt idx="14764">
                  <c:v>72</c:v>
                </c:pt>
                <c:pt idx="14765">
                  <c:v>35</c:v>
                </c:pt>
                <c:pt idx="14766">
                  <c:v>0</c:v>
                </c:pt>
                <c:pt idx="14767">
                  <c:v>189</c:v>
                </c:pt>
                <c:pt idx="14768">
                  <c:v>0</c:v>
                </c:pt>
                <c:pt idx="14769">
                  <c:v>56</c:v>
                </c:pt>
                <c:pt idx="14770">
                  <c:v>147</c:v>
                </c:pt>
                <c:pt idx="14771">
                  <c:v>12</c:v>
                </c:pt>
                <c:pt idx="14772">
                  <c:v>0</c:v>
                </c:pt>
                <c:pt idx="14773">
                  <c:v>2</c:v>
                </c:pt>
                <c:pt idx="14774">
                  <c:v>0</c:v>
                </c:pt>
                <c:pt idx="14775">
                  <c:v>1</c:v>
                </c:pt>
                <c:pt idx="14776">
                  <c:v>0</c:v>
                </c:pt>
                <c:pt idx="14777">
                  <c:v>0</c:v>
                </c:pt>
                <c:pt idx="14778">
                  <c:v>240</c:v>
                </c:pt>
                <c:pt idx="14779">
                  <c:v>72</c:v>
                </c:pt>
                <c:pt idx="14780">
                  <c:v>240</c:v>
                </c:pt>
                <c:pt idx="14781">
                  <c:v>1</c:v>
                </c:pt>
                <c:pt idx="14782">
                  <c:v>0</c:v>
                </c:pt>
                <c:pt idx="14783">
                  <c:v>2</c:v>
                </c:pt>
                <c:pt idx="14784">
                  <c:v>0</c:v>
                </c:pt>
                <c:pt idx="14785">
                  <c:v>12</c:v>
                </c:pt>
                <c:pt idx="14786">
                  <c:v>0</c:v>
                </c:pt>
                <c:pt idx="14787">
                  <c:v>0</c:v>
                </c:pt>
                <c:pt idx="14788">
                  <c:v>0</c:v>
                </c:pt>
                <c:pt idx="14789">
                  <c:v>0</c:v>
                </c:pt>
                <c:pt idx="14790">
                  <c:v>72</c:v>
                </c:pt>
                <c:pt idx="14791">
                  <c:v>18</c:v>
                </c:pt>
                <c:pt idx="14792">
                  <c:v>0</c:v>
                </c:pt>
                <c:pt idx="14793">
                  <c:v>34</c:v>
                </c:pt>
                <c:pt idx="14794">
                  <c:v>0</c:v>
                </c:pt>
                <c:pt idx="14795">
                  <c:v>0</c:v>
                </c:pt>
                <c:pt idx="14796">
                  <c:v>3</c:v>
                </c:pt>
                <c:pt idx="14797">
                  <c:v>30</c:v>
                </c:pt>
                <c:pt idx="14798">
                  <c:v>4</c:v>
                </c:pt>
                <c:pt idx="14799">
                  <c:v>100</c:v>
                </c:pt>
                <c:pt idx="14800">
                  <c:v>50</c:v>
                </c:pt>
                <c:pt idx="14801">
                  <c:v>14</c:v>
                </c:pt>
                <c:pt idx="14802">
                  <c:v>27</c:v>
                </c:pt>
                <c:pt idx="14803">
                  <c:v>3</c:v>
                </c:pt>
                <c:pt idx="14804">
                  <c:v>203</c:v>
                </c:pt>
                <c:pt idx="14805">
                  <c:v>126</c:v>
                </c:pt>
                <c:pt idx="14806">
                  <c:v>60</c:v>
                </c:pt>
                <c:pt idx="14807">
                  <c:v>13</c:v>
                </c:pt>
                <c:pt idx="14808">
                  <c:v>224</c:v>
                </c:pt>
                <c:pt idx="14809">
                  <c:v>17</c:v>
                </c:pt>
                <c:pt idx="14810">
                  <c:v>1</c:v>
                </c:pt>
                <c:pt idx="14811">
                  <c:v>7</c:v>
                </c:pt>
                <c:pt idx="14812">
                  <c:v>0</c:v>
                </c:pt>
                <c:pt idx="14813">
                  <c:v>0</c:v>
                </c:pt>
                <c:pt idx="14814">
                  <c:v>0</c:v>
                </c:pt>
                <c:pt idx="14815">
                  <c:v>0</c:v>
                </c:pt>
                <c:pt idx="14816">
                  <c:v>1</c:v>
                </c:pt>
                <c:pt idx="14817">
                  <c:v>60</c:v>
                </c:pt>
                <c:pt idx="14818">
                  <c:v>60</c:v>
                </c:pt>
                <c:pt idx="14819">
                  <c:v>60</c:v>
                </c:pt>
                <c:pt idx="14820">
                  <c:v>2</c:v>
                </c:pt>
                <c:pt idx="14821">
                  <c:v>110</c:v>
                </c:pt>
                <c:pt idx="14822">
                  <c:v>8</c:v>
                </c:pt>
                <c:pt idx="14823">
                  <c:v>0</c:v>
                </c:pt>
                <c:pt idx="14824">
                  <c:v>0</c:v>
                </c:pt>
                <c:pt idx="14825">
                  <c:v>62</c:v>
                </c:pt>
                <c:pt idx="14826">
                  <c:v>0</c:v>
                </c:pt>
                <c:pt idx="14827">
                  <c:v>0</c:v>
                </c:pt>
                <c:pt idx="14828">
                  <c:v>0</c:v>
                </c:pt>
                <c:pt idx="14829">
                  <c:v>0</c:v>
                </c:pt>
                <c:pt idx="14830">
                  <c:v>0</c:v>
                </c:pt>
                <c:pt idx="14831">
                  <c:v>72</c:v>
                </c:pt>
                <c:pt idx="14832">
                  <c:v>0</c:v>
                </c:pt>
                <c:pt idx="14833">
                  <c:v>23</c:v>
                </c:pt>
                <c:pt idx="14834">
                  <c:v>80</c:v>
                </c:pt>
                <c:pt idx="14835">
                  <c:v>12</c:v>
                </c:pt>
                <c:pt idx="14836">
                  <c:v>100</c:v>
                </c:pt>
                <c:pt idx="14837">
                  <c:v>94</c:v>
                </c:pt>
                <c:pt idx="14838">
                  <c:v>135</c:v>
                </c:pt>
                <c:pt idx="14839">
                  <c:v>840</c:v>
                </c:pt>
                <c:pt idx="14840">
                  <c:v>55</c:v>
                </c:pt>
                <c:pt idx="14841">
                  <c:v>90</c:v>
                </c:pt>
                <c:pt idx="14842">
                  <c:v>0</c:v>
                </c:pt>
                <c:pt idx="14843">
                  <c:v>0</c:v>
                </c:pt>
                <c:pt idx="14844">
                  <c:v>0</c:v>
                </c:pt>
                <c:pt idx="14845">
                  <c:v>0</c:v>
                </c:pt>
                <c:pt idx="14846">
                  <c:v>36</c:v>
                </c:pt>
                <c:pt idx="14847">
                  <c:v>8</c:v>
                </c:pt>
                <c:pt idx="14848">
                  <c:v>19</c:v>
                </c:pt>
                <c:pt idx="14849">
                  <c:v>8</c:v>
                </c:pt>
                <c:pt idx="14850">
                  <c:v>1</c:v>
                </c:pt>
                <c:pt idx="14851">
                  <c:v>2</c:v>
                </c:pt>
                <c:pt idx="14852">
                  <c:v>0</c:v>
                </c:pt>
                <c:pt idx="14853">
                  <c:v>45</c:v>
                </c:pt>
                <c:pt idx="14854">
                  <c:v>0</c:v>
                </c:pt>
                <c:pt idx="14855">
                  <c:v>0</c:v>
                </c:pt>
                <c:pt idx="14856">
                  <c:v>5</c:v>
                </c:pt>
                <c:pt idx="14857">
                  <c:v>3</c:v>
                </c:pt>
                <c:pt idx="14858">
                  <c:v>43</c:v>
                </c:pt>
                <c:pt idx="14859">
                  <c:v>0</c:v>
                </c:pt>
                <c:pt idx="14860">
                  <c:v>1</c:v>
                </c:pt>
                <c:pt idx="14861">
                  <c:v>4</c:v>
                </c:pt>
                <c:pt idx="14862">
                  <c:v>1</c:v>
                </c:pt>
                <c:pt idx="14863">
                  <c:v>66</c:v>
                </c:pt>
                <c:pt idx="14864">
                  <c:v>9</c:v>
                </c:pt>
                <c:pt idx="14865">
                  <c:v>0</c:v>
                </c:pt>
                <c:pt idx="14866">
                  <c:v>1</c:v>
                </c:pt>
                <c:pt idx="14867">
                  <c:v>0</c:v>
                </c:pt>
                <c:pt idx="14868">
                  <c:v>0</c:v>
                </c:pt>
                <c:pt idx="14869">
                  <c:v>0</c:v>
                </c:pt>
                <c:pt idx="14870">
                  <c:v>0</c:v>
                </c:pt>
                <c:pt idx="14871">
                  <c:v>0</c:v>
                </c:pt>
                <c:pt idx="14872">
                  <c:v>56</c:v>
                </c:pt>
                <c:pt idx="14873">
                  <c:v>20</c:v>
                </c:pt>
                <c:pt idx="14874">
                  <c:v>0</c:v>
                </c:pt>
                <c:pt idx="14875">
                  <c:v>0</c:v>
                </c:pt>
                <c:pt idx="14876">
                  <c:v>56</c:v>
                </c:pt>
                <c:pt idx="14877">
                  <c:v>2</c:v>
                </c:pt>
                <c:pt idx="14878">
                  <c:v>0</c:v>
                </c:pt>
                <c:pt idx="14879">
                  <c:v>84</c:v>
                </c:pt>
                <c:pt idx="14880">
                  <c:v>240</c:v>
                </c:pt>
                <c:pt idx="14881">
                  <c:v>112</c:v>
                </c:pt>
                <c:pt idx="14882">
                  <c:v>80</c:v>
                </c:pt>
                <c:pt idx="14883">
                  <c:v>126</c:v>
                </c:pt>
                <c:pt idx="14884">
                  <c:v>63</c:v>
                </c:pt>
                <c:pt idx="14885">
                  <c:v>20</c:v>
                </c:pt>
                <c:pt idx="14886">
                  <c:v>49</c:v>
                </c:pt>
                <c:pt idx="14887">
                  <c:v>0</c:v>
                </c:pt>
                <c:pt idx="14888">
                  <c:v>8</c:v>
                </c:pt>
                <c:pt idx="14889">
                  <c:v>28</c:v>
                </c:pt>
                <c:pt idx="14890">
                  <c:v>300</c:v>
                </c:pt>
                <c:pt idx="14891">
                  <c:v>0</c:v>
                </c:pt>
                <c:pt idx="14892">
                  <c:v>14</c:v>
                </c:pt>
                <c:pt idx="14893">
                  <c:v>84</c:v>
                </c:pt>
                <c:pt idx="14894">
                  <c:v>14</c:v>
                </c:pt>
                <c:pt idx="14895">
                  <c:v>56</c:v>
                </c:pt>
                <c:pt idx="14896">
                  <c:v>0</c:v>
                </c:pt>
                <c:pt idx="14897">
                  <c:v>2</c:v>
                </c:pt>
                <c:pt idx="14898">
                  <c:v>0</c:v>
                </c:pt>
                <c:pt idx="14899">
                  <c:v>168</c:v>
                </c:pt>
                <c:pt idx="14900">
                  <c:v>270</c:v>
                </c:pt>
                <c:pt idx="14901">
                  <c:v>0</c:v>
                </c:pt>
                <c:pt idx="14902">
                  <c:v>3</c:v>
                </c:pt>
                <c:pt idx="14903">
                  <c:v>25</c:v>
                </c:pt>
                <c:pt idx="14904">
                  <c:v>45</c:v>
                </c:pt>
                <c:pt idx="14905">
                  <c:v>30</c:v>
                </c:pt>
                <c:pt idx="14906">
                  <c:v>25</c:v>
                </c:pt>
                <c:pt idx="14907">
                  <c:v>1</c:v>
                </c:pt>
                <c:pt idx="14908">
                  <c:v>4</c:v>
                </c:pt>
                <c:pt idx="14909">
                  <c:v>2</c:v>
                </c:pt>
                <c:pt idx="14910">
                  <c:v>0</c:v>
                </c:pt>
                <c:pt idx="14911">
                  <c:v>150</c:v>
                </c:pt>
                <c:pt idx="14912">
                  <c:v>84</c:v>
                </c:pt>
                <c:pt idx="14913">
                  <c:v>105</c:v>
                </c:pt>
                <c:pt idx="14914">
                  <c:v>3</c:v>
                </c:pt>
                <c:pt idx="14915">
                  <c:v>29</c:v>
                </c:pt>
                <c:pt idx="14916">
                  <c:v>4</c:v>
                </c:pt>
                <c:pt idx="14917">
                  <c:v>1</c:v>
                </c:pt>
                <c:pt idx="14918">
                  <c:v>360</c:v>
                </c:pt>
                <c:pt idx="14919">
                  <c:v>21</c:v>
                </c:pt>
                <c:pt idx="14920">
                  <c:v>24</c:v>
                </c:pt>
                <c:pt idx="14921">
                  <c:v>60</c:v>
                </c:pt>
                <c:pt idx="14922">
                  <c:v>0</c:v>
                </c:pt>
                <c:pt idx="14923">
                  <c:v>0</c:v>
                </c:pt>
                <c:pt idx="14924">
                  <c:v>2</c:v>
                </c:pt>
                <c:pt idx="14925">
                  <c:v>75</c:v>
                </c:pt>
                <c:pt idx="14926">
                  <c:v>150</c:v>
                </c:pt>
                <c:pt idx="14927">
                  <c:v>60</c:v>
                </c:pt>
                <c:pt idx="14928">
                  <c:v>0</c:v>
                </c:pt>
                <c:pt idx="14929">
                  <c:v>0</c:v>
                </c:pt>
                <c:pt idx="14930">
                  <c:v>116</c:v>
                </c:pt>
                <c:pt idx="14931">
                  <c:v>31</c:v>
                </c:pt>
                <c:pt idx="14932">
                  <c:v>0</c:v>
                </c:pt>
                <c:pt idx="14933">
                  <c:v>16</c:v>
                </c:pt>
                <c:pt idx="14934">
                  <c:v>23</c:v>
                </c:pt>
                <c:pt idx="14935">
                  <c:v>180</c:v>
                </c:pt>
                <c:pt idx="14936">
                  <c:v>0</c:v>
                </c:pt>
                <c:pt idx="14937">
                  <c:v>90</c:v>
                </c:pt>
                <c:pt idx="14938">
                  <c:v>0</c:v>
                </c:pt>
                <c:pt idx="14939">
                  <c:v>19</c:v>
                </c:pt>
                <c:pt idx="14940">
                  <c:v>54</c:v>
                </c:pt>
                <c:pt idx="14941">
                  <c:v>60</c:v>
                </c:pt>
                <c:pt idx="14942">
                  <c:v>0</c:v>
                </c:pt>
                <c:pt idx="14943">
                  <c:v>31</c:v>
                </c:pt>
                <c:pt idx="14944">
                  <c:v>72</c:v>
                </c:pt>
                <c:pt idx="14945">
                  <c:v>8</c:v>
                </c:pt>
                <c:pt idx="14946">
                  <c:v>17</c:v>
                </c:pt>
                <c:pt idx="14947">
                  <c:v>96</c:v>
                </c:pt>
                <c:pt idx="14948">
                  <c:v>150</c:v>
                </c:pt>
                <c:pt idx="14949">
                  <c:v>150</c:v>
                </c:pt>
                <c:pt idx="14950">
                  <c:v>1</c:v>
                </c:pt>
                <c:pt idx="14951">
                  <c:v>504</c:v>
                </c:pt>
                <c:pt idx="14952">
                  <c:v>4</c:v>
                </c:pt>
                <c:pt idx="14953">
                  <c:v>0</c:v>
                </c:pt>
                <c:pt idx="14954">
                  <c:v>1</c:v>
                </c:pt>
                <c:pt idx="14955">
                  <c:v>0</c:v>
                </c:pt>
                <c:pt idx="14956">
                  <c:v>24</c:v>
                </c:pt>
                <c:pt idx="14957">
                  <c:v>25</c:v>
                </c:pt>
                <c:pt idx="14958">
                  <c:v>33</c:v>
                </c:pt>
                <c:pt idx="14959">
                  <c:v>0</c:v>
                </c:pt>
                <c:pt idx="14960">
                  <c:v>0</c:v>
                </c:pt>
                <c:pt idx="14961">
                  <c:v>28</c:v>
                </c:pt>
                <c:pt idx="14962">
                  <c:v>7</c:v>
                </c:pt>
                <c:pt idx="14963">
                  <c:v>0</c:v>
                </c:pt>
                <c:pt idx="14964">
                  <c:v>16</c:v>
                </c:pt>
                <c:pt idx="14965">
                  <c:v>3</c:v>
                </c:pt>
                <c:pt idx="14966">
                  <c:v>240</c:v>
                </c:pt>
                <c:pt idx="14967">
                  <c:v>812</c:v>
                </c:pt>
                <c:pt idx="14968">
                  <c:v>55</c:v>
                </c:pt>
                <c:pt idx="14969">
                  <c:v>0</c:v>
                </c:pt>
                <c:pt idx="14970">
                  <c:v>80</c:v>
                </c:pt>
                <c:pt idx="14971">
                  <c:v>0</c:v>
                </c:pt>
                <c:pt idx="14972">
                  <c:v>0</c:v>
                </c:pt>
                <c:pt idx="14973">
                  <c:v>110</c:v>
                </c:pt>
                <c:pt idx="14974">
                  <c:v>4</c:v>
                </c:pt>
                <c:pt idx="14975">
                  <c:v>65</c:v>
                </c:pt>
                <c:pt idx="14976">
                  <c:v>0</c:v>
                </c:pt>
                <c:pt idx="14977">
                  <c:v>6</c:v>
                </c:pt>
                <c:pt idx="14978">
                  <c:v>4</c:v>
                </c:pt>
                <c:pt idx="14979">
                  <c:v>168</c:v>
                </c:pt>
                <c:pt idx="14980">
                  <c:v>90</c:v>
                </c:pt>
                <c:pt idx="14981">
                  <c:v>30</c:v>
                </c:pt>
                <c:pt idx="14982">
                  <c:v>90</c:v>
                </c:pt>
                <c:pt idx="14983">
                  <c:v>60</c:v>
                </c:pt>
                <c:pt idx="14984">
                  <c:v>120</c:v>
                </c:pt>
                <c:pt idx="14985">
                  <c:v>0</c:v>
                </c:pt>
                <c:pt idx="14986">
                  <c:v>100</c:v>
                </c:pt>
                <c:pt idx="14987">
                  <c:v>84</c:v>
                </c:pt>
                <c:pt idx="14988">
                  <c:v>3</c:v>
                </c:pt>
                <c:pt idx="14989">
                  <c:v>33</c:v>
                </c:pt>
                <c:pt idx="14990">
                  <c:v>5</c:v>
                </c:pt>
                <c:pt idx="14991">
                  <c:v>224</c:v>
                </c:pt>
                <c:pt idx="14992">
                  <c:v>30</c:v>
                </c:pt>
                <c:pt idx="14993">
                  <c:v>1</c:v>
                </c:pt>
                <c:pt idx="14994">
                  <c:v>2</c:v>
                </c:pt>
                <c:pt idx="14995">
                  <c:v>32</c:v>
                </c:pt>
                <c:pt idx="14996">
                  <c:v>105</c:v>
                </c:pt>
                <c:pt idx="14997">
                  <c:v>0</c:v>
                </c:pt>
                <c:pt idx="14998">
                  <c:v>0</c:v>
                </c:pt>
                <c:pt idx="14999">
                  <c:v>55</c:v>
                </c:pt>
                <c:pt idx="15000">
                  <c:v>41</c:v>
                </c:pt>
                <c:pt idx="15001">
                  <c:v>44</c:v>
                </c:pt>
                <c:pt idx="15002">
                  <c:v>55</c:v>
                </c:pt>
                <c:pt idx="15003">
                  <c:v>240</c:v>
                </c:pt>
                <c:pt idx="15004">
                  <c:v>16</c:v>
                </c:pt>
                <c:pt idx="15005">
                  <c:v>62</c:v>
                </c:pt>
                <c:pt idx="15006">
                  <c:v>7</c:v>
                </c:pt>
                <c:pt idx="15007">
                  <c:v>0</c:v>
                </c:pt>
                <c:pt idx="15008">
                  <c:v>145</c:v>
                </c:pt>
                <c:pt idx="15009">
                  <c:v>0</c:v>
                </c:pt>
                <c:pt idx="15010">
                  <c:v>0</c:v>
                </c:pt>
                <c:pt idx="15011">
                  <c:v>0</c:v>
                </c:pt>
                <c:pt idx="15012">
                  <c:v>0</c:v>
                </c:pt>
                <c:pt idx="15013">
                  <c:v>33</c:v>
                </c:pt>
                <c:pt idx="15014">
                  <c:v>31</c:v>
                </c:pt>
                <c:pt idx="15015">
                  <c:v>0</c:v>
                </c:pt>
                <c:pt idx="15016">
                  <c:v>0</c:v>
                </c:pt>
                <c:pt idx="15017">
                  <c:v>4</c:v>
                </c:pt>
                <c:pt idx="15018">
                  <c:v>36</c:v>
                </c:pt>
                <c:pt idx="15019">
                  <c:v>74</c:v>
                </c:pt>
                <c:pt idx="15020">
                  <c:v>2</c:v>
                </c:pt>
                <c:pt idx="15021">
                  <c:v>48</c:v>
                </c:pt>
                <c:pt idx="15022">
                  <c:v>0</c:v>
                </c:pt>
                <c:pt idx="15023">
                  <c:v>0</c:v>
                </c:pt>
                <c:pt idx="15024">
                  <c:v>15</c:v>
                </c:pt>
                <c:pt idx="15025">
                  <c:v>120</c:v>
                </c:pt>
                <c:pt idx="15026">
                  <c:v>50</c:v>
                </c:pt>
                <c:pt idx="15027">
                  <c:v>16</c:v>
                </c:pt>
                <c:pt idx="15028">
                  <c:v>65</c:v>
                </c:pt>
                <c:pt idx="15029">
                  <c:v>38</c:v>
                </c:pt>
                <c:pt idx="15030">
                  <c:v>60</c:v>
                </c:pt>
                <c:pt idx="15031">
                  <c:v>7</c:v>
                </c:pt>
                <c:pt idx="15032">
                  <c:v>52</c:v>
                </c:pt>
                <c:pt idx="15033">
                  <c:v>96</c:v>
                </c:pt>
                <c:pt idx="15034">
                  <c:v>60</c:v>
                </c:pt>
                <c:pt idx="15035">
                  <c:v>63</c:v>
                </c:pt>
                <c:pt idx="15036">
                  <c:v>8</c:v>
                </c:pt>
                <c:pt idx="15037">
                  <c:v>10</c:v>
                </c:pt>
                <c:pt idx="15038">
                  <c:v>28</c:v>
                </c:pt>
                <c:pt idx="15039">
                  <c:v>18</c:v>
                </c:pt>
                <c:pt idx="15040">
                  <c:v>9</c:v>
                </c:pt>
                <c:pt idx="15041">
                  <c:v>60</c:v>
                </c:pt>
                <c:pt idx="15042">
                  <c:v>20</c:v>
                </c:pt>
                <c:pt idx="15043">
                  <c:v>13</c:v>
                </c:pt>
                <c:pt idx="15044">
                  <c:v>10</c:v>
                </c:pt>
                <c:pt idx="15045">
                  <c:v>0</c:v>
                </c:pt>
                <c:pt idx="15046">
                  <c:v>0</c:v>
                </c:pt>
                <c:pt idx="15047">
                  <c:v>0</c:v>
                </c:pt>
                <c:pt idx="15048">
                  <c:v>3</c:v>
                </c:pt>
                <c:pt idx="15049">
                  <c:v>4</c:v>
                </c:pt>
                <c:pt idx="15050">
                  <c:v>10</c:v>
                </c:pt>
                <c:pt idx="15051">
                  <c:v>29</c:v>
                </c:pt>
                <c:pt idx="15052">
                  <c:v>126</c:v>
                </c:pt>
                <c:pt idx="15053">
                  <c:v>11</c:v>
                </c:pt>
                <c:pt idx="15054">
                  <c:v>105</c:v>
                </c:pt>
                <c:pt idx="15055">
                  <c:v>28</c:v>
                </c:pt>
                <c:pt idx="15056">
                  <c:v>0</c:v>
                </c:pt>
                <c:pt idx="15057">
                  <c:v>0</c:v>
                </c:pt>
                <c:pt idx="15058">
                  <c:v>147</c:v>
                </c:pt>
                <c:pt idx="15059">
                  <c:v>0</c:v>
                </c:pt>
                <c:pt idx="15060">
                  <c:v>6</c:v>
                </c:pt>
                <c:pt idx="15061">
                  <c:v>84</c:v>
                </c:pt>
                <c:pt idx="15062">
                  <c:v>240</c:v>
                </c:pt>
                <c:pt idx="15063">
                  <c:v>32</c:v>
                </c:pt>
                <c:pt idx="15064">
                  <c:v>6</c:v>
                </c:pt>
                <c:pt idx="15065">
                  <c:v>390</c:v>
                </c:pt>
                <c:pt idx="15066">
                  <c:v>3</c:v>
                </c:pt>
                <c:pt idx="15067">
                  <c:v>2</c:v>
                </c:pt>
                <c:pt idx="15068">
                  <c:v>3</c:v>
                </c:pt>
                <c:pt idx="15069">
                  <c:v>1</c:v>
                </c:pt>
                <c:pt idx="15070">
                  <c:v>280</c:v>
                </c:pt>
                <c:pt idx="15071">
                  <c:v>2</c:v>
                </c:pt>
                <c:pt idx="15072">
                  <c:v>6</c:v>
                </c:pt>
                <c:pt idx="15073">
                  <c:v>0</c:v>
                </c:pt>
                <c:pt idx="15074">
                  <c:v>0</c:v>
                </c:pt>
                <c:pt idx="15075">
                  <c:v>2</c:v>
                </c:pt>
                <c:pt idx="15076">
                  <c:v>0</c:v>
                </c:pt>
                <c:pt idx="15077">
                  <c:v>10</c:v>
                </c:pt>
                <c:pt idx="15078">
                  <c:v>3</c:v>
                </c:pt>
                <c:pt idx="15079">
                  <c:v>4</c:v>
                </c:pt>
                <c:pt idx="15080">
                  <c:v>45</c:v>
                </c:pt>
                <c:pt idx="15081">
                  <c:v>2</c:v>
                </c:pt>
                <c:pt idx="15082">
                  <c:v>20</c:v>
                </c:pt>
                <c:pt idx="15083">
                  <c:v>0</c:v>
                </c:pt>
                <c:pt idx="15084">
                  <c:v>4</c:v>
                </c:pt>
                <c:pt idx="15085">
                  <c:v>1</c:v>
                </c:pt>
                <c:pt idx="15086">
                  <c:v>150</c:v>
                </c:pt>
                <c:pt idx="15087">
                  <c:v>3</c:v>
                </c:pt>
                <c:pt idx="15088">
                  <c:v>0</c:v>
                </c:pt>
                <c:pt idx="15089">
                  <c:v>42</c:v>
                </c:pt>
                <c:pt idx="15090">
                  <c:v>0</c:v>
                </c:pt>
                <c:pt idx="15091">
                  <c:v>39</c:v>
                </c:pt>
                <c:pt idx="15092">
                  <c:v>8</c:v>
                </c:pt>
                <c:pt idx="15093">
                  <c:v>0</c:v>
                </c:pt>
                <c:pt idx="15094">
                  <c:v>0</c:v>
                </c:pt>
                <c:pt idx="15095">
                  <c:v>14</c:v>
                </c:pt>
                <c:pt idx="15096">
                  <c:v>30</c:v>
                </c:pt>
                <c:pt idx="15097">
                  <c:v>3</c:v>
                </c:pt>
                <c:pt idx="15098">
                  <c:v>36</c:v>
                </c:pt>
                <c:pt idx="15099">
                  <c:v>28</c:v>
                </c:pt>
                <c:pt idx="15100">
                  <c:v>2</c:v>
                </c:pt>
                <c:pt idx="15101">
                  <c:v>40</c:v>
                </c:pt>
                <c:pt idx="15102">
                  <c:v>180</c:v>
                </c:pt>
                <c:pt idx="15103">
                  <c:v>240</c:v>
                </c:pt>
                <c:pt idx="15104">
                  <c:v>4</c:v>
                </c:pt>
                <c:pt idx="15105">
                  <c:v>90</c:v>
                </c:pt>
                <c:pt idx="15106">
                  <c:v>9</c:v>
                </c:pt>
                <c:pt idx="15107">
                  <c:v>0</c:v>
                </c:pt>
                <c:pt idx="15108">
                  <c:v>28</c:v>
                </c:pt>
                <c:pt idx="15109">
                  <c:v>112</c:v>
                </c:pt>
                <c:pt idx="15110">
                  <c:v>18</c:v>
                </c:pt>
                <c:pt idx="15111">
                  <c:v>17</c:v>
                </c:pt>
                <c:pt idx="15112">
                  <c:v>90</c:v>
                </c:pt>
                <c:pt idx="15113">
                  <c:v>0</c:v>
                </c:pt>
                <c:pt idx="15114">
                  <c:v>140</c:v>
                </c:pt>
                <c:pt idx="15115">
                  <c:v>150</c:v>
                </c:pt>
                <c:pt idx="15116">
                  <c:v>7</c:v>
                </c:pt>
                <c:pt idx="15117">
                  <c:v>84</c:v>
                </c:pt>
                <c:pt idx="15118">
                  <c:v>735</c:v>
                </c:pt>
                <c:pt idx="15119">
                  <c:v>21</c:v>
                </c:pt>
                <c:pt idx="15120">
                  <c:v>3</c:v>
                </c:pt>
                <c:pt idx="15121">
                  <c:v>4</c:v>
                </c:pt>
                <c:pt idx="15122">
                  <c:v>0</c:v>
                </c:pt>
                <c:pt idx="15123">
                  <c:v>0</c:v>
                </c:pt>
                <c:pt idx="15124">
                  <c:v>49</c:v>
                </c:pt>
                <c:pt idx="15125">
                  <c:v>84</c:v>
                </c:pt>
                <c:pt idx="15126">
                  <c:v>28</c:v>
                </c:pt>
                <c:pt idx="15127">
                  <c:v>36</c:v>
                </c:pt>
                <c:pt idx="15128">
                  <c:v>0</c:v>
                </c:pt>
                <c:pt idx="15129">
                  <c:v>14</c:v>
                </c:pt>
                <c:pt idx="15130">
                  <c:v>7</c:v>
                </c:pt>
                <c:pt idx="15131">
                  <c:v>175</c:v>
                </c:pt>
                <c:pt idx="15132">
                  <c:v>0</c:v>
                </c:pt>
                <c:pt idx="15133">
                  <c:v>40</c:v>
                </c:pt>
                <c:pt idx="15134">
                  <c:v>1</c:v>
                </c:pt>
                <c:pt idx="15135">
                  <c:v>168</c:v>
                </c:pt>
                <c:pt idx="15136">
                  <c:v>168</c:v>
                </c:pt>
                <c:pt idx="15137">
                  <c:v>30</c:v>
                </c:pt>
                <c:pt idx="15138">
                  <c:v>90</c:v>
                </c:pt>
                <c:pt idx="15139">
                  <c:v>0</c:v>
                </c:pt>
                <c:pt idx="15140">
                  <c:v>28</c:v>
                </c:pt>
                <c:pt idx="15141">
                  <c:v>0</c:v>
                </c:pt>
                <c:pt idx="15142">
                  <c:v>28</c:v>
                </c:pt>
                <c:pt idx="15143">
                  <c:v>21</c:v>
                </c:pt>
                <c:pt idx="15144">
                  <c:v>140</c:v>
                </c:pt>
                <c:pt idx="15145">
                  <c:v>0</c:v>
                </c:pt>
                <c:pt idx="15146">
                  <c:v>32</c:v>
                </c:pt>
                <c:pt idx="15147">
                  <c:v>39</c:v>
                </c:pt>
                <c:pt idx="15148">
                  <c:v>140</c:v>
                </c:pt>
                <c:pt idx="15149">
                  <c:v>45</c:v>
                </c:pt>
                <c:pt idx="15150">
                  <c:v>4</c:v>
                </c:pt>
                <c:pt idx="15151">
                  <c:v>28</c:v>
                </c:pt>
                <c:pt idx="15152">
                  <c:v>33</c:v>
                </c:pt>
                <c:pt idx="15153">
                  <c:v>24</c:v>
                </c:pt>
                <c:pt idx="15154">
                  <c:v>60</c:v>
                </c:pt>
                <c:pt idx="15155">
                  <c:v>15</c:v>
                </c:pt>
                <c:pt idx="15156">
                  <c:v>16</c:v>
                </c:pt>
                <c:pt idx="15157">
                  <c:v>120</c:v>
                </c:pt>
                <c:pt idx="15158">
                  <c:v>60</c:v>
                </c:pt>
                <c:pt idx="15159">
                  <c:v>5</c:v>
                </c:pt>
                <c:pt idx="15160">
                  <c:v>17</c:v>
                </c:pt>
                <c:pt idx="15161">
                  <c:v>23</c:v>
                </c:pt>
                <c:pt idx="15162">
                  <c:v>1</c:v>
                </c:pt>
                <c:pt idx="15163">
                  <c:v>30</c:v>
                </c:pt>
                <c:pt idx="15164">
                  <c:v>74</c:v>
                </c:pt>
                <c:pt idx="15165">
                  <c:v>58</c:v>
                </c:pt>
                <c:pt idx="15166">
                  <c:v>86</c:v>
                </c:pt>
                <c:pt idx="15167">
                  <c:v>60</c:v>
                </c:pt>
                <c:pt idx="15168">
                  <c:v>17</c:v>
                </c:pt>
                <c:pt idx="15169">
                  <c:v>0</c:v>
                </c:pt>
                <c:pt idx="15170">
                  <c:v>0</c:v>
                </c:pt>
                <c:pt idx="15171">
                  <c:v>0</c:v>
                </c:pt>
                <c:pt idx="15172">
                  <c:v>0</c:v>
                </c:pt>
                <c:pt idx="15173">
                  <c:v>0</c:v>
                </c:pt>
                <c:pt idx="15174">
                  <c:v>0</c:v>
                </c:pt>
                <c:pt idx="15175">
                  <c:v>90</c:v>
                </c:pt>
                <c:pt idx="15176">
                  <c:v>168</c:v>
                </c:pt>
                <c:pt idx="15177">
                  <c:v>12</c:v>
                </c:pt>
                <c:pt idx="15178">
                  <c:v>9</c:v>
                </c:pt>
                <c:pt idx="15179">
                  <c:v>16</c:v>
                </c:pt>
                <c:pt idx="15180">
                  <c:v>0</c:v>
                </c:pt>
                <c:pt idx="15181">
                  <c:v>9</c:v>
                </c:pt>
                <c:pt idx="15182">
                  <c:v>7</c:v>
                </c:pt>
                <c:pt idx="15183">
                  <c:v>10</c:v>
                </c:pt>
                <c:pt idx="15184">
                  <c:v>42</c:v>
                </c:pt>
                <c:pt idx="15185">
                  <c:v>16</c:v>
                </c:pt>
                <c:pt idx="15186">
                  <c:v>18</c:v>
                </c:pt>
                <c:pt idx="15187">
                  <c:v>24</c:v>
                </c:pt>
                <c:pt idx="15188">
                  <c:v>15</c:v>
                </c:pt>
                <c:pt idx="15189">
                  <c:v>22</c:v>
                </c:pt>
                <c:pt idx="15190">
                  <c:v>0</c:v>
                </c:pt>
                <c:pt idx="15191">
                  <c:v>1</c:v>
                </c:pt>
                <c:pt idx="15192">
                  <c:v>1</c:v>
                </c:pt>
                <c:pt idx="15193">
                  <c:v>31</c:v>
                </c:pt>
                <c:pt idx="15194">
                  <c:v>90</c:v>
                </c:pt>
                <c:pt idx="15195">
                  <c:v>12</c:v>
                </c:pt>
                <c:pt idx="15196">
                  <c:v>2</c:v>
                </c:pt>
                <c:pt idx="15197">
                  <c:v>1</c:v>
                </c:pt>
                <c:pt idx="15198">
                  <c:v>0</c:v>
                </c:pt>
                <c:pt idx="15199">
                  <c:v>8</c:v>
                </c:pt>
                <c:pt idx="15200">
                  <c:v>0</c:v>
                </c:pt>
                <c:pt idx="15201">
                  <c:v>19</c:v>
                </c:pt>
                <c:pt idx="15202">
                  <c:v>0</c:v>
                </c:pt>
                <c:pt idx="15203">
                  <c:v>0</c:v>
                </c:pt>
                <c:pt idx="15204">
                  <c:v>60</c:v>
                </c:pt>
                <c:pt idx="15205">
                  <c:v>2</c:v>
                </c:pt>
                <c:pt idx="15206">
                  <c:v>0</c:v>
                </c:pt>
                <c:pt idx="15207">
                  <c:v>11</c:v>
                </c:pt>
                <c:pt idx="15208">
                  <c:v>21</c:v>
                </c:pt>
                <c:pt idx="15209">
                  <c:v>0</c:v>
                </c:pt>
                <c:pt idx="15210">
                  <c:v>5</c:v>
                </c:pt>
                <c:pt idx="15211">
                  <c:v>0</c:v>
                </c:pt>
                <c:pt idx="15212">
                  <c:v>2</c:v>
                </c:pt>
                <c:pt idx="15213">
                  <c:v>2</c:v>
                </c:pt>
                <c:pt idx="15214">
                  <c:v>0</c:v>
                </c:pt>
                <c:pt idx="15215">
                  <c:v>0</c:v>
                </c:pt>
                <c:pt idx="15216">
                  <c:v>21</c:v>
                </c:pt>
                <c:pt idx="15217">
                  <c:v>390</c:v>
                </c:pt>
                <c:pt idx="15218">
                  <c:v>5</c:v>
                </c:pt>
                <c:pt idx="15219">
                  <c:v>7</c:v>
                </c:pt>
                <c:pt idx="15220">
                  <c:v>69</c:v>
                </c:pt>
                <c:pt idx="15221">
                  <c:v>0</c:v>
                </c:pt>
                <c:pt idx="15222">
                  <c:v>25</c:v>
                </c:pt>
                <c:pt idx="15223">
                  <c:v>0</c:v>
                </c:pt>
                <c:pt idx="15224">
                  <c:v>20</c:v>
                </c:pt>
                <c:pt idx="15225">
                  <c:v>210</c:v>
                </c:pt>
                <c:pt idx="15226">
                  <c:v>68</c:v>
                </c:pt>
                <c:pt idx="15227">
                  <c:v>120</c:v>
                </c:pt>
                <c:pt idx="15228">
                  <c:v>20</c:v>
                </c:pt>
                <c:pt idx="15229">
                  <c:v>84</c:v>
                </c:pt>
                <c:pt idx="15230">
                  <c:v>6</c:v>
                </c:pt>
                <c:pt idx="15231">
                  <c:v>8</c:v>
                </c:pt>
                <c:pt idx="15232">
                  <c:v>26</c:v>
                </c:pt>
                <c:pt idx="15233">
                  <c:v>7</c:v>
                </c:pt>
                <c:pt idx="15234">
                  <c:v>2</c:v>
                </c:pt>
                <c:pt idx="15235">
                  <c:v>0</c:v>
                </c:pt>
                <c:pt idx="15236">
                  <c:v>140</c:v>
                </c:pt>
                <c:pt idx="15237">
                  <c:v>35</c:v>
                </c:pt>
                <c:pt idx="15238">
                  <c:v>0</c:v>
                </c:pt>
                <c:pt idx="15239">
                  <c:v>70</c:v>
                </c:pt>
                <c:pt idx="15240">
                  <c:v>8</c:v>
                </c:pt>
                <c:pt idx="15241">
                  <c:v>58</c:v>
                </c:pt>
                <c:pt idx="15242">
                  <c:v>0</c:v>
                </c:pt>
                <c:pt idx="15243">
                  <c:v>1</c:v>
                </c:pt>
                <c:pt idx="15244">
                  <c:v>112</c:v>
                </c:pt>
                <c:pt idx="15245">
                  <c:v>0</c:v>
                </c:pt>
                <c:pt idx="15246">
                  <c:v>29</c:v>
                </c:pt>
                <c:pt idx="15247">
                  <c:v>0</c:v>
                </c:pt>
                <c:pt idx="15248">
                  <c:v>0</c:v>
                </c:pt>
                <c:pt idx="15249">
                  <c:v>16</c:v>
                </c:pt>
                <c:pt idx="15250">
                  <c:v>30</c:v>
                </c:pt>
                <c:pt idx="15251">
                  <c:v>6</c:v>
                </c:pt>
                <c:pt idx="15252">
                  <c:v>210</c:v>
                </c:pt>
                <c:pt idx="15253">
                  <c:v>57</c:v>
                </c:pt>
                <c:pt idx="15254">
                  <c:v>4</c:v>
                </c:pt>
                <c:pt idx="15255">
                  <c:v>24</c:v>
                </c:pt>
                <c:pt idx="15256">
                  <c:v>2</c:v>
                </c:pt>
                <c:pt idx="15257">
                  <c:v>4</c:v>
                </c:pt>
                <c:pt idx="15258">
                  <c:v>0</c:v>
                </c:pt>
                <c:pt idx="15259">
                  <c:v>1</c:v>
                </c:pt>
                <c:pt idx="15260">
                  <c:v>2</c:v>
                </c:pt>
                <c:pt idx="15261">
                  <c:v>2</c:v>
                </c:pt>
                <c:pt idx="15262">
                  <c:v>8</c:v>
                </c:pt>
                <c:pt idx="15263">
                  <c:v>9</c:v>
                </c:pt>
                <c:pt idx="15264">
                  <c:v>3</c:v>
                </c:pt>
                <c:pt idx="15265">
                  <c:v>0</c:v>
                </c:pt>
                <c:pt idx="15266">
                  <c:v>45</c:v>
                </c:pt>
                <c:pt idx="15267">
                  <c:v>28</c:v>
                </c:pt>
                <c:pt idx="15268">
                  <c:v>2</c:v>
                </c:pt>
                <c:pt idx="15269">
                  <c:v>30</c:v>
                </c:pt>
                <c:pt idx="15270">
                  <c:v>7</c:v>
                </c:pt>
                <c:pt idx="15271">
                  <c:v>2</c:v>
                </c:pt>
                <c:pt idx="15272">
                  <c:v>0</c:v>
                </c:pt>
                <c:pt idx="15273">
                  <c:v>1</c:v>
                </c:pt>
                <c:pt idx="15274">
                  <c:v>2</c:v>
                </c:pt>
                <c:pt idx="15275">
                  <c:v>0</c:v>
                </c:pt>
                <c:pt idx="15276">
                  <c:v>0</c:v>
                </c:pt>
                <c:pt idx="15277">
                  <c:v>62</c:v>
                </c:pt>
                <c:pt idx="15278">
                  <c:v>0</c:v>
                </c:pt>
                <c:pt idx="15279">
                  <c:v>80</c:v>
                </c:pt>
                <c:pt idx="15280">
                  <c:v>81</c:v>
                </c:pt>
                <c:pt idx="15281">
                  <c:v>0</c:v>
                </c:pt>
                <c:pt idx="15282">
                  <c:v>0</c:v>
                </c:pt>
                <c:pt idx="15283">
                  <c:v>40</c:v>
                </c:pt>
                <c:pt idx="15284">
                  <c:v>0</c:v>
                </c:pt>
                <c:pt idx="15285">
                  <c:v>0</c:v>
                </c:pt>
                <c:pt idx="15286">
                  <c:v>0</c:v>
                </c:pt>
                <c:pt idx="15287">
                  <c:v>0</c:v>
                </c:pt>
                <c:pt idx="15288">
                  <c:v>24</c:v>
                </c:pt>
                <c:pt idx="15289">
                  <c:v>15</c:v>
                </c:pt>
                <c:pt idx="15290">
                  <c:v>28</c:v>
                </c:pt>
                <c:pt idx="15291">
                  <c:v>2</c:v>
                </c:pt>
                <c:pt idx="15292">
                  <c:v>1</c:v>
                </c:pt>
                <c:pt idx="15293">
                  <c:v>29</c:v>
                </c:pt>
                <c:pt idx="15294">
                  <c:v>0</c:v>
                </c:pt>
                <c:pt idx="15295">
                  <c:v>1</c:v>
                </c:pt>
                <c:pt idx="15296">
                  <c:v>51</c:v>
                </c:pt>
                <c:pt idx="15297">
                  <c:v>81</c:v>
                </c:pt>
                <c:pt idx="15298">
                  <c:v>0</c:v>
                </c:pt>
                <c:pt idx="15299">
                  <c:v>0</c:v>
                </c:pt>
                <c:pt idx="15300">
                  <c:v>4</c:v>
                </c:pt>
                <c:pt idx="15301">
                  <c:v>0</c:v>
                </c:pt>
                <c:pt idx="15302">
                  <c:v>75</c:v>
                </c:pt>
                <c:pt idx="15303">
                  <c:v>84</c:v>
                </c:pt>
                <c:pt idx="15304">
                  <c:v>120</c:v>
                </c:pt>
                <c:pt idx="15305">
                  <c:v>35</c:v>
                </c:pt>
                <c:pt idx="15306">
                  <c:v>60</c:v>
                </c:pt>
                <c:pt idx="15307">
                  <c:v>180</c:v>
                </c:pt>
                <c:pt idx="15308">
                  <c:v>0</c:v>
                </c:pt>
                <c:pt idx="15309">
                  <c:v>0</c:v>
                </c:pt>
                <c:pt idx="15310">
                  <c:v>0</c:v>
                </c:pt>
                <c:pt idx="15311">
                  <c:v>1</c:v>
                </c:pt>
                <c:pt idx="15312">
                  <c:v>0</c:v>
                </c:pt>
                <c:pt idx="15313">
                  <c:v>0</c:v>
                </c:pt>
                <c:pt idx="15314">
                  <c:v>0</c:v>
                </c:pt>
                <c:pt idx="15315">
                  <c:v>0</c:v>
                </c:pt>
                <c:pt idx="15316">
                  <c:v>0</c:v>
                </c:pt>
                <c:pt idx="15317">
                  <c:v>0</c:v>
                </c:pt>
                <c:pt idx="15318">
                  <c:v>0</c:v>
                </c:pt>
                <c:pt idx="15319">
                  <c:v>0</c:v>
                </c:pt>
                <c:pt idx="15320">
                  <c:v>0</c:v>
                </c:pt>
                <c:pt idx="15321">
                  <c:v>28</c:v>
                </c:pt>
                <c:pt idx="15322">
                  <c:v>21</c:v>
                </c:pt>
                <c:pt idx="15323">
                  <c:v>21</c:v>
                </c:pt>
                <c:pt idx="15324">
                  <c:v>49</c:v>
                </c:pt>
                <c:pt idx="15325">
                  <c:v>0</c:v>
                </c:pt>
                <c:pt idx="15326">
                  <c:v>6</c:v>
                </c:pt>
                <c:pt idx="15327">
                  <c:v>14</c:v>
                </c:pt>
                <c:pt idx="15328">
                  <c:v>13</c:v>
                </c:pt>
                <c:pt idx="15329">
                  <c:v>12</c:v>
                </c:pt>
                <c:pt idx="15330">
                  <c:v>14</c:v>
                </c:pt>
                <c:pt idx="15331">
                  <c:v>4</c:v>
                </c:pt>
                <c:pt idx="15332">
                  <c:v>840</c:v>
                </c:pt>
                <c:pt idx="15333">
                  <c:v>28</c:v>
                </c:pt>
                <c:pt idx="15334">
                  <c:v>20</c:v>
                </c:pt>
                <c:pt idx="15335">
                  <c:v>168</c:v>
                </c:pt>
                <c:pt idx="15336">
                  <c:v>3</c:v>
                </c:pt>
                <c:pt idx="15337">
                  <c:v>17</c:v>
                </c:pt>
                <c:pt idx="15338">
                  <c:v>45</c:v>
                </c:pt>
                <c:pt idx="15339">
                  <c:v>3</c:v>
                </c:pt>
                <c:pt idx="15340">
                  <c:v>6</c:v>
                </c:pt>
                <c:pt idx="15341">
                  <c:v>7</c:v>
                </c:pt>
                <c:pt idx="15342">
                  <c:v>0</c:v>
                </c:pt>
                <c:pt idx="15343">
                  <c:v>0</c:v>
                </c:pt>
                <c:pt idx="15344">
                  <c:v>1</c:v>
                </c:pt>
                <c:pt idx="15345">
                  <c:v>0</c:v>
                </c:pt>
                <c:pt idx="15346">
                  <c:v>3</c:v>
                </c:pt>
                <c:pt idx="15347">
                  <c:v>1</c:v>
                </c:pt>
                <c:pt idx="15348">
                  <c:v>0</c:v>
                </c:pt>
                <c:pt idx="15349">
                  <c:v>0</c:v>
                </c:pt>
                <c:pt idx="15350">
                  <c:v>60</c:v>
                </c:pt>
                <c:pt idx="15351">
                  <c:v>0</c:v>
                </c:pt>
                <c:pt idx="15352">
                  <c:v>16</c:v>
                </c:pt>
                <c:pt idx="15353">
                  <c:v>70</c:v>
                </c:pt>
                <c:pt idx="15354">
                  <c:v>46</c:v>
                </c:pt>
                <c:pt idx="15355">
                  <c:v>0</c:v>
                </c:pt>
                <c:pt idx="15356">
                  <c:v>8</c:v>
                </c:pt>
                <c:pt idx="15357">
                  <c:v>168</c:v>
                </c:pt>
                <c:pt idx="15358">
                  <c:v>1</c:v>
                </c:pt>
                <c:pt idx="15359">
                  <c:v>36</c:v>
                </c:pt>
                <c:pt idx="15360">
                  <c:v>0</c:v>
                </c:pt>
                <c:pt idx="15361">
                  <c:v>0</c:v>
                </c:pt>
                <c:pt idx="15362">
                  <c:v>0</c:v>
                </c:pt>
                <c:pt idx="15363">
                  <c:v>0</c:v>
                </c:pt>
                <c:pt idx="15364">
                  <c:v>2</c:v>
                </c:pt>
                <c:pt idx="15365">
                  <c:v>0</c:v>
                </c:pt>
                <c:pt idx="15366">
                  <c:v>3</c:v>
                </c:pt>
                <c:pt idx="15367">
                  <c:v>4</c:v>
                </c:pt>
                <c:pt idx="15368">
                  <c:v>42</c:v>
                </c:pt>
                <c:pt idx="15369">
                  <c:v>0</c:v>
                </c:pt>
                <c:pt idx="15370">
                  <c:v>0</c:v>
                </c:pt>
                <c:pt idx="15371">
                  <c:v>100</c:v>
                </c:pt>
                <c:pt idx="15372">
                  <c:v>0</c:v>
                </c:pt>
                <c:pt idx="15373">
                  <c:v>30</c:v>
                </c:pt>
                <c:pt idx="15374">
                  <c:v>1</c:v>
                </c:pt>
                <c:pt idx="15375">
                  <c:v>2</c:v>
                </c:pt>
                <c:pt idx="15376">
                  <c:v>4</c:v>
                </c:pt>
                <c:pt idx="15377">
                  <c:v>3</c:v>
                </c:pt>
                <c:pt idx="15378">
                  <c:v>1</c:v>
                </c:pt>
                <c:pt idx="15379">
                  <c:v>0</c:v>
                </c:pt>
                <c:pt idx="15380">
                  <c:v>90</c:v>
                </c:pt>
                <c:pt idx="15381">
                  <c:v>30</c:v>
                </c:pt>
                <c:pt idx="15382">
                  <c:v>66</c:v>
                </c:pt>
                <c:pt idx="15383">
                  <c:v>30</c:v>
                </c:pt>
                <c:pt idx="15384">
                  <c:v>39</c:v>
                </c:pt>
                <c:pt idx="15385">
                  <c:v>36</c:v>
                </c:pt>
                <c:pt idx="15386">
                  <c:v>0</c:v>
                </c:pt>
                <c:pt idx="15387">
                  <c:v>36</c:v>
                </c:pt>
                <c:pt idx="15388">
                  <c:v>3</c:v>
                </c:pt>
                <c:pt idx="15389">
                  <c:v>0</c:v>
                </c:pt>
                <c:pt idx="15390">
                  <c:v>1</c:v>
                </c:pt>
                <c:pt idx="15391">
                  <c:v>4</c:v>
                </c:pt>
                <c:pt idx="15392">
                  <c:v>116</c:v>
                </c:pt>
                <c:pt idx="15393">
                  <c:v>0</c:v>
                </c:pt>
                <c:pt idx="15394">
                  <c:v>1</c:v>
                </c:pt>
                <c:pt idx="15395">
                  <c:v>730</c:v>
                </c:pt>
                <c:pt idx="15396">
                  <c:v>30</c:v>
                </c:pt>
                <c:pt idx="15397">
                  <c:v>0</c:v>
                </c:pt>
                <c:pt idx="15398">
                  <c:v>1</c:v>
                </c:pt>
                <c:pt idx="15399">
                  <c:v>35</c:v>
                </c:pt>
                <c:pt idx="15400">
                  <c:v>0</c:v>
                </c:pt>
                <c:pt idx="15401">
                  <c:v>2</c:v>
                </c:pt>
                <c:pt idx="15402">
                  <c:v>30</c:v>
                </c:pt>
                <c:pt idx="15403">
                  <c:v>28</c:v>
                </c:pt>
                <c:pt idx="15404">
                  <c:v>1</c:v>
                </c:pt>
                <c:pt idx="15405">
                  <c:v>60</c:v>
                </c:pt>
                <c:pt idx="15406">
                  <c:v>0</c:v>
                </c:pt>
                <c:pt idx="15407">
                  <c:v>43</c:v>
                </c:pt>
                <c:pt idx="15408">
                  <c:v>10</c:v>
                </c:pt>
                <c:pt idx="15409">
                  <c:v>28</c:v>
                </c:pt>
                <c:pt idx="15410">
                  <c:v>56</c:v>
                </c:pt>
                <c:pt idx="15411">
                  <c:v>280</c:v>
                </c:pt>
                <c:pt idx="15412">
                  <c:v>728</c:v>
                </c:pt>
                <c:pt idx="15413">
                  <c:v>60</c:v>
                </c:pt>
                <c:pt idx="15414">
                  <c:v>42</c:v>
                </c:pt>
                <c:pt idx="15415">
                  <c:v>28</c:v>
                </c:pt>
                <c:pt idx="15416">
                  <c:v>37</c:v>
                </c:pt>
                <c:pt idx="15417">
                  <c:v>14</c:v>
                </c:pt>
                <c:pt idx="15418">
                  <c:v>0</c:v>
                </c:pt>
                <c:pt idx="15419">
                  <c:v>30</c:v>
                </c:pt>
                <c:pt idx="15420">
                  <c:v>56</c:v>
                </c:pt>
                <c:pt idx="15421">
                  <c:v>23</c:v>
                </c:pt>
                <c:pt idx="15422">
                  <c:v>0</c:v>
                </c:pt>
                <c:pt idx="15423">
                  <c:v>28</c:v>
                </c:pt>
                <c:pt idx="15424">
                  <c:v>28</c:v>
                </c:pt>
                <c:pt idx="15425">
                  <c:v>56</c:v>
                </c:pt>
                <c:pt idx="15426">
                  <c:v>4</c:v>
                </c:pt>
                <c:pt idx="15427">
                  <c:v>0</c:v>
                </c:pt>
                <c:pt idx="15428">
                  <c:v>39</c:v>
                </c:pt>
                <c:pt idx="15429">
                  <c:v>1</c:v>
                </c:pt>
                <c:pt idx="15430">
                  <c:v>60</c:v>
                </c:pt>
                <c:pt idx="15431">
                  <c:v>171</c:v>
                </c:pt>
                <c:pt idx="15432">
                  <c:v>23</c:v>
                </c:pt>
                <c:pt idx="15433">
                  <c:v>0</c:v>
                </c:pt>
                <c:pt idx="15434">
                  <c:v>0</c:v>
                </c:pt>
                <c:pt idx="15435">
                  <c:v>60</c:v>
                </c:pt>
                <c:pt idx="15436">
                  <c:v>52</c:v>
                </c:pt>
                <c:pt idx="15437">
                  <c:v>7</c:v>
                </c:pt>
                <c:pt idx="15438">
                  <c:v>180</c:v>
                </c:pt>
                <c:pt idx="15439">
                  <c:v>0</c:v>
                </c:pt>
                <c:pt idx="15440">
                  <c:v>24</c:v>
                </c:pt>
                <c:pt idx="15441">
                  <c:v>2</c:v>
                </c:pt>
                <c:pt idx="15442">
                  <c:v>0</c:v>
                </c:pt>
                <c:pt idx="15443">
                  <c:v>480</c:v>
                </c:pt>
                <c:pt idx="15444">
                  <c:v>0</c:v>
                </c:pt>
                <c:pt idx="15445">
                  <c:v>60</c:v>
                </c:pt>
                <c:pt idx="15446">
                  <c:v>5</c:v>
                </c:pt>
                <c:pt idx="15447">
                  <c:v>140</c:v>
                </c:pt>
                <c:pt idx="15448">
                  <c:v>0</c:v>
                </c:pt>
                <c:pt idx="15449">
                  <c:v>39</c:v>
                </c:pt>
                <c:pt idx="15450">
                  <c:v>30</c:v>
                </c:pt>
                <c:pt idx="15451">
                  <c:v>84</c:v>
                </c:pt>
                <c:pt idx="15452">
                  <c:v>66</c:v>
                </c:pt>
                <c:pt idx="15453">
                  <c:v>2</c:v>
                </c:pt>
                <c:pt idx="15454">
                  <c:v>25</c:v>
                </c:pt>
                <c:pt idx="15455">
                  <c:v>8</c:v>
                </c:pt>
                <c:pt idx="15456">
                  <c:v>1</c:v>
                </c:pt>
                <c:pt idx="15457">
                  <c:v>0</c:v>
                </c:pt>
                <c:pt idx="15458">
                  <c:v>1</c:v>
                </c:pt>
                <c:pt idx="15459">
                  <c:v>0</c:v>
                </c:pt>
                <c:pt idx="15460">
                  <c:v>1</c:v>
                </c:pt>
                <c:pt idx="15461">
                  <c:v>12</c:v>
                </c:pt>
                <c:pt idx="15462">
                  <c:v>60</c:v>
                </c:pt>
                <c:pt idx="15463">
                  <c:v>210</c:v>
                </c:pt>
                <c:pt idx="15464">
                  <c:v>1</c:v>
                </c:pt>
                <c:pt idx="15465">
                  <c:v>2</c:v>
                </c:pt>
                <c:pt idx="15466">
                  <c:v>1</c:v>
                </c:pt>
                <c:pt idx="15467">
                  <c:v>315</c:v>
                </c:pt>
                <c:pt idx="15468">
                  <c:v>70</c:v>
                </c:pt>
                <c:pt idx="15469">
                  <c:v>90</c:v>
                </c:pt>
                <c:pt idx="15470">
                  <c:v>29</c:v>
                </c:pt>
                <c:pt idx="15471">
                  <c:v>198</c:v>
                </c:pt>
                <c:pt idx="15472">
                  <c:v>2</c:v>
                </c:pt>
                <c:pt idx="15473">
                  <c:v>0</c:v>
                </c:pt>
                <c:pt idx="15474">
                  <c:v>25</c:v>
                </c:pt>
                <c:pt idx="15475">
                  <c:v>0</c:v>
                </c:pt>
                <c:pt idx="15476">
                  <c:v>6</c:v>
                </c:pt>
                <c:pt idx="15477">
                  <c:v>150</c:v>
                </c:pt>
                <c:pt idx="15478">
                  <c:v>24</c:v>
                </c:pt>
                <c:pt idx="15479">
                  <c:v>22</c:v>
                </c:pt>
                <c:pt idx="15480">
                  <c:v>16</c:v>
                </c:pt>
                <c:pt idx="15481">
                  <c:v>0</c:v>
                </c:pt>
                <c:pt idx="15482">
                  <c:v>0</c:v>
                </c:pt>
                <c:pt idx="15483">
                  <c:v>0</c:v>
                </c:pt>
                <c:pt idx="15484">
                  <c:v>0</c:v>
                </c:pt>
                <c:pt idx="15485">
                  <c:v>1</c:v>
                </c:pt>
                <c:pt idx="15486">
                  <c:v>0</c:v>
                </c:pt>
                <c:pt idx="15487">
                  <c:v>2</c:v>
                </c:pt>
                <c:pt idx="15488">
                  <c:v>112</c:v>
                </c:pt>
                <c:pt idx="15489">
                  <c:v>140</c:v>
                </c:pt>
                <c:pt idx="15490">
                  <c:v>0</c:v>
                </c:pt>
                <c:pt idx="15491">
                  <c:v>0</c:v>
                </c:pt>
                <c:pt idx="15492">
                  <c:v>0</c:v>
                </c:pt>
                <c:pt idx="15493">
                  <c:v>50</c:v>
                </c:pt>
                <c:pt idx="15494">
                  <c:v>70</c:v>
                </c:pt>
                <c:pt idx="15495">
                  <c:v>5</c:v>
                </c:pt>
                <c:pt idx="15496">
                  <c:v>2</c:v>
                </c:pt>
                <c:pt idx="15497">
                  <c:v>0</c:v>
                </c:pt>
                <c:pt idx="15498">
                  <c:v>0</c:v>
                </c:pt>
                <c:pt idx="15499">
                  <c:v>0</c:v>
                </c:pt>
                <c:pt idx="15500">
                  <c:v>1</c:v>
                </c:pt>
                <c:pt idx="15501">
                  <c:v>0</c:v>
                </c:pt>
                <c:pt idx="15502">
                  <c:v>1</c:v>
                </c:pt>
                <c:pt idx="15503">
                  <c:v>1</c:v>
                </c:pt>
                <c:pt idx="15504">
                  <c:v>44</c:v>
                </c:pt>
                <c:pt idx="15505">
                  <c:v>0</c:v>
                </c:pt>
                <c:pt idx="15506">
                  <c:v>0</c:v>
                </c:pt>
                <c:pt idx="15507">
                  <c:v>5</c:v>
                </c:pt>
                <c:pt idx="15508">
                  <c:v>16</c:v>
                </c:pt>
                <c:pt idx="15509">
                  <c:v>21</c:v>
                </c:pt>
                <c:pt idx="15510">
                  <c:v>96</c:v>
                </c:pt>
                <c:pt idx="15511">
                  <c:v>54</c:v>
                </c:pt>
                <c:pt idx="15512">
                  <c:v>46</c:v>
                </c:pt>
                <c:pt idx="15513">
                  <c:v>0</c:v>
                </c:pt>
                <c:pt idx="15514">
                  <c:v>150</c:v>
                </c:pt>
                <c:pt idx="15515">
                  <c:v>44</c:v>
                </c:pt>
                <c:pt idx="15516">
                  <c:v>16</c:v>
                </c:pt>
                <c:pt idx="15517">
                  <c:v>9</c:v>
                </c:pt>
                <c:pt idx="15518">
                  <c:v>25</c:v>
                </c:pt>
                <c:pt idx="15519">
                  <c:v>33</c:v>
                </c:pt>
                <c:pt idx="15520">
                  <c:v>10</c:v>
                </c:pt>
                <c:pt idx="15521">
                  <c:v>0</c:v>
                </c:pt>
                <c:pt idx="15522">
                  <c:v>56</c:v>
                </c:pt>
                <c:pt idx="15523">
                  <c:v>0</c:v>
                </c:pt>
                <c:pt idx="15524">
                  <c:v>3</c:v>
                </c:pt>
                <c:pt idx="15525">
                  <c:v>63</c:v>
                </c:pt>
                <c:pt idx="15526">
                  <c:v>3</c:v>
                </c:pt>
                <c:pt idx="15527">
                  <c:v>0</c:v>
                </c:pt>
                <c:pt idx="15528">
                  <c:v>0</c:v>
                </c:pt>
                <c:pt idx="15529">
                  <c:v>0</c:v>
                </c:pt>
                <c:pt idx="15530">
                  <c:v>0</c:v>
                </c:pt>
                <c:pt idx="15531">
                  <c:v>0</c:v>
                </c:pt>
                <c:pt idx="15532">
                  <c:v>0</c:v>
                </c:pt>
                <c:pt idx="15533">
                  <c:v>5</c:v>
                </c:pt>
                <c:pt idx="15534">
                  <c:v>0</c:v>
                </c:pt>
                <c:pt idx="15535">
                  <c:v>0</c:v>
                </c:pt>
                <c:pt idx="15536">
                  <c:v>0</c:v>
                </c:pt>
                <c:pt idx="15537">
                  <c:v>0</c:v>
                </c:pt>
                <c:pt idx="15538">
                  <c:v>11</c:v>
                </c:pt>
                <c:pt idx="15539">
                  <c:v>0</c:v>
                </c:pt>
                <c:pt idx="15540">
                  <c:v>4</c:v>
                </c:pt>
                <c:pt idx="15541">
                  <c:v>15</c:v>
                </c:pt>
                <c:pt idx="15542">
                  <c:v>0</c:v>
                </c:pt>
                <c:pt idx="15543">
                  <c:v>0</c:v>
                </c:pt>
                <c:pt idx="15544">
                  <c:v>0</c:v>
                </c:pt>
                <c:pt idx="15545">
                  <c:v>0</c:v>
                </c:pt>
                <c:pt idx="15546">
                  <c:v>0</c:v>
                </c:pt>
                <c:pt idx="15547">
                  <c:v>1</c:v>
                </c:pt>
                <c:pt idx="15548">
                  <c:v>11</c:v>
                </c:pt>
                <c:pt idx="15549">
                  <c:v>12</c:v>
                </c:pt>
                <c:pt idx="15550">
                  <c:v>6</c:v>
                </c:pt>
                <c:pt idx="15551">
                  <c:v>2</c:v>
                </c:pt>
                <c:pt idx="15552">
                  <c:v>28</c:v>
                </c:pt>
                <c:pt idx="15553">
                  <c:v>20</c:v>
                </c:pt>
                <c:pt idx="15554">
                  <c:v>2</c:v>
                </c:pt>
                <c:pt idx="15555">
                  <c:v>21</c:v>
                </c:pt>
                <c:pt idx="15556">
                  <c:v>7</c:v>
                </c:pt>
                <c:pt idx="15557">
                  <c:v>16</c:v>
                </c:pt>
                <c:pt idx="15558">
                  <c:v>0</c:v>
                </c:pt>
                <c:pt idx="15559">
                  <c:v>2</c:v>
                </c:pt>
                <c:pt idx="15560">
                  <c:v>60</c:v>
                </c:pt>
                <c:pt idx="15561">
                  <c:v>0</c:v>
                </c:pt>
                <c:pt idx="15562">
                  <c:v>36</c:v>
                </c:pt>
                <c:pt idx="15563">
                  <c:v>54</c:v>
                </c:pt>
                <c:pt idx="15564">
                  <c:v>0</c:v>
                </c:pt>
                <c:pt idx="15565">
                  <c:v>1</c:v>
                </c:pt>
                <c:pt idx="15566">
                  <c:v>28</c:v>
                </c:pt>
                <c:pt idx="15567">
                  <c:v>1</c:v>
                </c:pt>
                <c:pt idx="15568">
                  <c:v>0</c:v>
                </c:pt>
                <c:pt idx="15569">
                  <c:v>1</c:v>
                </c:pt>
                <c:pt idx="15570">
                  <c:v>0</c:v>
                </c:pt>
                <c:pt idx="15571">
                  <c:v>0</c:v>
                </c:pt>
                <c:pt idx="15572">
                  <c:v>0</c:v>
                </c:pt>
                <c:pt idx="15573">
                  <c:v>0</c:v>
                </c:pt>
                <c:pt idx="15574">
                  <c:v>0</c:v>
                </c:pt>
                <c:pt idx="15575">
                  <c:v>40</c:v>
                </c:pt>
                <c:pt idx="15576">
                  <c:v>0</c:v>
                </c:pt>
                <c:pt idx="15577">
                  <c:v>34</c:v>
                </c:pt>
                <c:pt idx="15578">
                  <c:v>0</c:v>
                </c:pt>
                <c:pt idx="15579">
                  <c:v>49</c:v>
                </c:pt>
                <c:pt idx="15580">
                  <c:v>44</c:v>
                </c:pt>
                <c:pt idx="15581">
                  <c:v>30</c:v>
                </c:pt>
                <c:pt idx="15582">
                  <c:v>0</c:v>
                </c:pt>
                <c:pt idx="15583">
                  <c:v>68</c:v>
                </c:pt>
                <c:pt idx="15584">
                  <c:v>0</c:v>
                </c:pt>
                <c:pt idx="15585">
                  <c:v>72</c:v>
                </c:pt>
                <c:pt idx="15586">
                  <c:v>42</c:v>
                </c:pt>
                <c:pt idx="15587">
                  <c:v>115</c:v>
                </c:pt>
                <c:pt idx="15588">
                  <c:v>13</c:v>
                </c:pt>
                <c:pt idx="15589">
                  <c:v>0</c:v>
                </c:pt>
                <c:pt idx="15590">
                  <c:v>7</c:v>
                </c:pt>
                <c:pt idx="15591">
                  <c:v>6</c:v>
                </c:pt>
                <c:pt idx="15592">
                  <c:v>6</c:v>
                </c:pt>
                <c:pt idx="15593">
                  <c:v>140</c:v>
                </c:pt>
                <c:pt idx="15594">
                  <c:v>6</c:v>
                </c:pt>
                <c:pt idx="15595">
                  <c:v>4</c:v>
                </c:pt>
                <c:pt idx="15596">
                  <c:v>0</c:v>
                </c:pt>
                <c:pt idx="15597">
                  <c:v>20</c:v>
                </c:pt>
                <c:pt idx="15598">
                  <c:v>1</c:v>
                </c:pt>
                <c:pt idx="15599">
                  <c:v>105</c:v>
                </c:pt>
                <c:pt idx="15600">
                  <c:v>48</c:v>
                </c:pt>
                <c:pt idx="15601">
                  <c:v>1</c:v>
                </c:pt>
                <c:pt idx="15602">
                  <c:v>0</c:v>
                </c:pt>
                <c:pt idx="15603">
                  <c:v>58</c:v>
                </c:pt>
                <c:pt idx="15604">
                  <c:v>15</c:v>
                </c:pt>
                <c:pt idx="15605">
                  <c:v>20</c:v>
                </c:pt>
                <c:pt idx="15606">
                  <c:v>0</c:v>
                </c:pt>
                <c:pt idx="15607">
                  <c:v>30</c:v>
                </c:pt>
                <c:pt idx="15608">
                  <c:v>31</c:v>
                </c:pt>
                <c:pt idx="15609">
                  <c:v>168</c:v>
                </c:pt>
                <c:pt idx="15610">
                  <c:v>128</c:v>
                </c:pt>
                <c:pt idx="15611">
                  <c:v>72</c:v>
                </c:pt>
                <c:pt idx="15612">
                  <c:v>1</c:v>
                </c:pt>
                <c:pt idx="15613">
                  <c:v>168</c:v>
                </c:pt>
                <c:pt idx="15614">
                  <c:v>21</c:v>
                </c:pt>
                <c:pt idx="15615">
                  <c:v>5</c:v>
                </c:pt>
                <c:pt idx="15616">
                  <c:v>0</c:v>
                </c:pt>
                <c:pt idx="15617">
                  <c:v>81</c:v>
                </c:pt>
                <c:pt idx="15618">
                  <c:v>0</c:v>
                </c:pt>
                <c:pt idx="15619">
                  <c:v>0</c:v>
                </c:pt>
                <c:pt idx="15620">
                  <c:v>0</c:v>
                </c:pt>
                <c:pt idx="15621">
                  <c:v>0</c:v>
                </c:pt>
                <c:pt idx="15622">
                  <c:v>0</c:v>
                </c:pt>
                <c:pt idx="15623">
                  <c:v>0</c:v>
                </c:pt>
                <c:pt idx="15624">
                  <c:v>0</c:v>
                </c:pt>
                <c:pt idx="15625">
                  <c:v>0</c:v>
                </c:pt>
                <c:pt idx="15626">
                  <c:v>0</c:v>
                </c:pt>
                <c:pt idx="15627">
                  <c:v>0</c:v>
                </c:pt>
                <c:pt idx="15628">
                  <c:v>0</c:v>
                </c:pt>
                <c:pt idx="15629">
                  <c:v>150</c:v>
                </c:pt>
                <c:pt idx="15630">
                  <c:v>50</c:v>
                </c:pt>
                <c:pt idx="15631">
                  <c:v>0</c:v>
                </c:pt>
                <c:pt idx="15632">
                  <c:v>60</c:v>
                </c:pt>
                <c:pt idx="15633">
                  <c:v>0</c:v>
                </c:pt>
                <c:pt idx="15634">
                  <c:v>50</c:v>
                </c:pt>
                <c:pt idx="15635">
                  <c:v>3</c:v>
                </c:pt>
                <c:pt idx="15636">
                  <c:v>53</c:v>
                </c:pt>
                <c:pt idx="15637">
                  <c:v>0</c:v>
                </c:pt>
                <c:pt idx="15638">
                  <c:v>0</c:v>
                </c:pt>
                <c:pt idx="15639">
                  <c:v>0</c:v>
                </c:pt>
                <c:pt idx="15640">
                  <c:v>108</c:v>
                </c:pt>
                <c:pt idx="15641">
                  <c:v>35</c:v>
                </c:pt>
                <c:pt idx="15642">
                  <c:v>30</c:v>
                </c:pt>
                <c:pt idx="15643">
                  <c:v>60</c:v>
                </c:pt>
                <c:pt idx="15644">
                  <c:v>15</c:v>
                </c:pt>
                <c:pt idx="15645">
                  <c:v>0</c:v>
                </c:pt>
                <c:pt idx="15646">
                  <c:v>1</c:v>
                </c:pt>
                <c:pt idx="15647">
                  <c:v>0</c:v>
                </c:pt>
                <c:pt idx="15648">
                  <c:v>0</c:v>
                </c:pt>
                <c:pt idx="15649">
                  <c:v>18</c:v>
                </c:pt>
                <c:pt idx="15650">
                  <c:v>1</c:v>
                </c:pt>
                <c:pt idx="15651">
                  <c:v>12</c:v>
                </c:pt>
                <c:pt idx="15652">
                  <c:v>0</c:v>
                </c:pt>
                <c:pt idx="15653">
                  <c:v>0</c:v>
                </c:pt>
                <c:pt idx="15654">
                  <c:v>0</c:v>
                </c:pt>
                <c:pt idx="15655">
                  <c:v>0</c:v>
                </c:pt>
                <c:pt idx="15656">
                  <c:v>0</c:v>
                </c:pt>
                <c:pt idx="15657">
                  <c:v>0</c:v>
                </c:pt>
                <c:pt idx="15658">
                  <c:v>0</c:v>
                </c:pt>
                <c:pt idx="15659">
                  <c:v>0</c:v>
                </c:pt>
                <c:pt idx="15660">
                  <c:v>0</c:v>
                </c:pt>
                <c:pt idx="15661">
                  <c:v>0</c:v>
                </c:pt>
                <c:pt idx="15662">
                  <c:v>60</c:v>
                </c:pt>
                <c:pt idx="15663">
                  <c:v>0</c:v>
                </c:pt>
                <c:pt idx="15664">
                  <c:v>0</c:v>
                </c:pt>
                <c:pt idx="15665">
                  <c:v>50</c:v>
                </c:pt>
                <c:pt idx="15666">
                  <c:v>0</c:v>
                </c:pt>
                <c:pt idx="15667">
                  <c:v>0</c:v>
                </c:pt>
                <c:pt idx="15668">
                  <c:v>17</c:v>
                </c:pt>
                <c:pt idx="15669">
                  <c:v>112</c:v>
                </c:pt>
                <c:pt idx="15670">
                  <c:v>0</c:v>
                </c:pt>
                <c:pt idx="15671">
                  <c:v>15</c:v>
                </c:pt>
                <c:pt idx="15672">
                  <c:v>0</c:v>
                </c:pt>
                <c:pt idx="15673">
                  <c:v>15</c:v>
                </c:pt>
                <c:pt idx="15674">
                  <c:v>0</c:v>
                </c:pt>
                <c:pt idx="15675">
                  <c:v>60</c:v>
                </c:pt>
                <c:pt idx="15676">
                  <c:v>14</c:v>
                </c:pt>
                <c:pt idx="15677">
                  <c:v>33</c:v>
                </c:pt>
                <c:pt idx="15678">
                  <c:v>1</c:v>
                </c:pt>
                <c:pt idx="15679">
                  <c:v>0</c:v>
                </c:pt>
                <c:pt idx="15680">
                  <c:v>0</c:v>
                </c:pt>
                <c:pt idx="15681">
                  <c:v>0</c:v>
                </c:pt>
                <c:pt idx="15682">
                  <c:v>0</c:v>
                </c:pt>
                <c:pt idx="15683">
                  <c:v>0</c:v>
                </c:pt>
                <c:pt idx="15684">
                  <c:v>0</c:v>
                </c:pt>
                <c:pt idx="15685">
                  <c:v>14</c:v>
                </c:pt>
                <c:pt idx="15686">
                  <c:v>0</c:v>
                </c:pt>
                <c:pt idx="15687">
                  <c:v>0</c:v>
                </c:pt>
                <c:pt idx="15688">
                  <c:v>0</c:v>
                </c:pt>
                <c:pt idx="15689">
                  <c:v>0</c:v>
                </c:pt>
                <c:pt idx="15690">
                  <c:v>0</c:v>
                </c:pt>
                <c:pt idx="15691">
                  <c:v>1</c:v>
                </c:pt>
                <c:pt idx="15692">
                  <c:v>9</c:v>
                </c:pt>
                <c:pt idx="15693">
                  <c:v>0</c:v>
                </c:pt>
                <c:pt idx="15694">
                  <c:v>0</c:v>
                </c:pt>
                <c:pt idx="15695">
                  <c:v>0</c:v>
                </c:pt>
                <c:pt idx="15696">
                  <c:v>0</c:v>
                </c:pt>
                <c:pt idx="15697">
                  <c:v>29</c:v>
                </c:pt>
                <c:pt idx="15698">
                  <c:v>0</c:v>
                </c:pt>
                <c:pt idx="15699">
                  <c:v>120</c:v>
                </c:pt>
                <c:pt idx="15700">
                  <c:v>57</c:v>
                </c:pt>
                <c:pt idx="15701">
                  <c:v>0</c:v>
                </c:pt>
                <c:pt idx="15702">
                  <c:v>19</c:v>
                </c:pt>
                <c:pt idx="15703">
                  <c:v>0</c:v>
                </c:pt>
                <c:pt idx="15704">
                  <c:v>0</c:v>
                </c:pt>
                <c:pt idx="15705">
                  <c:v>0</c:v>
                </c:pt>
                <c:pt idx="15706">
                  <c:v>0</c:v>
                </c:pt>
                <c:pt idx="15707">
                  <c:v>15</c:v>
                </c:pt>
                <c:pt idx="15708">
                  <c:v>0</c:v>
                </c:pt>
                <c:pt idx="15709">
                  <c:v>0</c:v>
                </c:pt>
                <c:pt idx="15710">
                  <c:v>2</c:v>
                </c:pt>
                <c:pt idx="15711">
                  <c:v>40</c:v>
                </c:pt>
                <c:pt idx="15712">
                  <c:v>2</c:v>
                </c:pt>
                <c:pt idx="15713">
                  <c:v>0</c:v>
                </c:pt>
                <c:pt idx="15714">
                  <c:v>0</c:v>
                </c:pt>
                <c:pt idx="15715">
                  <c:v>0</c:v>
                </c:pt>
                <c:pt idx="15716">
                  <c:v>99</c:v>
                </c:pt>
                <c:pt idx="15717">
                  <c:v>0</c:v>
                </c:pt>
                <c:pt idx="15718">
                  <c:v>0</c:v>
                </c:pt>
                <c:pt idx="15719">
                  <c:v>0</c:v>
                </c:pt>
                <c:pt idx="15720">
                  <c:v>0</c:v>
                </c:pt>
                <c:pt idx="15721">
                  <c:v>0</c:v>
                </c:pt>
                <c:pt idx="15722">
                  <c:v>0</c:v>
                </c:pt>
                <c:pt idx="15723">
                  <c:v>0</c:v>
                </c:pt>
                <c:pt idx="15724">
                  <c:v>1</c:v>
                </c:pt>
                <c:pt idx="15725">
                  <c:v>0</c:v>
                </c:pt>
                <c:pt idx="15726">
                  <c:v>0</c:v>
                </c:pt>
                <c:pt idx="15727">
                  <c:v>0</c:v>
                </c:pt>
                <c:pt idx="15728">
                  <c:v>30</c:v>
                </c:pt>
                <c:pt idx="15729">
                  <c:v>23</c:v>
                </c:pt>
                <c:pt idx="15730">
                  <c:v>0</c:v>
                </c:pt>
                <c:pt idx="15731">
                  <c:v>13</c:v>
                </c:pt>
                <c:pt idx="15732">
                  <c:v>70</c:v>
                </c:pt>
                <c:pt idx="15733">
                  <c:v>43</c:v>
                </c:pt>
                <c:pt idx="15734">
                  <c:v>0</c:v>
                </c:pt>
                <c:pt idx="15735">
                  <c:v>0</c:v>
                </c:pt>
                <c:pt idx="15736">
                  <c:v>0</c:v>
                </c:pt>
                <c:pt idx="15737">
                  <c:v>0</c:v>
                </c:pt>
                <c:pt idx="15738">
                  <c:v>0</c:v>
                </c:pt>
                <c:pt idx="15739">
                  <c:v>0</c:v>
                </c:pt>
                <c:pt idx="15740">
                  <c:v>0</c:v>
                </c:pt>
                <c:pt idx="15741">
                  <c:v>0</c:v>
                </c:pt>
                <c:pt idx="15742">
                  <c:v>0</c:v>
                </c:pt>
                <c:pt idx="15743">
                  <c:v>0</c:v>
                </c:pt>
                <c:pt idx="15744">
                  <c:v>0</c:v>
                </c:pt>
                <c:pt idx="15745">
                  <c:v>40</c:v>
                </c:pt>
                <c:pt idx="15746">
                  <c:v>0</c:v>
                </c:pt>
                <c:pt idx="15747">
                  <c:v>0</c:v>
                </c:pt>
                <c:pt idx="15748">
                  <c:v>2</c:v>
                </c:pt>
                <c:pt idx="15749">
                  <c:v>3</c:v>
                </c:pt>
                <c:pt idx="15750">
                  <c:v>0</c:v>
                </c:pt>
                <c:pt idx="15751">
                  <c:v>68</c:v>
                </c:pt>
                <c:pt idx="15752">
                  <c:v>0</c:v>
                </c:pt>
                <c:pt idx="15753">
                  <c:v>1</c:v>
                </c:pt>
                <c:pt idx="15754">
                  <c:v>0</c:v>
                </c:pt>
                <c:pt idx="15755">
                  <c:v>3</c:v>
                </c:pt>
                <c:pt idx="15756">
                  <c:v>224</c:v>
                </c:pt>
                <c:pt idx="15757">
                  <c:v>26</c:v>
                </c:pt>
                <c:pt idx="15758">
                  <c:v>0</c:v>
                </c:pt>
                <c:pt idx="15759">
                  <c:v>0</c:v>
                </c:pt>
                <c:pt idx="15760">
                  <c:v>1</c:v>
                </c:pt>
                <c:pt idx="15761">
                  <c:v>8</c:v>
                </c:pt>
                <c:pt idx="15762">
                  <c:v>3</c:v>
                </c:pt>
                <c:pt idx="15763">
                  <c:v>196</c:v>
                </c:pt>
                <c:pt idx="15764">
                  <c:v>2</c:v>
                </c:pt>
                <c:pt idx="15765">
                  <c:v>1</c:v>
                </c:pt>
                <c:pt idx="15766">
                  <c:v>12</c:v>
                </c:pt>
                <c:pt idx="15767">
                  <c:v>6</c:v>
                </c:pt>
                <c:pt idx="15768">
                  <c:v>70</c:v>
                </c:pt>
                <c:pt idx="15769">
                  <c:v>0</c:v>
                </c:pt>
                <c:pt idx="15770">
                  <c:v>2</c:v>
                </c:pt>
                <c:pt idx="15771">
                  <c:v>90</c:v>
                </c:pt>
                <c:pt idx="15772">
                  <c:v>84</c:v>
                </c:pt>
                <c:pt idx="15773">
                  <c:v>0</c:v>
                </c:pt>
                <c:pt idx="15774">
                  <c:v>0</c:v>
                </c:pt>
                <c:pt idx="15775">
                  <c:v>5</c:v>
                </c:pt>
                <c:pt idx="15776">
                  <c:v>0</c:v>
                </c:pt>
                <c:pt idx="15777">
                  <c:v>0</c:v>
                </c:pt>
                <c:pt idx="15778">
                  <c:v>2</c:v>
                </c:pt>
                <c:pt idx="15779">
                  <c:v>10</c:v>
                </c:pt>
                <c:pt idx="15780">
                  <c:v>3</c:v>
                </c:pt>
                <c:pt idx="15781">
                  <c:v>0</c:v>
                </c:pt>
                <c:pt idx="15782">
                  <c:v>0</c:v>
                </c:pt>
                <c:pt idx="15783">
                  <c:v>54</c:v>
                </c:pt>
                <c:pt idx="15784">
                  <c:v>100</c:v>
                </c:pt>
                <c:pt idx="15785">
                  <c:v>28</c:v>
                </c:pt>
                <c:pt idx="15786">
                  <c:v>20</c:v>
                </c:pt>
                <c:pt idx="15787">
                  <c:v>34</c:v>
                </c:pt>
                <c:pt idx="15788">
                  <c:v>150</c:v>
                </c:pt>
                <c:pt idx="15789">
                  <c:v>0</c:v>
                </c:pt>
                <c:pt idx="15790">
                  <c:v>0</c:v>
                </c:pt>
                <c:pt idx="15791">
                  <c:v>0</c:v>
                </c:pt>
                <c:pt idx="15792">
                  <c:v>0</c:v>
                </c:pt>
                <c:pt idx="15793">
                  <c:v>0</c:v>
                </c:pt>
                <c:pt idx="15794">
                  <c:v>0</c:v>
                </c:pt>
                <c:pt idx="15795">
                  <c:v>0</c:v>
                </c:pt>
                <c:pt idx="15796">
                  <c:v>0</c:v>
                </c:pt>
                <c:pt idx="15797">
                  <c:v>0</c:v>
                </c:pt>
                <c:pt idx="15798">
                  <c:v>0</c:v>
                </c:pt>
                <c:pt idx="15799">
                  <c:v>0</c:v>
                </c:pt>
                <c:pt idx="15800">
                  <c:v>0</c:v>
                </c:pt>
                <c:pt idx="15801">
                  <c:v>0</c:v>
                </c:pt>
                <c:pt idx="15802">
                  <c:v>63</c:v>
                </c:pt>
                <c:pt idx="15803">
                  <c:v>8</c:v>
                </c:pt>
                <c:pt idx="15804">
                  <c:v>0</c:v>
                </c:pt>
                <c:pt idx="15805">
                  <c:v>0</c:v>
                </c:pt>
                <c:pt idx="15806">
                  <c:v>0</c:v>
                </c:pt>
                <c:pt idx="15807">
                  <c:v>0</c:v>
                </c:pt>
                <c:pt idx="15808">
                  <c:v>0</c:v>
                </c:pt>
                <c:pt idx="15809">
                  <c:v>0</c:v>
                </c:pt>
                <c:pt idx="15810">
                  <c:v>5</c:v>
                </c:pt>
                <c:pt idx="15811">
                  <c:v>3</c:v>
                </c:pt>
                <c:pt idx="15812">
                  <c:v>30</c:v>
                </c:pt>
                <c:pt idx="15813">
                  <c:v>1</c:v>
                </c:pt>
                <c:pt idx="15814">
                  <c:v>551</c:v>
                </c:pt>
                <c:pt idx="15815">
                  <c:v>9</c:v>
                </c:pt>
                <c:pt idx="15816">
                  <c:v>210</c:v>
                </c:pt>
                <c:pt idx="15817">
                  <c:v>0</c:v>
                </c:pt>
                <c:pt idx="15818">
                  <c:v>0</c:v>
                </c:pt>
                <c:pt idx="15819">
                  <c:v>0</c:v>
                </c:pt>
                <c:pt idx="15820">
                  <c:v>0</c:v>
                </c:pt>
                <c:pt idx="15821">
                  <c:v>3</c:v>
                </c:pt>
                <c:pt idx="15822">
                  <c:v>3</c:v>
                </c:pt>
                <c:pt idx="15823">
                  <c:v>39</c:v>
                </c:pt>
                <c:pt idx="15824">
                  <c:v>18</c:v>
                </c:pt>
                <c:pt idx="15825">
                  <c:v>55</c:v>
                </c:pt>
                <c:pt idx="15826">
                  <c:v>0</c:v>
                </c:pt>
                <c:pt idx="15827">
                  <c:v>112</c:v>
                </c:pt>
                <c:pt idx="15828">
                  <c:v>0</c:v>
                </c:pt>
                <c:pt idx="15829">
                  <c:v>20</c:v>
                </c:pt>
                <c:pt idx="15830">
                  <c:v>42</c:v>
                </c:pt>
                <c:pt idx="15831">
                  <c:v>30</c:v>
                </c:pt>
                <c:pt idx="15832">
                  <c:v>1</c:v>
                </c:pt>
                <c:pt idx="15833">
                  <c:v>0</c:v>
                </c:pt>
                <c:pt idx="15834">
                  <c:v>58</c:v>
                </c:pt>
                <c:pt idx="15835">
                  <c:v>0</c:v>
                </c:pt>
                <c:pt idx="15836">
                  <c:v>0</c:v>
                </c:pt>
                <c:pt idx="15837">
                  <c:v>0</c:v>
                </c:pt>
                <c:pt idx="15838">
                  <c:v>140</c:v>
                </c:pt>
                <c:pt idx="15839">
                  <c:v>0</c:v>
                </c:pt>
                <c:pt idx="15840">
                  <c:v>28</c:v>
                </c:pt>
                <c:pt idx="15841">
                  <c:v>1</c:v>
                </c:pt>
                <c:pt idx="15842">
                  <c:v>1</c:v>
                </c:pt>
                <c:pt idx="15843">
                  <c:v>1</c:v>
                </c:pt>
                <c:pt idx="15844">
                  <c:v>0</c:v>
                </c:pt>
                <c:pt idx="15845">
                  <c:v>0</c:v>
                </c:pt>
                <c:pt idx="15846">
                  <c:v>20</c:v>
                </c:pt>
                <c:pt idx="15847">
                  <c:v>0</c:v>
                </c:pt>
                <c:pt idx="15848">
                  <c:v>0</c:v>
                </c:pt>
                <c:pt idx="15849">
                  <c:v>1</c:v>
                </c:pt>
                <c:pt idx="15850">
                  <c:v>0</c:v>
                </c:pt>
                <c:pt idx="15851">
                  <c:v>0</c:v>
                </c:pt>
                <c:pt idx="15852">
                  <c:v>33</c:v>
                </c:pt>
                <c:pt idx="15853">
                  <c:v>150</c:v>
                </c:pt>
                <c:pt idx="15854">
                  <c:v>0</c:v>
                </c:pt>
                <c:pt idx="15855">
                  <c:v>30</c:v>
                </c:pt>
                <c:pt idx="15856">
                  <c:v>24</c:v>
                </c:pt>
                <c:pt idx="15857">
                  <c:v>1</c:v>
                </c:pt>
                <c:pt idx="15858">
                  <c:v>0</c:v>
                </c:pt>
                <c:pt idx="15859">
                  <c:v>0</c:v>
                </c:pt>
                <c:pt idx="15860">
                  <c:v>0</c:v>
                </c:pt>
                <c:pt idx="15861">
                  <c:v>0</c:v>
                </c:pt>
                <c:pt idx="15862">
                  <c:v>18</c:v>
                </c:pt>
                <c:pt idx="15863">
                  <c:v>16</c:v>
                </c:pt>
                <c:pt idx="15864">
                  <c:v>0</c:v>
                </c:pt>
                <c:pt idx="15865">
                  <c:v>0</c:v>
                </c:pt>
                <c:pt idx="15866">
                  <c:v>30</c:v>
                </c:pt>
                <c:pt idx="15867">
                  <c:v>1</c:v>
                </c:pt>
                <c:pt idx="15868">
                  <c:v>39</c:v>
                </c:pt>
                <c:pt idx="15869">
                  <c:v>0</c:v>
                </c:pt>
                <c:pt idx="15870">
                  <c:v>42</c:v>
                </c:pt>
                <c:pt idx="15871">
                  <c:v>8</c:v>
                </c:pt>
                <c:pt idx="15872">
                  <c:v>165</c:v>
                </c:pt>
                <c:pt idx="15873">
                  <c:v>48</c:v>
                </c:pt>
                <c:pt idx="15874">
                  <c:v>0</c:v>
                </c:pt>
                <c:pt idx="15875">
                  <c:v>36</c:v>
                </c:pt>
                <c:pt idx="15876">
                  <c:v>0</c:v>
                </c:pt>
                <c:pt idx="15877">
                  <c:v>0</c:v>
                </c:pt>
                <c:pt idx="15878">
                  <c:v>80</c:v>
                </c:pt>
                <c:pt idx="15879">
                  <c:v>1</c:v>
                </c:pt>
                <c:pt idx="15880">
                  <c:v>0</c:v>
                </c:pt>
                <c:pt idx="15881">
                  <c:v>0</c:v>
                </c:pt>
                <c:pt idx="15882">
                  <c:v>0</c:v>
                </c:pt>
                <c:pt idx="15883">
                  <c:v>1</c:v>
                </c:pt>
                <c:pt idx="15884">
                  <c:v>0</c:v>
                </c:pt>
                <c:pt idx="15885">
                  <c:v>21</c:v>
                </c:pt>
                <c:pt idx="15886">
                  <c:v>5</c:v>
                </c:pt>
                <c:pt idx="15887">
                  <c:v>29</c:v>
                </c:pt>
                <c:pt idx="15888">
                  <c:v>4</c:v>
                </c:pt>
                <c:pt idx="15889">
                  <c:v>0</c:v>
                </c:pt>
                <c:pt idx="15890">
                  <c:v>60</c:v>
                </c:pt>
                <c:pt idx="15891">
                  <c:v>50</c:v>
                </c:pt>
                <c:pt idx="15892">
                  <c:v>0</c:v>
                </c:pt>
                <c:pt idx="15893">
                  <c:v>50</c:v>
                </c:pt>
                <c:pt idx="15894">
                  <c:v>0</c:v>
                </c:pt>
                <c:pt idx="15895">
                  <c:v>0</c:v>
                </c:pt>
                <c:pt idx="15896">
                  <c:v>0</c:v>
                </c:pt>
                <c:pt idx="15897">
                  <c:v>3</c:v>
                </c:pt>
                <c:pt idx="15898">
                  <c:v>0</c:v>
                </c:pt>
                <c:pt idx="15899">
                  <c:v>0</c:v>
                </c:pt>
                <c:pt idx="15900">
                  <c:v>0</c:v>
                </c:pt>
                <c:pt idx="15901">
                  <c:v>0</c:v>
                </c:pt>
                <c:pt idx="15902">
                  <c:v>47</c:v>
                </c:pt>
                <c:pt idx="15903">
                  <c:v>25</c:v>
                </c:pt>
                <c:pt idx="15904">
                  <c:v>0</c:v>
                </c:pt>
                <c:pt idx="15905">
                  <c:v>0</c:v>
                </c:pt>
                <c:pt idx="15906">
                  <c:v>34</c:v>
                </c:pt>
                <c:pt idx="15907">
                  <c:v>23</c:v>
                </c:pt>
                <c:pt idx="15908">
                  <c:v>15</c:v>
                </c:pt>
                <c:pt idx="15909">
                  <c:v>28</c:v>
                </c:pt>
                <c:pt idx="15910">
                  <c:v>120</c:v>
                </c:pt>
                <c:pt idx="15911">
                  <c:v>37</c:v>
                </c:pt>
                <c:pt idx="15912">
                  <c:v>8</c:v>
                </c:pt>
                <c:pt idx="15913">
                  <c:v>29</c:v>
                </c:pt>
                <c:pt idx="15914">
                  <c:v>2</c:v>
                </c:pt>
                <c:pt idx="15915">
                  <c:v>0</c:v>
                </c:pt>
                <c:pt idx="15916">
                  <c:v>0</c:v>
                </c:pt>
                <c:pt idx="15917">
                  <c:v>0</c:v>
                </c:pt>
                <c:pt idx="15918">
                  <c:v>34</c:v>
                </c:pt>
                <c:pt idx="15919">
                  <c:v>0</c:v>
                </c:pt>
                <c:pt idx="15920">
                  <c:v>30</c:v>
                </c:pt>
                <c:pt idx="15921">
                  <c:v>0</c:v>
                </c:pt>
                <c:pt idx="15922">
                  <c:v>2</c:v>
                </c:pt>
                <c:pt idx="15923">
                  <c:v>9</c:v>
                </c:pt>
                <c:pt idx="15924">
                  <c:v>0</c:v>
                </c:pt>
                <c:pt idx="15925">
                  <c:v>19</c:v>
                </c:pt>
                <c:pt idx="15926">
                  <c:v>0</c:v>
                </c:pt>
                <c:pt idx="15927">
                  <c:v>31</c:v>
                </c:pt>
                <c:pt idx="15928">
                  <c:v>1</c:v>
                </c:pt>
                <c:pt idx="15929">
                  <c:v>18</c:v>
                </c:pt>
                <c:pt idx="15930">
                  <c:v>41</c:v>
                </c:pt>
                <c:pt idx="15931">
                  <c:v>2</c:v>
                </c:pt>
                <c:pt idx="15932">
                  <c:v>72</c:v>
                </c:pt>
                <c:pt idx="15933">
                  <c:v>0</c:v>
                </c:pt>
                <c:pt idx="15934">
                  <c:v>22</c:v>
                </c:pt>
                <c:pt idx="15935">
                  <c:v>0</c:v>
                </c:pt>
                <c:pt idx="15936">
                  <c:v>35</c:v>
                </c:pt>
                <c:pt idx="15937">
                  <c:v>54</c:v>
                </c:pt>
                <c:pt idx="15938">
                  <c:v>8</c:v>
                </c:pt>
                <c:pt idx="15939">
                  <c:v>0</c:v>
                </c:pt>
                <c:pt idx="15940">
                  <c:v>0</c:v>
                </c:pt>
                <c:pt idx="15941">
                  <c:v>20</c:v>
                </c:pt>
                <c:pt idx="15942">
                  <c:v>15</c:v>
                </c:pt>
                <c:pt idx="15943">
                  <c:v>18</c:v>
                </c:pt>
                <c:pt idx="15944">
                  <c:v>60</c:v>
                </c:pt>
                <c:pt idx="15945">
                  <c:v>60</c:v>
                </c:pt>
                <c:pt idx="15946">
                  <c:v>23</c:v>
                </c:pt>
                <c:pt idx="15947">
                  <c:v>15</c:v>
                </c:pt>
                <c:pt idx="15948">
                  <c:v>0</c:v>
                </c:pt>
                <c:pt idx="15949">
                  <c:v>0</c:v>
                </c:pt>
                <c:pt idx="15950">
                  <c:v>17</c:v>
                </c:pt>
                <c:pt idx="15951">
                  <c:v>0</c:v>
                </c:pt>
                <c:pt idx="15952">
                  <c:v>21</c:v>
                </c:pt>
                <c:pt idx="15953">
                  <c:v>37</c:v>
                </c:pt>
                <c:pt idx="15954">
                  <c:v>20</c:v>
                </c:pt>
                <c:pt idx="15955">
                  <c:v>25</c:v>
                </c:pt>
                <c:pt idx="15956">
                  <c:v>0</c:v>
                </c:pt>
                <c:pt idx="15957">
                  <c:v>35</c:v>
                </c:pt>
                <c:pt idx="15958">
                  <c:v>9</c:v>
                </c:pt>
                <c:pt idx="15959">
                  <c:v>41</c:v>
                </c:pt>
                <c:pt idx="15960">
                  <c:v>41</c:v>
                </c:pt>
                <c:pt idx="15961">
                  <c:v>5</c:v>
                </c:pt>
                <c:pt idx="15962">
                  <c:v>60</c:v>
                </c:pt>
                <c:pt idx="15963">
                  <c:v>0</c:v>
                </c:pt>
                <c:pt idx="15964">
                  <c:v>5</c:v>
                </c:pt>
                <c:pt idx="15965">
                  <c:v>35</c:v>
                </c:pt>
                <c:pt idx="15966">
                  <c:v>36</c:v>
                </c:pt>
                <c:pt idx="15967">
                  <c:v>0</c:v>
                </c:pt>
                <c:pt idx="15968">
                  <c:v>23</c:v>
                </c:pt>
                <c:pt idx="15969">
                  <c:v>31</c:v>
                </c:pt>
                <c:pt idx="15970">
                  <c:v>13</c:v>
                </c:pt>
                <c:pt idx="15971">
                  <c:v>29</c:v>
                </c:pt>
                <c:pt idx="15972">
                  <c:v>62</c:v>
                </c:pt>
                <c:pt idx="15973">
                  <c:v>14</c:v>
                </c:pt>
                <c:pt idx="15974">
                  <c:v>11</c:v>
                </c:pt>
                <c:pt idx="15975">
                  <c:v>36</c:v>
                </c:pt>
                <c:pt idx="15976">
                  <c:v>0</c:v>
                </c:pt>
                <c:pt idx="15977">
                  <c:v>12</c:v>
                </c:pt>
                <c:pt idx="15978">
                  <c:v>2</c:v>
                </c:pt>
                <c:pt idx="15979">
                  <c:v>50</c:v>
                </c:pt>
                <c:pt idx="15980">
                  <c:v>2</c:v>
                </c:pt>
                <c:pt idx="15981">
                  <c:v>150</c:v>
                </c:pt>
                <c:pt idx="15982">
                  <c:v>44</c:v>
                </c:pt>
                <c:pt idx="15983">
                  <c:v>19</c:v>
                </c:pt>
                <c:pt idx="15984">
                  <c:v>5</c:v>
                </c:pt>
                <c:pt idx="15985">
                  <c:v>23</c:v>
                </c:pt>
                <c:pt idx="15986">
                  <c:v>12</c:v>
                </c:pt>
                <c:pt idx="15987">
                  <c:v>0</c:v>
                </c:pt>
                <c:pt idx="15988">
                  <c:v>11</c:v>
                </c:pt>
                <c:pt idx="15989">
                  <c:v>3</c:v>
                </c:pt>
                <c:pt idx="15990">
                  <c:v>27</c:v>
                </c:pt>
                <c:pt idx="15991">
                  <c:v>22</c:v>
                </c:pt>
                <c:pt idx="15992">
                  <c:v>16</c:v>
                </c:pt>
                <c:pt idx="15993">
                  <c:v>0</c:v>
                </c:pt>
                <c:pt idx="15994">
                  <c:v>150</c:v>
                </c:pt>
                <c:pt idx="15995">
                  <c:v>12</c:v>
                </c:pt>
                <c:pt idx="15996">
                  <c:v>19</c:v>
                </c:pt>
                <c:pt idx="15997">
                  <c:v>16</c:v>
                </c:pt>
                <c:pt idx="15998">
                  <c:v>31</c:v>
                </c:pt>
                <c:pt idx="15999">
                  <c:v>22</c:v>
                </c:pt>
                <c:pt idx="16000">
                  <c:v>27</c:v>
                </c:pt>
                <c:pt idx="16001">
                  <c:v>12</c:v>
                </c:pt>
                <c:pt idx="16002">
                  <c:v>15</c:v>
                </c:pt>
                <c:pt idx="16003">
                  <c:v>13</c:v>
                </c:pt>
                <c:pt idx="16004">
                  <c:v>41</c:v>
                </c:pt>
                <c:pt idx="16005">
                  <c:v>29</c:v>
                </c:pt>
                <c:pt idx="16006">
                  <c:v>116</c:v>
                </c:pt>
                <c:pt idx="16007">
                  <c:v>336</c:v>
                </c:pt>
                <c:pt idx="16008">
                  <c:v>44</c:v>
                </c:pt>
                <c:pt idx="16009">
                  <c:v>21</c:v>
                </c:pt>
                <c:pt idx="16010">
                  <c:v>116</c:v>
                </c:pt>
                <c:pt idx="16011">
                  <c:v>28</c:v>
                </c:pt>
                <c:pt idx="16012">
                  <c:v>15</c:v>
                </c:pt>
                <c:pt idx="16013">
                  <c:v>25</c:v>
                </c:pt>
                <c:pt idx="16014">
                  <c:v>48</c:v>
                </c:pt>
                <c:pt idx="16015">
                  <c:v>29</c:v>
                </c:pt>
                <c:pt idx="16016">
                  <c:v>28</c:v>
                </c:pt>
                <c:pt idx="16017">
                  <c:v>15</c:v>
                </c:pt>
                <c:pt idx="16018">
                  <c:v>30</c:v>
                </c:pt>
                <c:pt idx="16019">
                  <c:v>30</c:v>
                </c:pt>
                <c:pt idx="16020">
                  <c:v>21</c:v>
                </c:pt>
                <c:pt idx="16021">
                  <c:v>35</c:v>
                </c:pt>
                <c:pt idx="16022">
                  <c:v>18</c:v>
                </c:pt>
                <c:pt idx="16023">
                  <c:v>32</c:v>
                </c:pt>
                <c:pt idx="16024">
                  <c:v>168</c:v>
                </c:pt>
                <c:pt idx="16025">
                  <c:v>11</c:v>
                </c:pt>
                <c:pt idx="16026">
                  <c:v>17</c:v>
                </c:pt>
                <c:pt idx="16027">
                  <c:v>40</c:v>
                </c:pt>
                <c:pt idx="16028">
                  <c:v>270</c:v>
                </c:pt>
                <c:pt idx="16029">
                  <c:v>15</c:v>
                </c:pt>
                <c:pt idx="16030">
                  <c:v>26</c:v>
                </c:pt>
                <c:pt idx="16031">
                  <c:v>29</c:v>
                </c:pt>
                <c:pt idx="16032">
                  <c:v>24</c:v>
                </c:pt>
                <c:pt idx="16033">
                  <c:v>0</c:v>
                </c:pt>
                <c:pt idx="16034">
                  <c:v>0</c:v>
                </c:pt>
                <c:pt idx="16035">
                  <c:v>0</c:v>
                </c:pt>
                <c:pt idx="16036">
                  <c:v>0</c:v>
                </c:pt>
                <c:pt idx="16037">
                  <c:v>0</c:v>
                </c:pt>
                <c:pt idx="16038">
                  <c:v>0</c:v>
                </c:pt>
                <c:pt idx="16039">
                  <c:v>0</c:v>
                </c:pt>
                <c:pt idx="16040">
                  <c:v>0</c:v>
                </c:pt>
                <c:pt idx="16041">
                  <c:v>240</c:v>
                </c:pt>
                <c:pt idx="16042">
                  <c:v>60</c:v>
                </c:pt>
                <c:pt idx="16043">
                  <c:v>120</c:v>
                </c:pt>
                <c:pt idx="16044">
                  <c:v>14</c:v>
                </c:pt>
                <c:pt idx="16045">
                  <c:v>1</c:v>
                </c:pt>
                <c:pt idx="16046">
                  <c:v>252</c:v>
                </c:pt>
                <c:pt idx="16047">
                  <c:v>0</c:v>
                </c:pt>
                <c:pt idx="16048">
                  <c:v>0</c:v>
                </c:pt>
                <c:pt idx="16049">
                  <c:v>60</c:v>
                </c:pt>
                <c:pt idx="16050">
                  <c:v>189</c:v>
                </c:pt>
                <c:pt idx="16051">
                  <c:v>28</c:v>
                </c:pt>
                <c:pt idx="16052">
                  <c:v>0</c:v>
                </c:pt>
                <c:pt idx="16053">
                  <c:v>3</c:v>
                </c:pt>
                <c:pt idx="16054">
                  <c:v>0</c:v>
                </c:pt>
                <c:pt idx="16055">
                  <c:v>13</c:v>
                </c:pt>
                <c:pt idx="16056">
                  <c:v>0</c:v>
                </c:pt>
                <c:pt idx="16057">
                  <c:v>0</c:v>
                </c:pt>
                <c:pt idx="16058">
                  <c:v>0</c:v>
                </c:pt>
                <c:pt idx="16059">
                  <c:v>210</c:v>
                </c:pt>
                <c:pt idx="16060">
                  <c:v>0</c:v>
                </c:pt>
                <c:pt idx="16061">
                  <c:v>0</c:v>
                </c:pt>
                <c:pt idx="16062">
                  <c:v>0</c:v>
                </c:pt>
                <c:pt idx="16063">
                  <c:v>0</c:v>
                </c:pt>
                <c:pt idx="16064">
                  <c:v>0</c:v>
                </c:pt>
                <c:pt idx="16065">
                  <c:v>33</c:v>
                </c:pt>
                <c:pt idx="16066">
                  <c:v>2</c:v>
                </c:pt>
                <c:pt idx="16067">
                  <c:v>60</c:v>
                </c:pt>
                <c:pt idx="16068">
                  <c:v>0</c:v>
                </c:pt>
                <c:pt idx="16069">
                  <c:v>133</c:v>
                </c:pt>
                <c:pt idx="16070">
                  <c:v>1</c:v>
                </c:pt>
                <c:pt idx="16071">
                  <c:v>70</c:v>
                </c:pt>
                <c:pt idx="16072">
                  <c:v>14</c:v>
                </c:pt>
                <c:pt idx="16073">
                  <c:v>29</c:v>
                </c:pt>
                <c:pt idx="16074">
                  <c:v>8</c:v>
                </c:pt>
                <c:pt idx="16075">
                  <c:v>4</c:v>
                </c:pt>
                <c:pt idx="16076">
                  <c:v>32</c:v>
                </c:pt>
                <c:pt idx="16077">
                  <c:v>1</c:v>
                </c:pt>
                <c:pt idx="16078">
                  <c:v>1</c:v>
                </c:pt>
                <c:pt idx="16079">
                  <c:v>90</c:v>
                </c:pt>
                <c:pt idx="16080">
                  <c:v>14</c:v>
                </c:pt>
                <c:pt idx="16081">
                  <c:v>29</c:v>
                </c:pt>
                <c:pt idx="16082">
                  <c:v>17</c:v>
                </c:pt>
                <c:pt idx="16083">
                  <c:v>6</c:v>
                </c:pt>
                <c:pt idx="16084">
                  <c:v>15</c:v>
                </c:pt>
                <c:pt idx="16085">
                  <c:v>32</c:v>
                </c:pt>
                <c:pt idx="16086">
                  <c:v>14</c:v>
                </c:pt>
                <c:pt idx="16087">
                  <c:v>17</c:v>
                </c:pt>
                <c:pt idx="16088">
                  <c:v>30</c:v>
                </c:pt>
                <c:pt idx="16089">
                  <c:v>30</c:v>
                </c:pt>
                <c:pt idx="16090">
                  <c:v>90</c:v>
                </c:pt>
                <c:pt idx="16091">
                  <c:v>0</c:v>
                </c:pt>
                <c:pt idx="16092">
                  <c:v>43</c:v>
                </c:pt>
                <c:pt idx="16093">
                  <c:v>1</c:v>
                </c:pt>
                <c:pt idx="16094">
                  <c:v>1</c:v>
                </c:pt>
                <c:pt idx="16095">
                  <c:v>9</c:v>
                </c:pt>
                <c:pt idx="16096">
                  <c:v>270</c:v>
                </c:pt>
                <c:pt idx="16097">
                  <c:v>2</c:v>
                </c:pt>
                <c:pt idx="16098">
                  <c:v>45</c:v>
                </c:pt>
                <c:pt idx="16099">
                  <c:v>0</c:v>
                </c:pt>
                <c:pt idx="16100">
                  <c:v>3</c:v>
                </c:pt>
                <c:pt idx="16101">
                  <c:v>2</c:v>
                </c:pt>
                <c:pt idx="16102">
                  <c:v>12</c:v>
                </c:pt>
                <c:pt idx="16103">
                  <c:v>40</c:v>
                </c:pt>
                <c:pt idx="16104">
                  <c:v>140</c:v>
                </c:pt>
                <c:pt idx="16105">
                  <c:v>30</c:v>
                </c:pt>
                <c:pt idx="16106">
                  <c:v>63</c:v>
                </c:pt>
                <c:pt idx="16107">
                  <c:v>41</c:v>
                </c:pt>
                <c:pt idx="16108">
                  <c:v>0</c:v>
                </c:pt>
                <c:pt idx="16109">
                  <c:v>0</c:v>
                </c:pt>
                <c:pt idx="16110">
                  <c:v>0</c:v>
                </c:pt>
                <c:pt idx="16111">
                  <c:v>140</c:v>
                </c:pt>
                <c:pt idx="16112">
                  <c:v>3</c:v>
                </c:pt>
                <c:pt idx="16113">
                  <c:v>9</c:v>
                </c:pt>
                <c:pt idx="16114">
                  <c:v>11</c:v>
                </c:pt>
                <c:pt idx="16115">
                  <c:v>25</c:v>
                </c:pt>
                <c:pt idx="16116">
                  <c:v>8</c:v>
                </c:pt>
                <c:pt idx="16117">
                  <c:v>0</c:v>
                </c:pt>
                <c:pt idx="16118">
                  <c:v>53</c:v>
                </c:pt>
                <c:pt idx="16119">
                  <c:v>66</c:v>
                </c:pt>
                <c:pt idx="16120">
                  <c:v>70</c:v>
                </c:pt>
                <c:pt idx="16121">
                  <c:v>0</c:v>
                </c:pt>
                <c:pt idx="16122">
                  <c:v>19</c:v>
                </c:pt>
                <c:pt idx="16123">
                  <c:v>20</c:v>
                </c:pt>
                <c:pt idx="16124">
                  <c:v>27</c:v>
                </c:pt>
                <c:pt idx="16125">
                  <c:v>19</c:v>
                </c:pt>
                <c:pt idx="16126">
                  <c:v>10</c:v>
                </c:pt>
                <c:pt idx="16127">
                  <c:v>31</c:v>
                </c:pt>
                <c:pt idx="16128">
                  <c:v>28</c:v>
                </c:pt>
                <c:pt idx="16129">
                  <c:v>0</c:v>
                </c:pt>
                <c:pt idx="16130">
                  <c:v>53</c:v>
                </c:pt>
                <c:pt idx="16131">
                  <c:v>0</c:v>
                </c:pt>
                <c:pt idx="16132">
                  <c:v>14</c:v>
                </c:pt>
                <c:pt idx="16133">
                  <c:v>21</c:v>
                </c:pt>
                <c:pt idx="16134">
                  <c:v>0</c:v>
                </c:pt>
                <c:pt idx="16135">
                  <c:v>11</c:v>
                </c:pt>
                <c:pt idx="16136">
                  <c:v>0</c:v>
                </c:pt>
                <c:pt idx="16137">
                  <c:v>0</c:v>
                </c:pt>
                <c:pt idx="16138">
                  <c:v>20</c:v>
                </c:pt>
                <c:pt idx="16139">
                  <c:v>18</c:v>
                </c:pt>
                <c:pt idx="16140">
                  <c:v>2</c:v>
                </c:pt>
                <c:pt idx="16141">
                  <c:v>10</c:v>
                </c:pt>
                <c:pt idx="16142">
                  <c:v>22</c:v>
                </c:pt>
                <c:pt idx="16143">
                  <c:v>12</c:v>
                </c:pt>
                <c:pt idx="16144">
                  <c:v>29</c:v>
                </c:pt>
                <c:pt idx="16145">
                  <c:v>30</c:v>
                </c:pt>
                <c:pt idx="16146">
                  <c:v>6</c:v>
                </c:pt>
                <c:pt idx="16147">
                  <c:v>41</c:v>
                </c:pt>
                <c:pt idx="16148">
                  <c:v>23</c:v>
                </c:pt>
                <c:pt idx="16149">
                  <c:v>0</c:v>
                </c:pt>
                <c:pt idx="16150">
                  <c:v>1</c:v>
                </c:pt>
                <c:pt idx="16151">
                  <c:v>11</c:v>
                </c:pt>
                <c:pt idx="16152">
                  <c:v>0</c:v>
                </c:pt>
                <c:pt idx="16153">
                  <c:v>30</c:v>
                </c:pt>
                <c:pt idx="16154">
                  <c:v>0</c:v>
                </c:pt>
                <c:pt idx="16155">
                  <c:v>31</c:v>
                </c:pt>
                <c:pt idx="16156">
                  <c:v>25</c:v>
                </c:pt>
                <c:pt idx="16157">
                  <c:v>12</c:v>
                </c:pt>
                <c:pt idx="16158">
                  <c:v>21</c:v>
                </c:pt>
                <c:pt idx="16159">
                  <c:v>0</c:v>
                </c:pt>
                <c:pt idx="16160">
                  <c:v>10</c:v>
                </c:pt>
                <c:pt idx="16161">
                  <c:v>0</c:v>
                </c:pt>
                <c:pt idx="16162">
                  <c:v>0</c:v>
                </c:pt>
                <c:pt idx="16163">
                  <c:v>5</c:v>
                </c:pt>
                <c:pt idx="16164">
                  <c:v>10</c:v>
                </c:pt>
                <c:pt idx="16165">
                  <c:v>9</c:v>
                </c:pt>
                <c:pt idx="16166">
                  <c:v>0</c:v>
                </c:pt>
                <c:pt idx="16167">
                  <c:v>19</c:v>
                </c:pt>
                <c:pt idx="16168">
                  <c:v>28</c:v>
                </c:pt>
                <c:pt idx="16169">
                  <c:v>9</c:v>
                </c:pt>
                <c:pt idx="16170">
                  <c:v>1</c:v>
                </c:pt>
                <c:pt idx="16171">
                  <c:v>19</c:v>
                </c:pt>
                <c:pt idx="16172">
                  <c:v>28</c:v>
                </c:pt>
                <c:pt idx="16173">
                  <c:v>22</c:v>
                </c:pt>
                <c:pt idx="16174">
                  <c:v>42</c:v>
                </c:pt>
                <c:pt idx="16175">
                  <c:v>5</c:v>
                </c:pt>
                <c:pt idx="16176">
                  <c:v>55</c:v>
                </c:pt>
                <c:pt idx="16177">
                  <c:v>15</c:v>
                </c:pt>
                <c:pt idx="16178">
                  <c:v>12</c:v>
                </c:pt>
                <c:pt idx="16179">
                  <c:v>12</c:v>
                </c:pt>
                <c:pt idx="16180">
                  <c:v>105</c:v>
                </c:pt>
                <c:pt idx="16181">
                  <c:v>2</c:v>
                </c:pt>
                <c:pt idx="16182">
                  <c:v>0</c:v>
                </c:pt>
                <c:pt idx="16183">
                  <c:v>20</c:v>
                </c:pt>
                <c:pt idx="16184">
                  <c:v>3</c:v>
                </c:pt>
                <c:pt idx="16185">
                  <c:v>2</c:v>
                </c:pt>
                <c:pt idx="16186">
                  <c:v>27</c:v>
                </c:pt>
                <c:pt idx="16187">
                  <c:v>0</c:v>
                </c:pt>
                <c:pt idx="16188">
                  <c:v>0</c:v>
                </c:pt>
                <c:pt idx="16189">
                  <c:v>210</c:v>
                </c:pt>
                <c:pt idx="16190">
                  <c:v>60</c:v>
                </c:pt>
                <c:pt idx="16191">
                  <c:v>3</c:v>
                </c:pt>
                <c:pt idx="16192">
                  <c:v>0</c:v>
                </c:pt>
                <c:pt idx="16193">
                  <c:v>0</c:v>
                </c:pt>
                <c:pt idx="16194">
                  <c:v>100</c:v>
                </c:pt>
                <c:pt idx="16195">
                  <c:v>0</c:v>
                </c:pt>
                <c:pt idx="16196">
                  <c:v>3</c:v>
                </c:pt>
                <c:pt idx="16197">
                  <c:v>0</c:v>
                </c:pt>
                <c:pt idx="16198">
                  <c:v>1140</c:v>
                </c:pt>
                <c:pt idx="16199">
                  <c:v>0</c:v>
                </c:pt>
                <c:pt idx="16200">
                  <c:v>0</c:v>
                </c:pt>
                <c:pt idx="16201">
                  <c:v>1</c:v>
                </c:pt>
                <c:pt idx="16202">
                  <c:v>0</c:v>
                </c:pt>
                <c:pt idx="16203">
                  <c:v>300</c:v>
                </c:pt>
                <c:pt idx="16204">
                  <c:v>0</c:v>
                </c:pt>
                <c:pt idx="16205">
                  <c:v>0</c:v>
                </c:pt>
                <c:pt idx="16206">
                  <c:v>0</c:v>
                </c:pt>
                <c:pt idx="16207">
                  <c:v>0</c:v>
                </c:pt>
                <c:pt idx="16208">
                  <c:v>147</c:v>
                </c:pt>
                <c:pt idx="16209">
                  <c:v>0</c:v>
                </c:pt>
                <c:pt idx="16210">
                  <c:v>30</c:v>
                </c:pt>
                <c:pt idx="16211">
                  <c:v>12</c:v>
                </c:pt>
                <c:pt idx="16212">
                  <c:v>15</c:v>
                </c:pt>
                <c:pt idx="16213">
                  <c:v>180</c:v>
                </c:pt>
                <c:pt idx="16214">
                  <c:v>0</c:v>
                </c:pt>
                <c:pt idx="16215">
                  <c:v>68</c:v>
                </c:pt>
                <c:pt idx="16216">
                  <c:v>0</c:v>
                </c:pt>
                <c:pt idx="16217">
                  <c:v>2</c:v>
                </c:pt>
                <c:pt idx="16218">
                  <c:v>0</c:v>
                </c:pt>
                <c:pt idx="16219">
                  <c:v>4</c:v>
                </c:pt>
                <c:pt idx="16220">
                  <c:v>0</c:v>
                </c:pt>
                <c:pt idx="16221">
                  <c:v>3</c:v>
                </c:pt>
                <c:pt idx="16222">
                  <c:v>0</c:v>
                </c:pt>
                <c:pt idx="16223">
                  <c:v>3</c:v>
                </c:pt>
                <c:pt idx="16224">
                  <c:v>42</c:v>
                </c:pt>
                <c:pt idx="16225">
                  <c:v>72</c:v>
                </c:pt>
                <c:pt idx="16226">
                  <c:v>168</c:v>
                </c:pt>
                <c:pt idx="16227">
                  <c:v>0</c:v>
                </c:pt>
                <c:pt idx="16228">
                  <c:v>0</c:v>
                </c:pt>
                <c:pt idx="16229">
                  <c:v>0</c:v>
                </c:pt>
                <c:pt idx="16230">
                  <c:v>0</c:v>
                </c:pt>
                <c:pt idx="16231">
                  <c:v>6</c:v>
                </c:pt>
                <c:pt idx="16232">
                  <c:v>29</c:v>
                </c:pt>
                <c:pt idx="16233">
                  <c:v>1</c:v>
                </c:pt>
                <c:pt idx="16234">
                  <c:v>0</c:v>
                </c:pt>
                <c:pt idx="16235">
                  <c:v>5</c:v>
                </c:pt>
                <c:pt idx="16236">
                  <c:v>15</c:v>
                </c:pt>
                <c:pt idx="16237">
                  <c:v>3</c:v>
                </c:pt>
                <c:pt idx="16238">
                  <c:v>60</c:v>
                </c:pt>
                <c:pt idx="16239">
                  <c:v>40</c:v>
                </c:pt>
                <c:pt idx="16240">
                  <c:v>3</c:v>
                </c:pt>
                <c:pt idx="16241">
                  <c:v>3</c:v>
                </c:pt>
                <c:pt idx="16242">
                  <c:v>0</c:v>
                </c:pt>
                <c:pt idx="16243">
                  <c:v>0</c:v>
                </c:pt>
                <c:pt idx="16244">
                  <c:v>0</c:v>
                </c:pt>
                <c:pt idx="16245">
                  <c:v>0</c:v>
                </c:pt>
                <c:pt idx="16246">
                  <c:v>0</c:v>
                </c:pt>
                <c:pt idx="16247">
                  <c:v>0</c:v>
                </c:pt>
                <c:pt idx="16248">
                  <c:v>5</c:v>
                </c:pt>
                <c:pt idx="16249">
                  <c:v>25</c:v>
                </c:pt>
                <c:pt idx="16250">
                  <c:v>4</c:v>
                </c:pt>
                <c:pt idx="16251">
                  <c:v>40</c:v>
                </c:pt>
                <c:pt idx="16252">
                  <c:v>3</c:v>
                </c:pt>
                <c:pt idx="16253">
                  <c:v>140</c:v>
                </c:pt>
                <c:pt idx="16254">
                  <c:v>100</c:v>
                </c:pt>
                <c:pt idx="16255">
                  <c:v>6</c:v>
                </c:pt>
                <c:pt idx="16256">
                  <c:v>0</c:v>
                </c:pt>
                <c:pt idx="16257">
                  <c:v>0</c:v>
                </c:pt>
                <c:pt idx="16258">
                  <c:v>1</c:v>
                </c:pt>
                <c:pt idx="16259">
                  <c:v>60</c:v>
                </c:pt>
                <c:pt idx="16260">
                  <c:v>2</c:v>
                </c:pt>
                <c:pt idx="16261">
                  <c:v>19</c:v>
                </c:pt>
                <c:pt idx="16262">
                  <c:v>240</c:v>
                </c:pt>
                <c:pt idx="16263">
                  <c:v>0</c:v>
                </c:pt>
                <c:pt idx="16264">
                  <c:v>0</c:v>
                </c:pt>
                <c:pt idx="16265">
                  <c:v>0</c:v>
                </c:pt>
                <c:pt idx="16266">
                  <c:v>0</c:v>
                </c:pt>
                <c:pt idx="16267">
                  <c:v>7</c:v>
                </c:pt>
                <c:pt idx="16268">
                  <c:v>2</c:v>
                </c:pt>
                <c:pt idx="16269">
                  <c:v>0</c:v>
                </c:pt>
                <c:pt idx="16270">
                  <c:v>0</c:v>
                </c:pt>
                <c:pt idx="16271">
                  <c:v>280</c:v>
                </c:pt>
                <c:pt idx="16272">
                  <c:v>0</c:v>
                </c:pt>
                <c:pt idx="16273">
                  <c:v>0</c:v>
                </c:pt>
                <c:pt idx="16274">
                  <c:v>41</c:v>
                </c:pt>
                <c:pt idx="16275">
                  <c:v>59</c:v>
                </c:pt>
                <c:pt idx="16276">
                  <c:v>0</c:v>
                </c:pt>
                <c:pt idx="16277">
                  <c:v>0</c:v>
                </c:pt>
                <c:pt idx="16278">
                  <c:v>1</c:v>
                </c:pt>
                <c:pt idx="16279">
                  <c:v>9</c:v>
                </c:pt>
                <c:pt idx="16280">
                  <c:v>0</c:v>
                </c:pt>
                <c:pt idx="16281">
                  <c:v>0</c:v>
                </c:pt>
                <c:pt idx="16282">
                  <c:v>36</c:v>
                </c:pt>
                <c:pt idx="16283">
                  <c:v>27</c:v>
                </c:pt>
                <c:pt idx="16284">
                  <c:v>0</c:v>
                </c:pt>
                <c:pt idx="16285">
                  <c:v>240</c:v>
                </c:pt>
                <c:pt idx="16286">
                  <c:v>330</c:v>
                </c:pt>
                <c:pt idx="16287">
                  <c:v>10</c:v>
                </c:pt>
                <c:pt idx="16288">
                  <c:v>5</c:v>
                </c:pt>
                <c:pt idx="16289">
                  <c:v>2</c:v>
                </c:pt>
                <c:pt idx="16290">
                  <c:v>6</c:v>
                </c:pt>
                <c:pt idx="16291">
                  <c:v>0</c:v>
                </c:pt>
                <c:pt idx="16292">
                  <c:v>42</c:v>
                </c:pt>
                <c:pt idx="16293">
                  <c:v>31</c:v>
                </c:pt>
                <c:pt idx="16294">
                  <c:v>0</c:v>
                </c:pt>
                <c:pt idx="16295">
                  <c:v>18</c:v>
                </c:pt>
                <c:pt idx="16296">
                  <c:v>0</c:v>
                </c:pt>
                <c:pt idx="16297">
                  <c:v>20</c:v>
                </c:pt>
                <c:pt idx="16298">
                  <c:v>20</c:v>
                </c:pt>
                <c:pt idx="16299">
                  <c:v>0</c:v>
                </c:pt>
                <c:pt idx="16300">
                  <c:v>2</c:v>
                </c:pt>
                <c:pt idx="16301">
                  <c:v>76</c:v>
                </c:pt>
                <c:pt idx="16302">
                  <c:v>6</c:v>
                </c:pt>
                <c:pt idx="16303">
                  <c:v>0</c:v>
                </c:pt>
                <c:pt idx="16304">
                  <c:v>29</c:v>
                </c:pt>
                <c:pt idx="16305">
                  <c:v>0</c:v>
                </c:pt>
                <c:pt idx="16306">
                  <c:v>32</c:v>
                </c:pt>
                <c:pt idx="16307">
                  <c:v>6</c:v>
                </c:pt>
                <c:pt idx="16308">
                  <c:v>26</c:v>
                </c:pt>
                <c:pt idx="16309">
                  <c:v>1</c:v>
                </c:pt>
                <c:pt idx="16310">
                  <c:v>990</c:v>
                </c:pt>
                <c:pt idx="16311">
                  <c:v>35</c:v>
                </c:pt>
                <c:pt idx="16312">
                  <c:v>6</c:v>
                </c:pt>
                <c:pt idx="16313">
                  <c:v>70</c:v>
                </c:pt>
                <c:pt idx="16314">
                  <c:v>14</c:v>
                </c:pt>
                <c:pt idx="16315">
                  <c:v>51</c:v>
                </c:pt>
                <c:pt idx="16316">
                  <c:v>120</c:v>
                </c:pt>
                <c:pt idx="16317">
                  <c:v>18</c:v>
                </c:pt>
                <c:pt idx="16318">
                  <c:v>27</c:v>
                </c:pt>
                <c:pt idx="16319">
                  <c:v>19</c:v>
                </c:pt>
                <c:pt idx="16320">
                  <c:v>41</c:v>
                </c:pt>
                <c:pt idx="16321">
                  <c:v>34</c:v>
                </c:pt>
                <c:pt idx="16322">
                  <c:v>0</c:v>
                </c:pt>
                <c:pt idx="16323">
                  <c:v>14</c:v>
                </c:pt>
                <c:pt idx="16324">
                  <c:v>6</c:v>
                </c:pt>
                <c:pt idx="16325">
                  <c:v>140</c:v>
                </c:pt>
                <c:pt idx="16326">
                  <c:v>232</c:v>
                </c:pt>
                <c:pt idx="16327">
                  <c:v>140</c:v>
                </c:pt>
                <c:pt idx="16328">
                  <c:v>11</c:v>
                </c:pt>
                <c:pt idx="16329">
                  <c:v>120</c:v>
                </c:pt>
                <c:pt idx="16330">
                  <c:v>90</c:v>
                </c:pt>
                <c:pt idx="16331">
                  <c:v>21</c:v>
                </c:pt>
                <c:pt idx="16332">
                  <c:v>0</c:v>
                </c:pt>
                <c:pt idx="16333">
                  <c:v>6</c:v>
                </c:pt>
                <c:pt idx="16334">
                  <c:v>0</c:v>
                </c:pt>
                <c:pt idx="16335">
                  <c:v>1050</c:v>
                </c:pt>
                <c:pt idx="16336">
                  <c:v>50</c:v>
                </c:pt>
                <c:pt idx="16337">
                  <c:v>45</c:v>
                </c:pt>
                <c:pt idx="16338">
                  <c:v>8</c:v>
                </c:pt>
                <c:pt idx="16339">
                  <c:v>38</c:v>
                </c:pt>
                <c:pt idx="16340">
                  <c:v>0</c:v>
                </c:pt>
                <c:pt idx="16341">
                  <c:v>90</c:v>
                </c:pt>
                <c:pt idx="16342">
                  <c:v>0</c:v>
                </c:pt>
                <c:pt idx="16343">
                  <c:v>1</c:v>
                </c:pt>
                <c:pt idx="16344">
                  <c:v>1</c:v>
                </c:pt>
                <c:pt idx="16345">
                  <c:v>0</c:v>
                </c:pt>
                <c:pt idx="16346">
                  <c:v>1</c:v>
                </c:pt>
                <c:pt idx="16347">
                  <c:v>13</c:v>
                </c:pt>
                <c:pt idx="16348">
                  <c:v>25</c:v>
                </c:pt>
                <c:pt idx="16349">
                  <c:v>5</c:v>
                </c:pt>
                <c:pt idx="16350">
                  <c:v>24</c:v>
                </c:pt>
                <c:pt idx="16351">
                  <c:v>15</c:v>
                </c:pt>
                <c:pt idx="16352">
                  <c:v>1</c:v>
                </c:pt>
                <c:pt idx="16353">
                  <c:v>0</c:v>
                </c:pt>
                <c:pt idx="16354">
                  <c:v>4</c:v>
                </c:pt>
                <c:pt idx="16355">
                  <c:v>0</c:v>
                </c:pt>
                <c:pt idx="16356">
                  <c:v>0</c:v>
                </c:pt>
                <c:pt idx="16357">
                  <c:v>15</c:v>
                </c:pt>
                <c:pt idx="16358">
                  <c:v>21</c:v>
                </c:pt>
                <c:pt idx="16359">
                  <c:v>20</c:v>
                </c:pt>
                <c:pt idx="16360">
                  <c:v>1</c:v>
                </c:pt>
                <c:pt idx="16361">
                  <c:v>40</c:v>
                </c:pt>
                <c:pt idx="16362">
                  <c:v>60</c:v>
                </c:pt>
                <c:pt idx="16363">
                  <c:v>0</c:v>
                </c:pt>
                <c:pt idx="16364">
                  <c:v>0</c:v>
                </c:pt>
                <c:pt idx="16365">
                  <c:v>17</c:v>
                </c:pt>
                <c:pt idx="16366">
                  <c:v>0</c:v>
                </c:pt>
                <c:pt idx="16367">
                  <c:v>36</c:v>
                </c:pt>
                <c:pt idx="16368">
                  <c:v>0</c:v>
                </c:pt>
                <c:pt idx="16369">
                  <c:v>2</c:v>
                </c:pt>
                <c:pt idx="16370">
                  <c:v>0</c:v>
                </c:pt>
                <c:pt idx="16371">
                  <c:v>0</c:v>
                </c:pt>
                <c:pt idx="16372">
                  <c:v>1</c:v>
                </c:pt>
                <c:pt idx="16373">
                  <c:v>0</c:v>
                </c:pt>
                <c:pt idx="16374">
                  <c:v>17</c:v>
                </c:pt>
                <c:pt idx="16375">
                  <c:v>1</c:v>
                </c:pt>
                <c:pt idx="16376">
                  <c:v>112</c:v>
                </c:pt>
                <c:pt idx="16377">
                  <c:v>1</c:v>
                </c:pt>
                <c:pt idx="16378">
                  <c:v>0</c:v>
                </c:pt>
                <c:pt idx="16379">
                  <c:v>96</c:v>
                </c:pt>
                <c:pt idx="16380">
                  <c:v>29</c:v>
                </c:pt>
                <c:pt idx="16381">
                  <c:v>140</c:v>
                </c:pt>
                <c:pt idx="16382">
                  <c:v>8</c:v>
                </c:pt>
                <c:pt idx="16383">
                  <c:v>180</c:v>
                </c:pt>
                <c:pt idx="16384">
                  <c:v>0</c:v>
                </c:pt>
                <c:pt idx="16385">
                  <c:v>0</c:v>
                </c:pt>
                <c:pt idx="16386">
                  <c:v>0</c:v>
                </c:pt>
                <c:pt idx="16387">
                  <c:v>0</c:v>
                </c:pt>
                <c:pt idx="16388">
                  <c:v>0</c:v>
                </c:pt>
                <c:pt idx="16389">
                  <c:v>0</c:v>
                </c:pt>
                <c:pt idx="16390">
                  <c:v>0</c:v>
                </c:pt>
                <c:pt idx="16391">
                  <c:v>0</c:v>
                </c:pt>
                <c:pt idx="16392">
                  <c:v>1</c:v>
                </c:pt>
                <c:pt idx="16393">
                  <c:v>112</c:v>
                </c:pt>
                <c:pt idx="16394">
                  <c:v>35</c:v>
                </c:pt>
                <c:pt idx="16395">
                  <c:v>3</c:v>
                </c:pt>
                <c:pt idx="16396">
                  <c:v>6</c:v>
                </c:pt>
                <c:pt idx="16397">
                  <c:v>17</c:v>
                </c:pt>
                <c:pt idx="16398">
                  <c:v>280</c:v>
                </c:pt>
                <c:pt idx="16399">
                  <c:v>8</c:v>
                </c:pt>
                <c:pt idx="16400">
                  <c:v>17</c:v>
                </c:pt>
                <c:pt idx="16401">
                  <c:v>25</c:v>
                </c:pt>
                <c:pt idx="16402">
                  <c:v>52</c:v>
                </c:pt>
                <c:pt idx="16403">
                  <c:v>60</c:v>
                </c:pt>
                <c:pt idx="16404">
                  <c:v>5</c:v>
                </c:pt>
                <c:pt idx="16405">
                  <c:v>2</c:v>
                </c:pt>
                <c:pt idx="16406">
                  <c:v>0</c:v>
                </c:pt>
                <c:pt idx="16407">
                  <c:v>0</c:v>
                </c:pt>
                <c:pt idx="16408">
                  <c:v>5</c:v>
                </c:pt>
                <c:pt idx="16409">
                  <c:v>0</c:v>
                </c:pt>
                <c:pt idx="16410">
                  <c:v>0</c:v>
                </c:pt>
                <c:pt idx="16411">
                  <c:v>1</c:v>
                </c:pt>
                <c:pt idx="16412">
                  <c:v>0</c:v>
                </c:pt>
                <c:pt idx="16413">
                  <c:v>1</c:v>
                </c:pt>
                <c:pt idx="16414">
                  <c:v>3</c:v>
                </c:pt>
                <c:pt idx="16415">
                  <c:v>0</c:v>
                </c:pt>
                <c:pt idx="16416">
                  <c:v>17</c:v>
                </c:pt>
                <c:pt idx="16417">
                  <c:v>0</c:v>
                </c:pt>
                <c:pt idx="16418">
                  <c:v>0</c:v>
                </c:pt>
                <c:pt idx="16419">
                  <c:v>41</c:v>
                </c:pt>
                <c:pt idx="16420">
                  <c:v>4</c:v>
                </c:pt>
                <c:pt idx="16421">
                  <c:v>0</c:v>
                </c:pt>
                <c:pt idx="16422">
                  <c:v>0</c:v>
                </c:pt>
                <c:pt idx="16423">
                  <c:v>0</c:v>
                </c:pt>
                <c:pt idx="16424">
                  <c:v>44</c:v>
                </c:pt>
                <c:pt idx="16425">
                  <c:v>43</c:v>
                </c:pt>
                <c:pt idx="16426">
                  <c:v>31</c:v>
                </c:pt>
                <c:pt idx="16427">
                  <c:v>0</c:v>
                </c:pt>
                <c:pt idx="16428">
                  <c:v>0</c:v>
                </c:pt>
                <c:pt idx="16429">
                  <c:v>42</c:v>
                </c:pt>
                <c:pt idx="16430">
                  <c:v>0</c:v>
                </c:pt>
                <c:pt idx="16431">
                  <c:v>36</c:v>
                </c:pt>
                <c:pt idx="16432">
                  <c:v>52</c:v>
                </c:pt>
                <c:pt idx="16433">
                  <c:v>45</c:v>
                </c:pt>
                <c:pt idx="16434">
                  <c:v>58</c:v>
                </c:pt>
                <c:pt idx="16435">
                  <c:v>0</c:v>
                </c:pt>
                <c:pt idx="16436">
                  <c:v>51</c:v>
                </c:pt>
                <c:pt idx="16437">
                  <c:v>0</c:v>
                </c:pt>
                <c:pt idx="16438">
                  <c:v>0</c:v>
                </c:pt>
                <c:pt idx="16439">
                  <c:v>41</c:v>
                </c:pt>
                <c:pt idx="16440">
                  <c:v>210</c:v>
                </c:pt>
                <c:pt idx="16441">
                  <c:v>44</c:v>
                </c:pt>
                <c:pt idx="16442">
                  <c:v>2</c:v>
                </c:pt>
                <c:pt idx="16443">
                  <c:v>35</c:v>
                </c:pt>
                <c:pt idx="16444">
                  <c:v>12</c:v>
                </c:pt>
                <c:pt idx="16445">
                  <c:v>0</c:v>
                </c:pt>
                <c:pt idx="16446">
                  <c:v>8</c:v>
                </c:pt>
                <c:pt idx="16447">
                  <c:v>0</c:v>
                </c:pt>
                <c:pt idx="16448">
                  <c:v>0</c:v>
                </c:pt>
                <c:pt idx="16449">
                  <c:v>6</c:v>
                </c:pt>
                <c:pt idx="16450">
                  <c:v>0</c:v>
                </c:pt>
                <c:pt idx="16451">
                  <c:v>75</c:v>
                </c:pt>
                <c:pt idx="16452">
                  <c:v>210</c:v>
                </c:pt>
                <c:pt idx="16453">
                  <c:v>10</c:v>
                </c:pt>
                <c:pt idx="16454">
                  <c:v>45</c:v>
                </c:pt>
                <c:pt idx="16455">
                  <c:v>45</c:v>
                </c:pt>
                <c:pt idx="16456">
                  <c:v>46</c:v>
                </c:pt>
                <c:pt idx="16457">
                  <c:v>44</c:v>
                </c:pt>
                <c:pt idx="16458">
                  <c:v>1</c:v>
                </c:pt>
                <c:pt idx="16459">
                  <c:v>120</c:v>
                </c:pt>
                <c:pt idx="16460">
                  <c:v>26</c:v>
                </c:pt>
                <c:pt idx="16461">
                  <c:v>2400</c:v>
                </c:pt>
                <c:pt idx="16462">
                  <c:v>1</c:v>
                </c:pt>
                <c:pt idx="16463">
                  <c:v>33</c:v>
                </c:pt>
                <c:pt idx="16464">
                  <c:v>3</c:v>
                </c:pt>
                <c:pt idx="16465">
                  <c:v>0</c:v>
                </c:pt>
                <c:pt idx="16466">
                  <c:v>64</c:v>
                </c:pt>
                <c:pt idx="16467">
                  <c:v>0</c:v>
                </c:pt>
                <c:pt idx="16468">
                  <c:v>60</c:v>
                </c:pt>
                <c:pt idx="16469">
                  <c:v>21</c:v>
                </c:pt>
                <c:pt idx="16470">
                  <c:v>60</c:v>
                </c:pt>
                <c:pt idx="16471">
                  <c:v>29</c:v>
                </c:pt>
                <c:pt idx="16472">
                  <c:v>10</c:v>
                </c:pt>
                <c:pt idx="16473">
                  <c:v>20</c:v>
                </c:pt>
                <c:pt idx="16474">
                  <c:v>9</c:v>
                </c:pt>
                <c:pt idx="16475">
                  <c:v>20</c:v>
                </c:pt>
                <c:pt idx="16476">
                  <c:v>1020</c:v>
                </c:pt>
                <c:pt idx="16477">
                  <c:v>4</c:v>
                </c:pt>
                <c:pt idx="16478">
                  <c:v>1410</c:v>
                </c:pt>
                <c:pt idx="16479">
                  <c:v>57</c:v>
                </c:pt>
                <c:pt idx="16480">
                  <c:v>37</c:v>
                </c:pt>
                <c:pt idx="16481">
                  <c:v>25</c:v>
                </c:pt>
                <c:pt idx="16482">
                  <c:v>55</c:v>
                </c:pt>
                <c:pt idx="16483">
                  <c:v>55</c:v>
                </c:pt>
                <c:pt idx="16484">
                  <c:v>60</c:v>
                </c:pt>
                <c:pt idx="16485">
                  <c:v>0</c:v>
                </c:pt>
                <c:pt idx="16486">
                  <c:v>0</c:v>
                </c:pt>
                <c:pt idx="16487">
                  <c:v>32</c:v>
                </c:pt>
                <c:pt idx="16488">
                  <c:v>0</c:v>
                </c:pt>
                <c:pt idx="16489">
                  <c:v>108</c:v>
                </c:pt>
                <c:pt idx="16490">
                  <c:v>0</c:v>
                </c:pt>
                <c:pt idx="16491">
                  <c:v>64</c:v>
                </c:pt>
                <c:pt idx="16492">
                  <c:v>2</c:v>
                </c:pt>
                <c:pt idx="16493">
                  <c:v>10</c:v>
                </c:pt>
                <c:pt idx="16494">
                  <c:v>12</c:v>
                </c:pt>
                <c:pt idx="16495">
                  <c:v>2</c:v>
                </c:pt>
                <c:pt idx="16496">
                  <c:v>26</c:v>
                </c:pt>
                <c:pt idx="16497">
                  <c:v>196</c:v>
                </c:pt>
                <c:pt idx="16498">
                  <c:v>10</c:v>
                </c:pt>
                <c:pt idx="16499">
                  <c:v>85</c:v>
                </c:pt>
                <c:pt idx="16500">
                  <c:v>330</c:v>
                </c:pt>
                <c:pt idx="16501">
                  <c:v>19</c:v>
                </c:pt>
                <c:pt idx="16502">
                  <c:v>0</c:v>
                </c:pt>
                <c:pt idx="16503">
                  <c:v>0</c:v>
                </c:pt>
                <c:pt idx="16504">
                  <c:v>1</c:v>
                </c:pt>
                <c:pt idx="16505">
                  <c:v>0</c:v>
                </c:pt>
                <c:pt idx="16506">
                  <c:v>33</c:v>
                </c:pt>
                <c:pt idx="16507">
                  <c:v>0</c:v>
                </c:pt>
                <c:pt idx="16508">
                  <c:v>30</c:v>
                </c:pt>
                <c:pt idx="16509">
                  <c:v>117</c:v>
                </c:pt>
                <c:pt idx="16510">
                  <c:v>4</c:v>
                </c:pt>
                <c:pt idx="16511">
                  <c:v>0</c:v>
                </c:pt>
                <c:pt idx="16512">
                  <c:v>42</c:v>
                </c:pt>
                <c:pt idx="16513">
                  <c:v>90</c:v>
                </c:pt>
                <c:pt idx="16514">
                  <c:v>37</c:v>
                </c:pt>
                <c:pt idx="16515">
                  <c:v>0</c:v>
                </c:pt>
                <c:pt idx="16516">
                  <c:v>23</c:v>
                </c:pt>
                <c:pt idx="16517">
                  <c:v>84</c:v>
                </c:pt>
                <c:pt idx="16518">
                  <c:v>7</c:v>
                </c:pt>
                <c:pt idx="16519">
                  <c:v>2</c:v>
                </c:pt>
                <c:pt idx="16520">
                  <c:v>11</c:v>
                </c:pt>
                <c:pt idx="16521">
                  <c:v>0</c:v>
                </c:pt>
                <c:pt idx="16522">
                  <c:v>0</c:v>
                </c:pt>
                <c:pt idx="16523">
                  <c:v>0</c:v>
                </c:pt>
                <c:pt idx="16524">
                  <c:v>1</c:v>
                </c:pt>
                <c:pt idx="16525">
                  <c:v>12</c:v>
                </c:pt>
                <c:pt idx="16526">
                  <c:v>42</c:v>
                </c:pt>
                <c:pt idx="16527">
                  <c:v>14</c:v>
                </c:pt>
                <c:pt idx="16528">
                  <c:v>0</c:v>
                </c:pt>
                <c:pt idx="16529">
                  <c:v>0</c:v>
                </c:pt>
                <c:pt idx="16530">
                  <c:v>120</c:v>
                </c:pt>
                <c:pt idx="16531">
                  <c:v>56</c:v>
                </c:pt>
                <c:pt idx="16532">
                  <c:v>112</c:v>
                </c:pt>
                <c:pt idx="16533">
                  <c:v>27</c:v>
                </c:pt>
                <c:pt idx="16534">
                  <c:v>0</c:v>
                </c:pt>
                <c:pt idx="16535">
                  <c:v>0</c:v>
                </c:pt>
                <c:pt idx="16536">
                  <c:v>6</c:v>
                </c:pt>
                <c:pt idx="16537">
                  <c:v>22</c:v>
                </c:pt>
                <c:pt idx="16538">
                  <c:v>1</c:v>
                </c:pt>
                <c:pt idx="16539">
                  <c:v>30</c:v>
                </c:pt>
                <c:pt idx="16540">
                  <c:v>0</c:v>
                </c:pt>
                <c:pt idx="16541">
                  <c:v>2</c:v>
                </c:pt>
                <c:pt idx="16542">
                  <c:v>65</c:v>
                </c:pt>
                <c:pt idx="16543">
                  <c:v>3</c:v>
                </c:pt>
                <c:pt idx="16544">
                  <c:v>24</c:v>
                </c:pt>
                <c:pt idx="16545">
                  <c:v>180</c:v>
                </c:pt>
                <c:pt idx="16546">
                  <c:v>112</c:v>
                </c:pt>
                <c:pt idx="16547">
                  <c:v>22</c:v>
                </c:pt>
                <c:pt idx="16548">
                  <c:v>26</c:v>
                </c:pt>
                <c:pt idx="16549">
                  <c:v>0</c:v>
                </c:pt>
                <c:pt idx="16550">
                  <c:v>12</c:v>
                </c:pt>
                <c:pt idx="16551">
                  <c:v>2</c:v>
                </c:pt>
                <c:pt idx="16552">
                  <c:v>0</c:v>
                </c:pt>
                <c:pt idx="16553">
                  <c:v>2</c:v>
                </c:pt>
                <c:pt idx="16554">
                  <c:v>8</c:v>
                </c:pt>
                <c:pt idx="16555">
                  <c:v>0</c:v>
                </c:pt>
                <c:pt idx="16556">
                  <c:v>0</c:v>
                </c:pt>
                <c:pt idx="16557">
                  <c:v>0</c:v>
                </c:pt>
                <c:pt idx="16558">
                  <c:v>28</c:v>
                </c:pt>
                <c:pt idx="16559">
                  <c:v>1</c:v>
                </c:pt>
                <c:pt idx="16560">
                  <c:v>0</c:v>
                </c:pt>
                <c:pt idx="16561">
                  <c:v>0</c:v>
                </c:pt>
                <c:pt idx="16562">
                  <c:v>0</c:v>
                </c:pt>
                <c:pt idx="16563">
                  <c:v>0</c:v>
                </c:pt>
                <c:pt idx="16564">
                  <c:v>5</c:v>
                </c:pt>
                <c:pt idx="16565">
                  <c:v>30</c:v>
                </c:pt>
                <c:pt idx="16566">
                  <c:v>60</c:v>
                </c:pt>
                <c:pt idx="16567">
                  <c:v>39</c:v>
                </c:pt>
                <c:pt idx="16568">
                  <c:v>14</c:v>
                </c:pt>
                <c:pt idx="16569">
                  <c:v>15</c:v>
                </c:pt>
                <c:pt idx="16570">
                  <c:v>2</c:v>
                </c:pt>
                <c:pt idx="16571">
                  <c:v>45</c:v>
                </c:pt>
                <c:pt idx="16572">
                  <c:v>0</c:v>
                </c:pt>
                <c:pt idx="16573">
                  <c:v>30</c:v>
                </c:pt>
                <c:pt idx="16574">
                  <c:v>1</c:v>
                </c:pt>
                <c:pt idx="16575">
                  <c:v>0</c:v>
                </c:pt>
                <c:pt idx="16576">
                  <c:v>0</c:v>
                </c:pt>
                <c:pt idx="16577">
                  <c:v>0</c:v>
                </c:pt>
                <c:pt idx="16578">
                  <c:v>0</c:v>
                </c:pt>
                <c:pt idx="16579">
                  <c:v>0</c:v>
                </c:pt>
                <c:pt idx="16580">
                  <c:v>1</c:v>
                </c:pt>
                <c:pt idx="16581">
                  <c:v>7</c:v>
                </c:pt>
                <c:pt idx="16582">
                  <c:v>0</c:v>
                </c:pt>
                <c:pt idx="16583">
                  <c:v>54</c:v>
                </c:pt>
                <c:pt idx="16584">
                  <c:v>6</c:v>
                </c:pt>
                <c:pt idx="16585">
                  <c:v>0</c:v>
                </c:pt>
                <c:pt idx="16586">
                  <c:v>0</c:v>
                </c:pt>
                <c:pt idx="16587">
                  <c:v>210</c:v>
                </c:pt>
                <c:pt idx="16588">
                  <c:v>0</c:v>
                </c:pt>
                <c:pt idx="16589">
                  <c:v>16</c:v>
                </c:pt>
                <c:pt idx="16590">
                  <c:v>16</c:v>
                </c:pt>
                <c:pt idx="16591">
                  <c:v>19</c:v>
                </c:pt>
                <c:pt idx="16592">
                  <c:v>77</c:v>
                </c:pt>
                <c:pt idx="16593">
                  <c:v>5</c:v>
                </c:pt>
                <c:pt idx="16594">
                  <c:v>0</c:v>
                </c:pt>
                <c:pt idx="16595">
                  <c:v>30</c:v>
                </c:pt>
                <c:pt idx="16596">
                  <c:v>13</c:v>
                </c:pt>
                <c:pt idx="16597">
                  <c:v>0</c:v>
                </c:pt>
                <c:pt idx="16598">
                  <c:v>84</c:v>
                </c:pt>
                <c:pt idx="16599">
                  <c:v>0</c:v>
                </c:pt>
                <c:pt idx="16600">
                  <c:v>20</c:v>
                </c:pt>
                <c:pt idx="16601">
                  <c:v>9</c:v>
                </c:pt>
                <c:pt idx="16602">
                  <c:v>30</c:v>
                </c:pt>
                <c:pt idx="16603">
                  <c:v>26</c:v>
                </c:pt>
                <c:pt idx="16604">
                  <c:v>1</c:v>
                </c:pt>
                <c:pt idx="16605">
                  <c:v>12</c:v>
                </c:pt>
                <c:pt idx="16606">
                  <c:v>10</c:v>
                </c:pt>
                <c:pt idx="16607">
                  <c:v>41</c:v>
                </c:pt>
                <c:pt idx="16608">
                  <c:v>0</c:v>
                </c:pt>
                <c:pt idx="16609">
                  <c:v>30</c:v>
                </c:pt>
                <c:pt idx="16610">
                  <c:v>13</c:v>
                </c:pt>
                <c:pt idx="16611">
                  <c:v>40</c:v>
                </c:pt>
                <c:pt idx="16612">
                  <c:v>0</c:v>
                </c:pt>
                <c:pt idx="16613">
                  <c:v>32</c:v>
                </c:pt>
                <c:pt idx="16614">
                  <c:v>0</c:v>
                </c:pt>
                <c:pt idx="16615">
                  <c:v>0</c:v>
                </c:pt>
                <c:pt idx="16616">
                  <c:v>0</c:v>
                </c:pt>
                <c:pt idx="16617">
                  <c:v>5</c:v>
                </c:pt>
                <c:pt idx="16618">
                  <c:v>18</c:v>
                </c:pt>
                <c:pt idx="16619">
                  <c:v>20</c:v>
                </c:pt>
                <c:pt idx="16620">
                  <c:v>0</c:v>
                </c:pt>
                <c:pt idx="16621">
                  <c:v>70</c:v>
                </c:pt>
                <c:pt idx="16622">
                  <c:v>60</c:v>
                </c:pt>
                <c:pt idx="16623">
                  <c:v>2</c:v>
                </c:pt>
                <c:pt idx="16624">
                  <c:v>0</c:v>
                </c:pt>
                <c:pt idx="16625">
                  <c:v>0</c:v>
                </c:pt>
                <c:pt idx="16626">
                  <c:v>70</c:v>
                </c:pt>
                <c:pt idx="16627">
                  <c:v>8</c:v>
                </c:pt>
                <c:pt idx="16628">
                  <c:v>1</c:v>
                </c:pt>
                <c:pt idx="16629">
                  <c:v>5</c:v>
                </c:pt>
                <c:pt idx="16630">
                  <c:v>4</c:v>
                </c:pt>
                <c:pt idx="16631">
                  <c:v>2</c:v>
                </c:pt>
                <c:pt idx="16632">
                  <c:v>1</c:v>
                </c:pt>
                <c:pt idx="16633">
                  <c:v>9</c:v>
                </c:pt>
                <c:pt idx="16634">
                  <c:v>3</c:v>
                </c:pt>
                <c:pt idx="16635">
                  <c:v>10</c:v>
                </c:pt>
                <c:pt idx="16636">
                  <c:v>0</c:v>
                </c:pt>
                <c:pt idx="16637">
                  <c:v>0</c:v>
                </c:pt>
                <c:pt idx="16638">
                  <c:v>28</c:v>
                </c:pt>
                <c:pt idx="16639">
                  <c:v>3</c:v>
                </c:pt>
                <c:pt idx="16640">
                  <c:v>0</c:v>
                </c:pt>
                <c:pt idx="16641">
                  <c:v>140</c:v>
                </c:pt>
                <c:pt idx="16642">
                  <c:v>63</c:v>
                </c:pt>
                <c:pt idx="16643">
                  <c:v>0</c:v>
                </c:pt>
                <c:pt idx="16644">
                  <c:v>19</c:v>
                </c:pt>
                <c:pt idx="16645">
                  <c:v>2</c:v>
                </c:pt>
                <c:pt idx="16646">
                  <c:v>0</c:v>
                </c:pt>
                <c:pt idx="16647">
                  <c:v>0</c:v>
                </c:pt>
                <c:pt idx="16648">
                  <c:v>46</c:v>
                </c:pt>
                <c:pt idx="16649">
                  <c:v>114</c:v>
                </c:pt>
                <c:pt idx="16650">
                  <c:v>1</c:v>
                </c:pt>
                <c:pt idx="16651">
                  <c:v>0</c:v>
                </c:pt>
                <c:pt idx="16652">
                  <c:v>12</c:v>
                </c:pt>
                <c:pt idx="16653">
                  <c:v>180</c:v>
                </c:pt>
                <c:pt idx="16654">
                  <c:v>59</c:v>
                </c:pt>
                <c:pt idx="16655">
                  <c:v>0</c:v>
                </c:pt>
                <c:pt idx="16656">
                  <c:v>0</c:v>
                </c:pt>
                <c:pt idx="16657">
                  <c:v>50</c:v>
                </c:pt>
                <c:pt idx="16658">
                  <c:v>1</c:v>
                </c:pt>
                <c:pt idx="16659">
                  <c:v>28</c:v>
                </c:pt>
                <c:pt idx="16660">
                  <c:v>0</c:v>
                </c:pt>
                <c:pt idx="16661">
                  <c:v>210</c:v>
                </c:pt>
                <c:pt idx="16662">
                  <c:v>0</c:v>
                </c:pt>
                <c:pt idx="16663">
                  <c:v>0</c:v>
                </c:pt>
                <c:pt idx="16664">
                  <c:v>0</c:v>
                </c:pt>
                <c:pt idx="16665">
                  <c:v>0</c:v>
                </c:pt>
                <c:pt idx="16666">
                  <c:v>0</c:v>
                </c:pt>
                <c:pt idx="16667">
                  <c:v>80</c:v>
                </c:pt>
                <c:pt idx="16668">
                  <c:v>24</c:v>
                </c:pt>
                <c:pt idx="16669">
                  <c:v>48</c:v>
                </c:pt>
                <c:pt idx="16670">
                  <c:v>52</c:v>
                </c:pt>
                <c:pt idx="16671">
                  <c:v>10</c:v>
                </c:pt>
                <c:pt idx="16672">
                  <c:v>20</c:v>
                </c:pt>
                <c:pt idx="16673">
                  <c:v>22</c:v>
                </c:pt>
                <c:pt idx="16674">
                  <c:v>0</c:v>
                </c:pt>
                <c:pt idx="16675">
                  <c:v>0</c:v>
                </c:pt>
                <c:pt idx="16676">
                  <c:v>3</c:v>
                </c:pt>
                <c:pt idx="16677">
                  <c:v>420</c:v>
                </c:pt>
                <c:pt idx="16678">
                  <c:v>21</c:v>
                </c:pt>
                <c:pt idx="16679">
                  <c:v>85</c:v>
                </c:pt>
                <c:pt idx="16680">
                  <c:v>48</c:v>
                </c:pt>
                <c:pt idx="16681">
                  <c:v>2</c:v>
                </c:pt>
                <c:pt idx="16682">
                  <c:v>16</c:v>
                </c:pt>
                <c:pt idx="16683">
                  <c:v>28</c:v>
                </c:pt>
                <c:pt idx="16684">
                  <c:v>0</c:v>
                </c:pt>
                <c:pt idx="16685">
                  <c:v>87</c:v>
                </c:pt>
                <c:pt idx="16686">
                  <c:v>0</c:v>
                </c:pt>
                <c:pt idx="16687">
                  <c:v>60</c:v>
                </c:pt>
                <c:pt idx="16688">
                  <c:v>84</c:v>
                </c:pt>
                <c:pt idx="16689">
                  <c:v>504</c:v>
                </c:pt>
                <c:pt idx="16690">
                  <c:v>1</c:v>
                </c:pt>
                <c:pt idx="16691">
                  <c:v>42</c:v>
                </c:pt>
                <c:pt idx="16692">
                  <c:v>1</c:v>
                </c:pt>
                <c:pt idx="16693">
                  <c:v>150</c:v>
                </c:pt>
                <c:pt idx="16694">
                  <c:v>2</c:v>
                </c:pt>
                <c:pt idx="16695">
                  <c:v>0</c:v>
                </c:pt>
                <c:pt idx="16696">
                  <c:v>1</c:v>
                </c:pt>
                <c:pt idx="16697">
                  <c:v>30</c:v>
                </c:pt>
                <c:pt idx="16698">
                  <c:v>0</c:v>
                </c:pt>
                <c:pt idx="16699">
                  <c:v>0</c:v>
                </c:pt>
                <c:pt idx="16700">
                  <c:v>0</c:v>
                </c:pt>
                <c:pt idx="16701">
                  <c:v>0</c:v>
                </c:pt>
                <c:pt idx="16702">
                  <c:v>0</c:v>
                </c:pt>
                <c:pt idx="16703">
                  <c:v>123</c:v>
                </c:pt>
                <c:pt idx="16704">
                  <c:v>104</c:v>
                </c:pt>
                <c:pt idx="16705">
                  <c:v>4</c:v>
                </c:pt>
                <c:pt idx="16706">
                  <c:v>0</c:v>
                </c:pt>
                <c:pt idx="16707">
                  <c:v>10</c:v>
                </c:pt>
                <c:pt idx="16708">
                  <c:v>0</c:v>
                </c:pt>
                <c:pt idx="16709">
                  <c:v>18</c:v>
                </c:pt>
                <c:pt idx="16710">
                  <c:v>0</c:v>
                </c:pt>
                <c:pt idx="16711">
                  <c:v>0</c:v>
                </c:pt>
                <c:pt idx="16712">
                  <c:v>52</c:v>
                </c:pt>
                <c:pt idx="16713">
                  <c:v>72</c:v>
                </c:pt>
                <c:pt idx="16714">
                  <c:v>0</c:v>
                </c:pt>
                <c:pt idx="16715">
                  <c:v>13</c:v>
                </c:pt>
                <c:pt idx="16716">
                  <c:v>62</c:v>
                </c:pt>
                <c:pt idx="16717">
                  <c:v>135</c:v>
                </c:pt>
                <c:pt idx="16718">
                  <c:v>1</c:v>
                </c:pt>
                <c:pt idx="16719">
                  <c:v>0</c:v>
                </c:pt>
                <c:pt idx="16720">
                  <c:v>1</c:v>
                </c:pt>
                <c:pt idx="16721">
                  <c:v>0</c:v>
                </c:pt>
                <c:pt idx="16722">
                  <c:v>100</c:v>
                </c:pt>
                <c:pt idx="16723">
                  <c:v>0</c:v>
                </c:pt>
                <c:pt idx="16724">
                  <c:v>90</c:v>
                </c:pt>
                <c:pt idx="16725">
                  <c:v>0</c:v>
                </c:pt>
                <c:pt idx="16726">
                  <c:v>15</c:v>
                </c:pt>
                <c:pt idx="16727">
                  <c:v>30</c:v>
                </c:pt>
                <c:pt idx="16728">
                  <c:v>6</c:v>
                </c:pt>
                <c:pt idx="16729">
                  <c:v>2</c:v>
                </c:pt>
                <c:pt idx="16730">
                  <c:v>0</c:v>
                </c:pt>
                <c:pt idx="16731">
                  <c:v>0</c:v>
                </c:pt>
                <c:pt idx="16732">
                  <c:v>0</c:v>
                </c:pt>
                <c:pt idx="16733">
                  <c:v>0</c:v>
                </c:pt>
                <c:pt idx="16734">
                  <c:v>0</c:v>
                </c:pt>
                <c:pt idx="16735">
                  <c:v>0</c:v>
                </c:pt>
                <c:pt idx="16736">
                  <c:v>0</c:v>
                </c:pt>
                <c:pt idx="16737">
                  <c:v>0</c:v>
                </c:pt>
                <c:pt idx="16738">
                  <c:v>0</c:v>
                </c:pt>
                <c:pt idx="16739">
                  <c:v>0</c:v>
                </c:pt>
                <c:pt idx="16740">
                  <c:v>0</c:v>
                </c:pt>
                <c:pt idx="16741">
                  <c:v>0</c:v>
                </c:pt>
                <c:pt idx="16742">
                  <c:v>0</c:v>
                </c:pt>
                <c:pt idx="16743">
                  <c:v>0</c:v>
                </c:pt>
                <c:pt idx="16744">
                  <c:v>0</c:v>
                </c:pt>
                <c:pt idx="16745">
                  <c:v>160</c:v>
                </c:pt>
                <c:pt idx="16746">
                  <c:v>75</c:v>
                </c:pt>
                <c:pt idx="16747">
                  <c:v>23</c:v>
                </c:pt>
                <c:pt idx="16748">
                  <c:v>39</c:v>
                </c:pt>
                <c:pt idx="16749">
                  <c:v>0</c:v>
                </c:pt>
                <c:pt idx="16750">
                  <c:v>50</c:v>
                </c:pt>
                <c:pt idx="16751">
                  <c:v>10</c:v>
                </c:pt>
                <c:pt idx="16752">
                  <c:v>0</c:v>
                </c:pt>
                <c:pt idx="16753">
                  <c:v>78</c:v>
                </c:pt>
                <c:pt idx="16754">
                  <c:v>18</c:v>
                </c:pt>
                <c:pt idx="16755">
                  <c:v>360</c:v>
                </c:pt>
                <c:pt idx="16756">
                  <c:v>0</c:v>
                </c:pt>
                <c:pt idx="16757">
                  <c:v>270</c:v>
                </c:pt>
                <c:pt idx="16758">
                  <c:v>10</c:v>
                </c:pt>
                <c:pt idx="16759">
                  <c:v>39</c:v>
                </c:pt>
                <c:pt idx="16760">
                  <c:v>0</c:v>
                </c:pt>
                <c:pt idx="16761">
                  <c:v>20</c:v>
                </c:pt>
                <c:pt idx="16762">
                  <c:v>1</c:v>
                </c:pt>
                <c:pt idx="16763">
                  <c:v>0</c:v>
                </c:pt>
                <c:pt idx="16764">
                  <c:v>0</c:v>
                </c:pt>
                <c:pt idx="16765">
                  <c:v>60</c:v>
                </c:pt>
                <c:pt idx="16766">
                  <c:v>220</c:v>
                </c:pt>
                <c:pt idx="16767">
                  <c:v>7</c:v>
                </c:pt>
                <c:pt idx="16768">
                  <c:v>1140</c:v>
                </c:pt>
                <c:pt idx="16769">
                  <c:v>0</c:v>
                </c:pt>
                <c:pt idx="16770">
                  <c:v>1</c:v>
                </c:pt>
                <c:pt idx="16771">
                  <c:v>0</c:v>
                </c:pt>
                <c:pt idx="16772">
                  <c:v>0</c:v>
                </c:pt>
                <c:pt idx="16773">
                  <c:v>0</c:v>
                </c:pt>
                <c:pt idx="16774">
                  <c:v>15</c:v>
                </c:pt>
                <c:pt idx="16775">
                  <c:v>3</c:v>
                </c:pt>
                <c:pt idx="16776">
                  <c:v>6</c:v>
                </c:pt>
                <c:pt idx="16777">
                  <c:v>1</c:v>
                </c:pt>
                <c:pt idx="16778">
                  <c:v>27</c:v>
                </c:pt>
                <c:pt idx="16779">
                  <c:v>0</c:v>
                </c:pt>
                <c:pt idx="16780">
                  <c:v>5</c:v>
                </c:pt>
                <c:pt idx="16781">
                  <c:v>0</c:v>
                </c:pt>
                <c:pt idx="16782">
                  <c:v>1</c:v>
                </c:pt>
                <c:pt idx="16783">
                  <c:v>0</c:v>
                </c:pt>
                <c:pt idx="16784">
                  <c:v>70</c:v>
                </c:pt>
                <c:pt idx="16785">
                  <c:v>2</c:v>
                </c:pt>
                <c:pt idx="16786">
                  <c:v>0</c:v>
                </c:pt>
                <c:pt idx="16787">
                  <c:v>84</c:v>
                </c:pt>
                <c:pt idx="16788">
                  <c:v>11</c:v>
                </c:pt>
                <c:pt idx="16789">
                  <c:v>0</c:v>
                </c:pt>
                <c:pt idx="16790">
                  <c:v>376</c:v>
                </c:pt>
                <c:pt idx="16791">
                  <c:v>0</c:v>
                </c:pt>
                <c:pt idx="16792">
                  <c:v>47</c:v>
                </c:pt>
                <c:pt idx="16793">
                  <c:v>103</c:v>
                </c:pt>
                <c:pt idx="16794">
                  <c:v>40</c:v>
                </c:pt>
                <c:pt idx="16795">
                  <c:v>45</c:v>
                </c:pt>
                <c:pt idx="16796">
                  <c:v>11</c:v>
                </c:pt>
                <c:pt idx="16797">
                  <c:v>0</c:v>
                </c:pt>
                <c:pt idx="16798">
                  <c:v>0</c:v>
                </c:pt>
                <c:pt idx="16799">
                  <c:v>0</c:v>
                </c:pt>
                <c:pt idx="16800">
                  <c:v>0</c:v>
                </c:pt>
                <c:pt idx="16801">
                  <c:v>16</c:v>
                </c:pt>
                <c:pt idx="16802">
                  <c:v>19</c:v>
                </c:pt>
                <c:pt idx="16803">
                  <c:v>14</c:v>
                </c:pt>
                <c:pt idx="16804">
                  <c:v>1</c:v>
                </c:pt>
                <c:pt idx="16805">
                  <c:v>30</c:v>
                </c:pt>
                <c:pt idx="16806">
                  <c:v>224</c:v>
                </c:pt>
                <c:pt idx="16807">
                  <c:v>15</c:v>
                </c:pt>
                <c:pt idx="16808">
                  <c:v>0</c:v>
                </c:pt>
                <c:pt idx="16809">
                  <c:v>1</c:v>
                </c:pt>
                <c:pt idx="16810">
                  <c:v>48</c:v>
                </c:pt>
                <c:pt idx="16811">
                  <c:v>126</c:v>
                </c:pt>
                <c:pt idx="16812">
                  <c:v>56</c:v>
                </c:pt>
                <c:pt idx="16813">
                  <c:v>385</c:v>
                </c:pt>
                <c:pt idx="16814">
                  <c:v>15</c:v>
                </c:pt>
                <c:pt idx="16815">
                  <c:v>18</c:v>
                </c:pt>
                <c:pt idx="16816">
                  <c:v>93</c:v>
                </c:pt>
                <c:pt idx="16817">
                  <c:v>336</c:v>
                </c:pt>
                <c:pt idx="16818">
                  <c:v>10</c:v>
                </c:pt>
                <c:pt idx="16819">
                  <c:v>82</c:v>
                </c:pt>
                <c:pt idx="16820">
                  <c:v>3</c:v>
                </c:pt>
                <c:pt idx="16821">
                  <c:v>1</c:v>
                </c:pt>
                <c:pt idx="16822">
                  <c:v>26</c:v>
                </c:pt>
                <c:pt idx="16823">
                  <c:v>4</c:v>
                </c:pt>
                <c:pt idx="16824">
                  <c:v>28</c:v>
                </c:pt>
                <c:pt idx="16825">
                  <c:v>0</c:v>
                </c:pt>
                <c:pt idx="16826">
                  <c:v>32</c:v>
                </c:pt>
                <c:pt idx="16827">
                  <c:v>3</c:v>
                </c:pt>
                <c:pt idx="16828">
                  <c:v>0</c:v>
                </c:pt>
                <c:pt idx="16829">
                  <c:v>0</c:v>
                </c:pt>
                <c:pt idx="16830">
                  <c:v>0</c:v>
                </c:pt>
                <c:pt idx="16831">
                  <c:v>14</c:v>
                </c:pt>
                <c:pt idx="16832">
                  <c:v>1</c:v>
                </c:pt>
                <c:pt idx="16833">
                  <c:v>34</c:v>
                </c:pt>
                <c:pt idx="16834">
                  <c:v>0</c:v>
                </c:pt>
                <c:pt idx="16835">
                  <c:v>0</c:v>
                </c:pt>
                <c:pt idx="16836">
                  <c:v>115</c:v>
                </c:pt>
                <c:pt idx="16837">
                  <c:v>18</c:v>
                </c:pt>
                <c:pt idx="16838">
                  <c:v>0</c:v>
                </c:pt>
                <c:pt idx="16839">
                  <c:v>0</c:v>
                </c:pt>
                <c:pt idx="16840">
                  <c:v>0</c:v>
                </c:pt>
                <c:pt idx="16841">
                  <c:v>0</c:v>
                </c:pt>
                <c:pt idx="16842">
                  <c:v>0</c:v>
                </c:pt>
                <c:pt idx="16843">
                  <c:v>0</c:v>
                </c:pt>
                <c:pt idx="16844">
                  <c:v>0</c:v>
                </c:pt>
                <c:pt idx="16845">
                  <c:v>84</c:v>
                </c:pt>
                <c:pt idx="16846">
                  <c:v>0</c:v>
                </c:pt>
                <c:pt idx="16847">
                  <c:v>2</c:v>
                </c:pt>
                <c:pt idx="16848">
                  <c:v>3</c:v>
                </c:pt>
                <c:pt idx="16849">
                  <c:v>14</c:v>
                </c:pt>
                <c:pt idx="16850">
                  <c:v>0</c:v>
                </c:pt>
                <c:pt idx="16851">
                  <c:v>0</c:v>
                </c:pt>
                <c:pt idx="16852">
                  <c:v>0</c:v>
                </c:pt>
                <c:pt idx="16853">
                  <c:v>0</c:v>
                </c:pt>
                <c:pt idx="16854">
                  <c:v>0</c:v>
                </c:pt>
                <c:pt idx="16855">
                  <c:v>0</c:v>
                </c:pt>
                <c:pt idx="16856">
                  <c:v>0</c:v>
                </c:pt>
                <c:pt idx="16857">
                  <c:v>0</c:v>
                </c:pt>
                <c:pt idx="16858">
                  <c:v>50</c:v>
                </c:pt>
                <c:pt idx="16859">
                  <c:v>0</c:v>
                </c:pt>
                <c:pt idx="16860">
                  <c:v>4</c:v>
                </c:pt>
                <c:pt idx="16861">
                  <c:v>1</c:v>
                </c:pt>
                <c:pt idx="16862">
                  <c:v>14</c:v>
                </c:pt>
                <c:pt idx="16863">
                  <c:v>13</c:v>
                </c:pt>
                <c:pt idx="16864">
                  <c:v>2</c:v>
                </c:pt>
                <c:pt idx="16865">
                  <c:v>84</c:v>
                </c:pt>
                <c:pt idx="16866">
                  <c:v>12</c:v>
                </c:pt>
                <c:pt idx="16867">
                  <c:v>43</c:v>
                </c:pt>
                <c:pt idx="16868">
                  <c:v>240</c:v>
                </c:pt>
                <c:pt idx="16869">
                  <c:v>90</c:v>
                </c:pt>
                <c:pt idx="16870">
                  <c:v>84</c:v>
                </c:pt>
                <c:pt idx="16871">
                  <c:v>2</c:v>
                </c:pt>
                <c:pt idx="16872">
                  <c:v>2</c:v>
                </c:pt>
                <c:pt idx="16873">
                  <c:v>0</c:v>
                </c:pt>
                <c:pt idx="16874">
                  <c:v>0</c:v>
                </c:pt>
                <c:pt idx="16875">
                  <c:v>0</c:v>
                </c:pt>
                <c:pt idx="16876">
                  <c:v>0</c:v>
                </c:pt>
                <c:pt idx="16877">
                  <c:v>0</c:v>
                </c:pt>
                <c:pt idx="16878">
                  <c:v>0</c:v>
                </c:pt>
                <c:pt idx="16879">
                  <c:v>0</c:v>
                </c:pt>
                <c:pt idx="16880">
                  <c:v>0</c:v>
                </c:pt>
                <c:pt idx="16881">
                  <c:v>0</c:v>
                </c:pt>
                <c:pt idx="16882">
                  <c:v>90</c:v>
                </c:pt>
                <c:pt idx="16883">
                  <c:v>76</c:v>
                </c:pt>
                <c:pt idx="16884">
                  <c:v>30</c:v>
                </c:pt>
                <c:pt idx="16885">
                  <c:v>64</c:v>
                </c:pt>
                <c:pt idx="16886">
                  <c:v>0</c:v>
                </c:pt>
                <c:pt idx="16887">
                  <c:v>28</c:v>
                </c:pt>
                <c:pt idx="16888">
                  <c:v>75</c:v>
                </c:pt>
                <c:pt idx="16889">
                  <c:v>4</c:v>
                </c:pt>
                <c:pt idx="16890">
                  <c:v>0</c:v>
                </c:pt>
                <c:pt idx="16891">
                  <c:v>0</c:v>
                </c:pt>
                <c:pt idx="16892">
                  <c:v>20</c:v>
                </c:pt>
                <c:pt idx="16893">
                  <c:v>10</c:v>
                </c:pt>
                <c:pt idx="16894">
                  <c:v>14</c:v>
                </c:pt>
                <c:pt idx="16895">
                  <c:v>4</c:v>
                </c:pt>
                <c:pt idx="16896">
                  <c:v>28</c:v>
                </c:pt>
                <c:pt idx="16897">
                  <c:v>0</c:v>
                </c:pt>
                <c:pt idx="16898">
                  <c:v>125</c:v>
                </c:pt>
                <c:pt idx="16899">
                  <c:v>56</c:v>
                </c:pt>
                <c:pt idx="16900">
                  <c:v>2</c:v>
                </c:pt>
                <c:pt idx="16901">
                  <c:v>16</c:v>
                </c:pt>
                <c:pt idx="16902">
                  <c:v>30</c:v>
                </c:pt>
                <c:pt idx="16903">
                  <c:v>74</c:v>
                </c:pt>
                <c:pt idx="16904">
                  <c:v>63</c:v>
                </c:pt>
                <c:pt idx="16905">
                  <c:v>7</c:v>
                </c:pt>
                <c:pt idx="16906">
                  <c:v>171</c:v>
                </c:pt>
                <c:pt idx="16907">
                  <c:v>40</c:v>
                </c:pt>
                <c:pt idx="16908">
                  <c:v>120</c:v>
                </c:pt>
                <c:pt idx="16909">
                  <c:v>0</c:v>
                </c:pt>
                <c:pt idx="16910">
                  <c:v>71</c:v>
                </c:pt>
                <c:pt idx="16911">
                  <c:v>720</c:v>
                </c:pt>
                <c:pt idx="16912">
                  <c:v>60</c:v>
                </c:pt>
                <c:pt idx="16913">
                  <c:v>90</c:v>
                </c:pt>
                <c:pt idx="16914">
                  <c:v>0</c:v>
                </c:pt>
                <c:pt idx="16915">
                  <c:v>14</c:v>
                </c:pt>
                <c:pt idx="16916">
                  <c:v>120</c:v>
                </c:pt>
                <c:pt idx="16917">
                  <c:v>0</c:v>
                </c:pt>
                <c:pt idx="16918">
                  <c:v>13</c:v>
                </c:pt>
                <c:pt idx="16919">
                  <c:v>0</c:v>
                </c:pt>
                <c:pt idx="16920">
                  <c:v>10</c:v>
                </c:pt>
                <c:pt idx="16921">
                  <c:v>29</c:v>
                </c:pt>
                <c:pt idx="16922">
                  <c:v>0</c:v>
                </c:pt>
                <c:pt idx="16923">
                  <c:v>40</c:v>
                </c:pt>
                <c:pt idx="16924">
                  <c:v>132</c:v>
                </c:pt>
                <c:pt idx="16925">
                  <c:v>0</c:v>
                </c:pt>
                <c:pt idx="16926">
                  <c:v>24</c:v>
                </c:pt>
                <c:pt idx="16927">
                  <c:v>9</c:v>
                </c:pt>
                <c:pt idx="16928">
                  <c:v>12</c:v>
                </c:pt>
                <c:pt idx="16929">
                  <c:v>12</c:v>
                </c:pt>
                <c:pt idx="16930">
                  <c:v>30</c:v>
                </c:pt>
                <c:pt idx="16931">
                  <c:v>75</c:v>
                </c:pt>
                <c:pt idx="16932">
                  <c:v>1</c:v>
                </c:pt>
                <c:pt idx="16933">
                  <c:v>5</c:v>
                </c:pt>
                <c:pt idx="16934">
                  <c:v>60</c:v>
                </c:pt>
                <c:pt idx="16935">
                  <c:v>98</c:v>
                </c:pt>
                <c:pt idx="16936">
                  <c:v>35</c:v>
                </c:pt>
                <c:pt idx="16937">
                  <c:v>13</c:v>
                </c:pt>
                <c:pt idx="16938">
                  <c:v>18</c:v>
                </c:pt>
                <c:pt idx="16939">
                  <c:v>40</c:v>
                </c:pt>
                <c:pt idx="16940">
                  <c:v>50</c:v>
                </c:pt>
                <c:pt idx="16941">
                  <c:v>40</c:v>
                </c:pt>
                <c:pt idx="16942">
                  <c:v>60</c:v>
                </c:pt>
                <c:pt idx="16943">
                  <c:v>14</c:v>
                </c:pt>
                <c:pt idx="16944">
                  <c:v>91</c:v>
                </c:pt>
                <c:pt idx="16945">
                  <c:v>13</c:v>
                </c:pt>
                <c:pt idx="16946">
                  <c:v>8</c:v>
                </c:pt>
                <c:pt idx="16947">
                  <c:v>0</c:v>
                </c:pt>
                <c:pt idx="16948">
                  <c:v>2</c:v>
                </c:pt>
                <c:pt idx="16949">
                  <c:v>8</c:v>
                </c:pt>
                <c:pt idx="16950">
                  <c:v>2</c:v>
                </c:pt>
                <c:pt idx="16951">
                  <c:v>4</c:v>
                </c:pt>
                <c:pt idx="16952">
                  <c:v>8</c:v>
                </c:pt>
                <c:pt idx="16953">
                  <c:v>8</c:v>
                </c:pt>
                <c:pt idx="16954">
                  <c:v>20</c:v>
                </c:pt>
                <c:pt idx="16955">
                  <c:v>11</c:v>
                </c:pt>
                <c:pt idx="16956">
                  <c:v>11</c:v>
                </c:pt>
                <c:pt idx="16957">
                  <c:v>4</c:v>
                </c:pt>
                <c:pt idx="16958">
                  <c:v>30</c:v>
                </c:pt>
                <c:pt idx="16959">
                  <c:v>90</c:v>
                </c:pt>
                <c:pt idx="16960">
                  <c:v>22</c:v>
                </c:pt>
                <c:pt idx="16961">
                  <c:v>3</c:v>
                </c:pt>
                <c:pt idx="16962">
                  <c:v>3</c:v>
                </c:pt>
                <c:pt idx="16963">
                  <c:v>280</c:v>
                </c:pt>
                <c:pt idx="16964">
                  <c:v>0</c:v>
                </c:pt>
                <c:pt idx="16965">
                  <c:v>0</c:v>
                </c:pt>
                <c:pt idx="16966">
                  <c:v>3</c:v>
                </c:pt>
                <c:pt idx="16967">
                  <c:v>1</c:v>
                </c:pt>
                <c:pt idx="16968">
                  <c:v>4</c:v>
                </c:pt>
                <c:pt idx="16969">
                  <c:v>0</c:v>
                </c:pt>
                <c:pt idx="16970">
                  <c:v>0</c:v>
                </c:pt>
                <c:pt idx="16971">
                  <c:v>0</c:v>
                </c:pt>
                <c:pt idx="16972">
                  <c:v>1</c:v>
                </c:pt>
                <c:pt idx="16973">
                  <c:v>0</c:v>
                </c:pt>
                <c:pt idx="16974">
                  <c:v>0</c:v>
                </c:pt>
                <c:pt idx="16975">
                  <c:v>3</c:v>
                </c:pt>
                <c:pt idx="16976">
                  <c:v>50</c:v>
                </c:pt>
                <c:pt idx="16977">
                  <c:v>52</c:v>
                </c:pt>
                <c:pt idx="16978">
                  <c:v>6</c:v>
                </c:pt>
                <c:pt idx="16979">
                  <c:v>0</c:v>
                </c:pt>
                <c:pt idx="16980">
                  <c:v>0</c:v>
                </c:pt>
                <c:pt idx="16981">
                  <c:v>60</c:v>
                </c:pt>
                <c:pt idx="16982">
                  <c:v>0</c:v>
                </c:pt>
                <c:pt idx="16983">
                  <c:v>10</c:v>
                </c:pt>
                <c:pt idx="16984">
                  <c:v>5</c:v>
                </c:pt>
                <c:pt idx="16985">
                  <c:v>14</c:v>
                </c:pt>
                <c:pt idx="16986">
                  <c:v>0</c:v>
                </c:pt>
                <c:pt idx="16987">
                  <c:v>300</c:v>
                </c:pt>
                <c:pt idx="16988">
                  <c:v>150</c:v>
                </c:pt>
                <c:pt idx="16989">
                  <c:v>10</c:v>
                </c:pt>
                <c:pt idx="16990">
                  <c:v>99</c:v>
                </c:pt>
                <c:pt idx="16991">
                  <c:v>4</c:v>
                </c:pt>
                <c:pt idx="16992">
                  <c:v>6</c:v>
                </c:pt>
                <c:pt idx="16993">
                  <c:v>168</c:v>
                </c:pt>
                <c:pt idx="16994">
                  <c:v>84</c:v>
                </c:pt>
                <c:pt idx="16995">
                  <c:v>0</c:v>
                </c:pt>
                <c:pt idx="16996">
                  <c:v>0</c:v>
                </c:pt>
                <c:pt idx="16997">
                  <c:v>38</c:v>
                </c:pt>
                <c:pt idx="16998">
                  <c:v>56</c:v>
                </c:pt>
                <c:pt idx="16999">
                  <c:v>16</c:v>
                </c:pt>
                <c:pt idx="17000">
                  <c:v>120</c:v>
                </c:pt>
                <c:pt idx="17001">
                  <c:v>30</c:v>
                </c:pt>
                <c:pt idx="17002">
                  <c:v>46</c:v>
                </c:pt>
                <c:pt idx="17003">
                  <c:v>135</c:v>
                </c:pt>
                <c:pt idx="17004">
                  <c:v>12</c:v>
                </c:pt>
                <c:pt idx="17005">
                  <c:v>13</c:v>
                </c:pt>
                <c:pt idx="17006">
                  <c:v>20</c:v>
                </c:pt>
                <c:pt idx="17007">
                  <c:v>0</c:v>
                </c:pt>
                <c:pt idx="17008">
                  <c:v>72</c:v>
                </c:pt>
                <c:pt idx="17009">
                  <c:v>0</c:v>
                </c:pt>
                <c:pt idx="17010">
                  <c:v>0</c:v>
                </c:pt>
                <c:pt idx="17011">
                  <c:v>0</c:v>
                </c:pt>
                <c:pt idx="17012">
                  <c:v>15</c:v>
                </c:pt>
                <c:pt idx="17013">
                  <c:v>0</c:v>
                </c:pt>
                <c:pt idx="17014">
                  <c:v>38</c:v>
                </c:pt>
                <c:pt idx="17015">
                  <c:v>28</c:v>
                </c:pt>
                <c:pt idx="17016">
                  <c:v>247</c:v>
                </c:pt>
                <c:pt idx="17017">
                  <c:v>63</c:v>
                </c:pt>
                <c:pt idx="17018">
                  <c:v>7</c:v>
                </c:pt>
                <c:pt idx="17019">
                  <c:v>0</c:v>
                </c:pt>
                <c:pt idx="17020">
                  <c:v>110</c:v>
                </c:pt>
                <c:pt idx="17021">
                  <c:v>35</c:v>
                </c:pt>
                <c:pt idx="17022">
                  <c:v>0</c:v>
                </c:pt>
                <c:pt idx="17023">
                  <c:v>0</c:v>
                </c:pt>
                <c:pt idx="17024">
                  <c:v>0</c:v>
                </c:pt>
                <c:pt idx="17025">
                  <c:v>168</c:v>
                </c:pt>
                <c:pt idx="17026">
                  <c:v>36</c:v>
                </c:pt>
                <c:pt idx="17027">
                  <c:v>90</c:v>
                </c:pt>
                <c:pt idx="17028">
                  <c:v>0</c:v>
                </c:pt>
                <c:pt idx="17029">
                  <c:v>42</c:v>
                </c:pt>
                <c:pt idx="17030">
                  <c:v>65</c:v>
                </c:pt>
                <c:pt idx="17031">
                  <c:v>16</c:v>
                </c:pt>
                <c:pt idx="17032">
                  <c:v>31</c:v>
                </c:pt>
                <c:pt idx="17033">
                  <c:v>16</c:v>
                </c:pt>
                <c:pt idx="17034">
                  <c:v>13</c:v>
                </c:pt>
                <c:pt idx="17035">
                  <c:v>33</c:v>
                </c:pt>
                <c:pt idx="17036">
                  <c:v>0</c:v>
                </c:pt>
                <c:pt idx="17037">
                  <c:v>33</c:v>
                </c:pt>
                <c:pt idx="17038">
                  <c:v>84</c:v>
                </c:pt>
                <c:pt idx="17039">
                  <c:v>47</c:v>
                </c:pt>
                <c:pt idx="17040">
                  <c:v>33</c:v>
                </c:pt>
                <c:pt idx="17041">
                  <c:v>1</c:v>
                </c:pt>
                <c:pt idx="17042">
                  <c:v>31</c:v>
                </c:pt>
                <c:pt idx="17043">
                  <c:v>9</c:v>
                </c:pt>
                <c:pt idx="17044">
                  <c:v>63</c:v>
                </c:pt>
                <c:pt idx="17045">
                  <c:v>180</c:v>
                </c:pt>
                <c:pt idx="17046">
                  <c:v>4</c:v>
                </c:pt>
                <c:pt idx="17047">
                  <c:v>6</c:v>
                </c:pt>
                <c:pt idx="17048">
                  <c:v>8</c:v>
                </c:pt>
                <c:pt idx="17049">
                  <c:v>7</c:v>
                </c:pt>
                <c:pt idx="17050">
                  <c:v>30</c:v>
                </c:pt>
                <c:pt idx="17051">
                  <c:v>7</c:v>
                </c:pt>
                <c:pt idx="17052">
                  <c:v>56</c:v>
                </c:pt>
                <c:pt idx="17053">
                  <c:v>4</c:v>
                </c:pt>
                <c:pt idx="17054">
                  <c:v>2</c:v>
                </c:pt>
                <c:pt idx="17055">
                  <c:v>4</c:v>
                </c:pt>
                <c:pt idx="17056">
                  <c:v>4</c:v>
                </c:pt>
                <c:pt idx="17057">
                  <c:v>2</c:v>
                </c:pt>
                <c:pt idx="17058">
                  <c:v>0</c:v>
                </c:pt>
                <c:pt idx="17059">
                  <c:v>6</c:v>
                </c:pt>
                <c:pt idx="17060">
                  <c:v>1</c:v>
                </c:pt>
                <c:pt idx="17061">
                  <c:v>19</c:v>
                </c:pt>
                <c:pt idx="17062">
                  <c:v>56</c:v>
                </c:pt>
                <c:pt idx="17063">
                  <c:v>0</c:v>
                </c:pt>
                <c:pt idx="17064">
                  <c:v>58</c:v>
                </c:pt>
                <c:pt idx="17065">
                  <c:v>21</c:v>
                </c:pt>
                <c:pt idx="17066">
                  <c:v>75</c:v>
                </c:pt>
                <c:pt idx="17067">
                  <c:v>0</c:v>
                </c:pt>
                <c:pt idx="17068">
                  <c:v>58</c:v>
                </c:pt>
                <c:pt idx="17069">
                  <c:v>2</c:v>
                </c:pt>
                <c:pt idx="17070">
                  <c:v>60</c:v>
                </c:pt>
                <c:pt idx="17071">
                  <c:v>38</c:v>
                </c:pt>
                <c:pt idx="17072">
                  <c:v>2</c:v>
                </c:pt>
                <c:pt idx="17073">
                  <c:v>1</c:v>
                </c:pt>
                <c:pt idx="17074">
                  <c:v>26</c:v>
                </c:pt>
                <c:pt idx="17075">
                  <c:v>34</c:v>
                </c:pt>
                <c:pt idx="17076">
                  <c:v>16</c:v>
                </c:pt>
                <c:pt idx="17077">
                  <c:v>4</c:v>
                </c:pt>
                <c:pt idx="17078">
                  <c:v>21</c:v>
                </c:pt>
                <c:pt idx="17079">
                  <c:v>14</c:v>
                </c:pt>
                <c:pt idx="17080">
                  <c:v>7</c:v>
                </c:pt>
                <c:pt idx="17081">
                  <c:v>36</c:v>
                </c:pt>
                <c:pt idx="17082">
                  <c:v>34</c:v>
                </c:pt>
                <c:pt idx="17083">
                  <c:v>413</c:v>
                </c:pt>
                <c:pt idx="17084">
                  <c:v>1</c:v>
                </c:pt>
                <c:pt idx="17085">
                  <c:v>11</c:v>
                </c:pt>
                <c:pt idx="17086">
                  <c:v>42</c:v>
                </c:pt>
                <c:pt idx="17087">
                  <c:v>38</c:v>
                </c:pt>
                <c:pt idx="17088">
                  <c:v>1</c:v>
                </c:pt>
                <c:pt idx="17089">
                  <c:v>0</c:v>
                </c:pt>
                <c:pt idx="17090">
                  <c:v>0</c:v>
                </c:pt>
                <c:pt idx="17091">
                  <c:v>45</c:v>
                </c:pt>
                <c:pt idx="17092">
                  <c:v>570</c:v>
                </c:pt>
                <c:pt idx="17093">
                  <c:v>390</c:v>
                </c:pt>
                <c:pt idx="17094">
                  <c:v>210</c:v>
                </c:pt>
                <c:pt idx="17095">
                  <c:v>0</c:v>
                </c:pt>
                <c:pt idx="17096">
                  <c:v>100</c:v>
                </c:pt>
                <c:pt idx="17097">
                  <c:v>0</c:v>
                </c:pt>
                <c:pt idx="17098">
                  <c:v>57</c:v>
                </c:pt>
                <c:pt idx="17099">
                  <c:v>0</c:v>
                </c:pt>
                <c:pt idx="17100">
                  <c:v>28</c:v>
                </c:pt>
                <c:pt idx="17101">
                  <c:v>42</c:v>
                </c:pt>
                <c:pt idx="17102">
                  <c:v>70</c:v>
                </c:pt>
                <c:pt idx="17103">
                  <c:v>28</c:v>
                </c:pt>
                <c:pt idx="17104">
                  <c:v>0</c:v>
                </c:pt>
                <c:pt idx="17105">
                  <c:v>0</c:v>
                </c:pt>
                <c:pt idx="17106">
                  <c:v>120</c:v>
                </c:pt>
                <c:pt idx="17107">
                  <c:v>56</c:v>
                </c:pt>
                <c:pt idx="17108">
                  <c:v>64</c:v>
                </c:pt>
                <c:pt idx="17109">
                  <c:v>25</c:v>
                </c:pt>
                <c:pt idx="17110">
                  <c:v>0</c:v>
                </c:pt>
                <c:pt idx="17111">
                  <c:v>0</c:v>
                </c:pt>
                <c:pt idx="17112">
                  <c:v>0</c:v>
                </c:pt>
                <c:pt idx="17113">
                  <c:v>0</c:v>
                </c:pt>
                <c:pt idx="17114">
                  <c:v>0</c:v>
                </c:pt>
                <c:pt idx="17115">
                  <c:v>0</c:v>
                </c:pt>
                <c:pt idx="17116">
                  <c:v>0</c:v>
                </c:pt>
                <c:pt idx="17117">
                  <c:v>50</c:v>
                </c:pt>
                <c:pt idx="17118">
                  <c:v>11</c:v>
                </c:pt>
                <c:pt idx="17119">
                  <c:v>270</c:v>
                </c:pt>
                <c:pt idx="17120">
                  <c:v>1</c:v>
                </c:pt>
                <c:pt idx="17121">
                  <c:v>54</c:v>
                </c:pt>
                <c:pt idx="17122">
                  <c:v>5</c:v>
                </c:pt>
                <c:pt idx="17123">
                  <c:v>0</c:v>
                </c:pt>
                <c:pt idx="17124">
                  <c:v>480</c:v>
                </c:pt>
                <c:pt idx="17125">
                  <c:v>0</c:v>
                </c:pt>
                <c:pt idx="17126">
                  <c:v>720</c:v>
                </c:pt>
                <c:pt idx="17127">
                  <c:v>18</c:v>
                </c:pt>
                <c:pt idx="17128">
                  <c:v>12</c:v>
                </c:pt>
                <c:pt idx="17129">
                  <c:v>7</c:v>
                </c:pt>
                <c:pt idx="17130">
                  <c:v>49</c:v>
                </c:pt>
                <c:pt idx="17131">
                  <c:v>17</c:v>
                </c:pt>
                <c:pt idx="17132">
                  <c:v>0</c:v>
                </c:pt>
                <c:pt idx="17133">
                  <c:v>224</c:v>
                </c:pt>
                <c:pt idx="17134">
                  <c:v>1</c:v>
                </c:pt>
                <c:pt idx="17135">
                  <c:v>0</c:v>
                </c:pt>
                <c:pt idx="17136">
                  <c:v>21</c:v>
                </c:pt>
                <c:pt idx="17137">
                  <c:v>0</c:v>
                </c:pt>
                <c:pt idx="17138">
                  <c:v>30</c:v>
                </c:pt>
                <c:pt idx="17139">
                  <c:v>3</c:v>
                </c:pt>
                <c:pt idx="17140">
                  <c:v>12</c:v>
                </c:pt>
                <c:pt idx="17141">
                  <c:v>27</c:v>
                </c:pt>
                <c:pt idx="17142">
                  <c:v>0</c:v>
                </c:pt>
                <c:pt idx="17143">
                  <c:v>10</c:v>
                </c:pt>
                <c:pt idx="17144">
                  <c:v>5</c:v>
                </c:pt>
                <c:pt idx="17145">
                  <c:v>28</c:v>
                </c:pt>
                <c:pt idx="17146">
                  <c:v>0</c:v>
                </c:pt>
                <c:pt idx="17147">
                  <c:v>58</c:v>
                </c:pt>
                <c:pt idx="17148">
                  <c:v>0</c:v>
                </c:pt>
                <c:pt idx="17149">
                  <c:v>5</c:v>
                </c:pt>
                <c:pt idx="17150">
                  <c:v>6</c:v>
                </c:pt>
                <c:pt idx="17151">
                  <c:v>21</c:v>
                </c:pt>
                <c:pt idx="17152">
                  <c:v>1</c:v>
                </c:pt>
                <c:pt idx="17153">
                  <c:v>0</c:v>
                </c:pt>
                <c:pt idx="17154">
                  <c:v>5</c:v>
                </c:pt>
                <c:pt idx="17155">
                  <c:v>10</c:v>
                </c:pt>
                <c:pt idx="17156">
                  <c:v>30</c:v>
                </c:pt>
                <c:pt idx="17157">
                  <c:v>0</c:v>
                </c:pt>
                <c:pt idx="17158">
                  <c:v>0</c:v>
                </c:pt>
                <c:pt idx="17159">
                  <c:v>0</c:v>
                </c:pt>
                <c:pt idx="17160">
                  <c:v>0</c:v>
                </c:pt>
                <c:pt idx="17161">
                  <c:v>0</c:v>
                </c:pt>
                <c:pt idx="17162">
                  <c:v>0</c:v>
                </c:pt>
                <c:pt idx="17163">
                  <c:v>0</c:v>
                </c:pt>
                <c:pt idx="17164">
                  <c:v>0</c:v>
                </c:pt>
                <c:pt idx="17165">
                  <c:v>1</c:v>
                </c:pt>
                <c:pt idx="17166">
                  <c:v>5</c:v>
                </c:pt>
                <c:pt idx="17167">
                  <c:v>1</c:v>
                </c:pt>
                <c:pt idx="17168">
                  <c:v>2</c:v>
                </c:pt>
                <c:pt idx="17169">
                  <c:v>173</c:v>
                </c:pt>
                <c:pt idx="17170">
                  <c:v>23</c:v>
                </c:pt>
                <c:pt idx="17171">
                  <c:v>41</c:v>
                </c:pt>
                <c:pt idx="17172">
                  <c:v>5</c:v>
                </c:pt>
                <c:pt idx="17173">
                  <c:v>102</c:v>
                </c:pt>
                <c:pt idx="17174">
                  <c:v>40</c:v>
                </c:pt>
                <c:pt idx="17175">
                  <c:v>34</c:v>
                </c:pt>
                <c:pt idx="17176">
                  <c:v>28</c:v>
                </c:pt>
                <c:pt idx="17177">
                  <c:v>0</c:v>
                </c:pt>
                <c:pt idx="17178">
                  <c:v>25</c:v>
                </c:pt>
                <c:pt idx="17179">
                  <c:v>32</c:v>
                </c:pt>
                <c:pt idx="17180">
                  <c:v>2</c:v>
                </c:pt>
                <c:pt idx="17181">
                  <c:v>18</c:v>
                </c:pt>
                <c:pt idx="17182">
                  <c:v>15</c:v>
                </c:pt>
                <c:pt idx="17183">
                  <c:v>21</c:v>
                </c:pt>
                <c:pt idx="17184">
                  <c:v>34</c:v>
                </c:pt>
                <c:pt idx="17185">
                  <c:v>55</c:v>
                </c:pt>
                <c:pt idx="17186">
                  <c:v>22</c:v>
                </c:pt>
                <c:pt idx="17187">
                  <c:v>82</c:v>
                </c:pt>
                <c:pt idx="17188">
                  <c:v>19</c:v>
                </c:pt>
                <c:pt idx="17189">
                  <c:v>28</c:v>
                </c:pt>
                <c:pt idx="17190">
                  <c:v>40</c:v>
                </c:pt>
                <c:pt idx="17191">
                  <c:v>0</c:v>
                </c:pt>
                <c:pt idx="17192">
                  <c:v>0</c:v>
                </c:pt>
                <c:pt idx="17193">
                  <c:v>18</c:v>
                </c:pt>
                <c:pt idx="17194">
                  <c:v>0</c:v>
                </c:pt>
                <c:pt idx="17195">
                  <c:v>224</c:v>
                </c:pt>
                <c:pt idx="17196">
                  <c:v>0</c:v>
                </c:pt>
                <c:pt idx="17197">
                  <c:v>7</c:v>
                </c:pt>
                <c:pt idx="17198">
                  <c:v>28</c:v>
                </c:pt>
                <c:pt idx="17199">
                  <c:v>1</c:v>
                </c:pt>
                <c:pt idx="17200">
                  <c:v>0</c:v>
                </c:pt>
                <c:pt idx="17201">
                  <c:v>50</c:v>
                </c:pt>
                <c:pt idx="17202">
                  <c:v>19</c:v>
                </c:pt>
                <c:pt idx="17203">
                  <c:v>0</c:v>
                </c:pt>
                <c:pt idx="17204">
                  <c:v>30</c:v>
                </c:pt>
                <c:pt idx="17205">
                  <c:v>0</c:v>
                </c:pt>
                <c:pt idx="17206">
                  <c:v>0</c:v>
                </c:pt>
                <c:pt idx="17207">
                  <c:v>0</c:v>
                </c:pt>
                <c:pt idx="17208">
                  <c:v>8</c:v>
                </c:pt>
                <c:pt idx="17209">
                  <c:v>20</c:v>
                </c:pt>
                <c:pt idx="17210">
                  <c:v>1</c:v>
                </c:pt>
                <c:pt idx="17211">
                  <c:v>30</c:v>
                </c:pt>
                <c:pt idx="17212">
                  <c:v>40</c:v>
                </c:pt>
                <c:pt idx="17213">
                  <c:v>8</c:v>
                </c:pt>
                <c:pt idx="17214">
                  <c:v>56</c:v>
                </c:pt>
                <c:pt idx="17215">
                  <c:v>0</c:v>
                </c:pt>
                <c:pt idx="17216">
                  <c:v>1</c:v>
                </c:pt>
                <c:pt idx="17217">
                  <c:v>0</c:v>
                </c:pt>
                <c:pt idx="17218">
                  <c:v>4</c:v>
                </c:pt>
                <c:pt idx="17219">
                  <c:v>98</c:v>
                </c:pt>
                <c:pt idx="17220">
                  <c:v>2</c:v>
                </c:pt>
                <c:pt idx="17221">
                  <c:v>0</c:v>
                </c:pt>
                <c:pt idx="17222">
                  <c:v>1</c:v>
                </c:pt>
                <c:pt idx="17223">
                  <c:v>26</c:v>
                </c:pt>
                <c:pt idx="17224">
                  <c:v>50</c:v>
                </c:pt>
                <c:pt idx="17225">
                  <c:v>30</c:v>
                </c:pt>
                <c:pt idx="17226">
                  <c:v>0</c:v>
                </c:pt>
                <c:pt idx="17227">
                  <c:v>4</c:v>
                </c:pt>
                <c:pt idx="17228">
                  <c:v>120</c:v>
                </c:pt>
                <c:pt idx="17229">
                  <c:v>0</c:v>
                </c:pt>
                <c:pt idx="17230">
                  <c:v>0</c:v>
                </c:pt>
                <c:pt idx="17231">
                  <c:v>0</c:v>
                </c:pt>
                <c:pt idx="17232">
                  <c:v>0</c:v>
                </c:pt>
                <c:pt idx="17233">
                  <c:v>80</c:v>
                </c:pt>
                <c:pt idx="17234">
                  <c:v>39</c:v>
                </c:pt>
                <c:pt idx="17235">
                  <c:v>40</c:v>
                </c:pt>
                <c:pt idx="17236">
                  <c:v>60</c:v>
                </c:pt>
                <c:pt idx="17237">
                  <c:v>25</c:v>
                </c:pt>
                <c:pt idx="17238">
                  <c:v>30</c:v>
                </c:pt>
                <c:pt idx="17239">
                  <c:v>2</c:v>
                </c:pt>
                <c:pt idx="17240">
                  <c:v>2</c:v>
                </c:pt>
                <c:pt idx="17241">
                  <c:v>0</c:v>
                </c:pt>
                <c:pt idx="17242">
                  <c:v>8</c:v>
                </c:pt>
                <c:pt idx="17243">
                  <c:v>4</c:v>
                </c:pt>
                <c:pt idx="17244">
                  <c:v>1</c:v>
                </c:pt>
                <c:pt idx="17245">
                  <c:v>30</c:v>
                </c:pt>
                <c:pt idx="17246">
                  <c:v>144</c:v>
                </c:pt>
                <c:pt idx="17247">
                  <c:v>0</c:v>
                </c:pt>
                <c:pt idx="17248">
                  <c:v>0</c:v>
                </c:pt>
                <c:pt idx="17249">
                  <c:v>0</c:v>
                </c:pt>
                <c:pt idx="17250">
                  <c:v>450</c:v>
                </c:pt>
                <c:pt idx="17251">
                  <c:v>0</c:v>
                </c:pt>
                <c:pt idx="17252">
                  <c:v>42</c:v>
                </c:pt>
                <c:pt idx="17253">
                  <c:v>0</c:v>
                </c:pt>
                <c:pt idx="17254">
                  <c:v>4</c:v>
                </c:pt>
                <c:pt idx="17255">
                  <c:v>3</c:v>
                </c:pt>
                <c:pt idx="17256">
                  <c:v>16</c:v>
                </c:pt>
                <c:pt idx="17257">
                  <c:v>0</c:v>
                </c:pt>
                <c:pt idx="17258">
                  <c:v>200</c:v>
                </c:pt>
                <c:pt idx="17259">
                  <c:v>2</c:v>
                </c:pt>
                <c:pt idx="17260">
                  <c:v>0</c:v>
                </c:pt>
                <c:pt idx="17261">
                  <c:v>7</c:v>
                </c:pt>
                <c:pt idx="17262">
                  <c:v>1</c:v>
                </c:pt>
                <c:pt idx="17263">
                  <c:v>9</c:v>
                </c:pt>
                <c:pt idx="17264">
                  <c:v>19</c:v>
                </c:pt>
                <c:pt idx="17265">
                  <c:v>28</c:v>
                </c:pt>
                <c:pt idx="17266">
                  <c:v>84</c:v>
                </c:pt>
                <c:pt idx="17267">
                  <c:v>9</c:v>
                </c:pt>
                <c:pt idx="17268">
                  <c:v>20</c:v>
                </c:pt>
                <c:pt idx="17269">
                  <c:v>28</c:v>
                </c:pt>
                <c:pt idx="17270">
                  <c:v>3</c:v>
                </c:pt>
                <c:pt idx="17271">
                  <c:v>12</c:v>
                </c:pt>
                <c:pt idx="17272">
                  <c:v>6</c:v>
                </c:pt>
                <c:pt idx="17273">
                  <c:v>34</c:v>
                </c:pt>
                <c:pt idx="17274">
                  <c:v>0</c:v>
                </c:pt>
                <c:pt idx="17275">
                  <c:v>30</c:v>
                </c:pt>
                <c:pt idx="17276">
                  <c:v>3</c:v>
                </c:pt>
                <c:pt idx="17277">
                  <c:v>0</c:v>
                </c:pt>
                <c:pt idx="17278">
                  <c:v>10</c:v>
                </c:pt>
                <c:pt idx="17279">
                  <c:v>4</c:v>
                </c:pt>
                <c:pt idx="17280">
                  <c:v>0</c:v>
                </c:pt>
                <c:pt idx="17281">
                  <c:v>30</c:v>
                </c:pt>
                <c:pt idx="17282">
                  <c:v>2</c:v>
                </c:pt>
                <c:pt idx="17283">
                  <c:v>90</c:v>
                </c:pt>
                <c:pt idx="17284">
                  <c:v>0</c:v>
                </c:pt>
                <c:pt idx="17285">
                  <c:v>26</c:v>
                </c:pt>
                <c:pt idx="17286">
                  <c:v>5</c:v>
                </c:pt>
                <c:pt idx="17287">
                  <c:v>84</c:v>
                </c:pt>
                <c:pt idx="17288">
                  <c:v>1</c:v>
                </c:pt>
                <c:pt idx="17289">
                  <c:v>31</c:v>
                </c:pt>
                <c:pt idx="17290">
                  <c:v>9</c:v>
                </c:pt>
                <c:pt idx="17291">
                  <c:v>40</c:v>
                </c:pt>
                <c:pt idx="17292">
                  <c:v>11</c:v>
                </c:pt>
                <c:pt idx="17293">
                  <c:v>540</c:v>
                </c:pt>
                <c:pt idx="17294">
                  <c:v>0</c:v>
                </c:pt>
                <c:pt idx="17295">
                  <c:v>30</c:v>
                </c:pt>
                <c:pt idx="17296">
                  <c:v>30</c:v>
                </c:pt>
                <c:pt idx="17297">
                  <c:v>15</c:v>
                </c:pt>
                <c:pt idx="17298">
                  <c:v>9</c:v>
                </c:pt>
                <c:pt idx="17299">
                  <c:v>60</c:v>
                </c:pt>
                <c:pt idx="17300">
                  <c:v>22</c:v>
                </c:pt>
                <c:pt idx="17301">
                  <c:v>10</c:v>
                </c:pt>
                <c:pt idx="17302">
                  <c:v>224</c:v>
                </c:pt>
                <c:pt idx="17303">
                  <c:v>20</c:v>
                </c:pt>
                <c:pt idx="17304">
                  <c:v>9</c:v>
                </c:pt>
                <c:pt idx="17305">
                  <c:v>36</c:v>
                </c:pt>
                <c:pt idx="17306">
                  <c:v>0</c:v>
                </c:pt>
                <c:pt idx="17307">
                  <c:v>1</c:v>
                </c:pt>
                <c:pt idx="17308">
                  <c:v>3</c:v>
                </c:pt>
                <c:pt idx="17309">
                  <c:v>8</c:v>
                </c:pt>
                <c:pt idx="17310">
                  <c:v>9</c:v>
                </c:pt>
                <c:pt idx="17311">
                  <c:v>0</c:v>
                </c:pt>
                <c:pt idx="17312">
                  <c:v>14</c:v>
                </c:pt>
                <c:pt idx="17313">
                  <c:v>14</c:v>
                </c:pt>
                <c:pt idx="17314">
                  <c:v>90</c:v>
                </c:pt>
                <c:pt idx="17315">
                  <c:v>6</c:v>
                </c:pt>
                <c:pt idx="17316">
                  <c:v>60</c:v>
                </c:pt>
                <c:pt idx="17317">
                  <c:v>16</c:v>
                </c:pt>
                <c:pt idx="17318">
                  <c:v>0</c:v>
                </c:pt>
                <c:pt idx="17319">
                  <c:v>0</c:v>
                </c:pt>
                <c:pt idx="17320">
                  <c:v>0</c:v>
                </c:pt>
                <c:pt idx="17321">
                  <c:v>0</c:v>
                </c:pt>
                <c:pt idx="17322">
                  <c:v>0</c:v>
                </c:pt>
                <c:pt idx="17323">
                  <c:v>0</c:v>
                </c:pt>
                <c:pt idx="17324">
                  <c:v>68</c:v>
                </c:pt>
                <c:pt idx="17325">
                  <c:v>36</c:v>
                </c:pt>
                <c:pt idx="17326">
                  <c:v>0</c:v>
                </c:pt>
                <c:pt idx="17327">
                  <c:v>9</c:v>
                </c:pt>
                <c:pt idx="17328">
                  <c:v>60</c:v>
                </c:pt>
                <c:pt idx="17329">
                  <c:v>2</c:v>
                </c:pt>
                <c:pt idx="17330">
                  <c:v>13</c:v>
                </c:pt>
                <c:pt idx="17331">
                  <c:v>0</c:v>
                </c:pt>
                <c:pt idx="17332">
                  <c:v>8</c:v>
                </c:pt>
                <c:pt idx="17333">
                  <c:v>30</c:v>
                </c:pt>
                <c:pt idx="17334">
                  <c:v>68</c:v>
                </c:pt>
                <c:pt idx="17335">
                  <c:v>60</c:v>
                </c:pt>
                <c:pt idx="17336">
                  <c:v>95</c:v>
                </c:pt>
                <c:pt idx="17337">
                  <c:v>75</c:v>
                </c:pt>
                <c:pt idx="17338">
                  <c:v>7</c:v>
                </c:pt>
                <c:pt idx="17339">
                  <c:v>60</c:v>
                </c:pt>
                <c:pt idx="17340">
                  <c:v>0</c:v>
                </c:pt>
                <c:pt idx="17341">
                  <c:v>7</c:v>
                </c:pt>
                <c:pt idx="17342">
                  <c:v>0</c:v>
                </c:pt>
                <c:pt idx="17343">
                  <c:v>6</c:v>
                </c:pt>
                <c:pt idx="17344">
                  <c:v>0</c:v>
                </c:pt>
                <c:pt idx="17345">
                  <c:v>392</c:v>
                </c:pt>
                <c:pt idx="17346">
                  <c:v>0</c:v>
                </c:pt>
                <c:pt idx="17347">
                  <c:v>30</c:v>
                </c:pt>
                <c:pt idx="17348">
                  <c:v>0</c:v>
                </c:pt>
                <c:pt idx="17349">
                  <c:v>0</c:v>
                </c:pt>
                <c:pt idx="17350">
                  <c:v>102</c:v>
                </c:pt>
                <c:pt idx="17351">
                  <c:v>66</c:v>
                </c:pt>
                <c:pt idx="17352">
                  <c:v>0</c:v>
                </c:pt>
                <c:pt idx="17353">
                  <c:v>15</c:v>
                </c:pt>
                <c:pt idx="17354">
                  <c:v>120</c:v>
                </c:pt>
                <c:pt idx="17355">
                  <c:v>8</c:v>
                </c:pt>
                <c:pt idx="17356">
                  <c:v>52</c:v>
                </c:pt>
                <c:pt idx="17357">
                  <c:v>0</c:v>
                </c:pt>
                <c:pt idx="17358">
                  <c:v>1</c:v>
                </c:pt>
                <c:pt idx="17359">
                  <c:v>0</c:v>
                </c:pt>
                <c:pt idx="17360">
                  <c:v>3</c:v>
                </c:pt>
                <c:pt idx="17361">
                  <c:v>1</c:v>
                </c:pt>
                <c:pt idx="17362">
                  <c:v>18</c:v>
                </c:pt>
                <c:pt idx="17363">
                  <c:v>2</c:v>
                </c:pt>
                <c:pt idx="17364">
                  <c:v>38</c:v>
                </c:pt>
                <c:pt idx="17365">
                  <c:v>87</c:v>
                </c:pt>
                <c:pt idx="17366">
                  <c:v>0</c:v>
                </c:pt>
                <c:pt idx="17367">
                  <c:v>0</c:v>
                </c:pt>
                <c:pt idx="17368">
                  <c:v>77</c:v>
                </c:pt>
                <c:pt idx="17369">
                  <c:v>0</c:v>
                </c:pt>
                <c:pt idx="17370">
                  <c:v>3</c:v>
                </c:pt>
                <c:pt idx="17371">
                  <c:v>0</c:v>
                </c:pt>
                <c:pt idx="17372">
                  <c:v>0</c:v>
                </c:pt>
                <c:pt idx="17373">
                  <c:v>25</c:v>
                </c:pt>
                <c:pt idx="17374">
                  <c:v>3</c:v>
                </c:pt>
                <c:pt idx="17375">
                  <c:v>14</c:v>
                </c:pt>
                <c:pt idx="17376">
                  <c:v>5</c:v>
                </c:pt>
                <c:pt idx="17377">
                  <c:v>17</c:v>
                </c:pt>
                <c:pt idx="17378">
                  <c:v>0</c:v>
                </c:pt>
                <c:pt idx="17379">
                  <c:v>0</c:v>
                </c:pt>
                <c:pt idx="17380">
                  <c:v>261</c:v>
                </c:pt>
                <c:pt idx="17381">
                  <c:v>20</c:v>
                </c:pt>
                <c:pt idx="17382">
                  <c:v>0</c:v>
                </c:pt>
                <c:pt idx="17383">
                  <c:v>62</c:v>
                </c:pt>
                <c:pt idx="17384">
                  <c:v>6</c:v>
                </c:pt>
                <c:pt idx="17385">
                  <c:v>0</c:v>
                </c:pt>
                <c:pt idx="17386">
                  <c:v>0</c:v>
                </c:pt>
                <c:pt idx="17387">
                  <c:v>0</c:v>
                </c:pt>
                <c:pt idx="17388">
                  <c:v>1</c:v>
                </c:pt>
                <c:pt idx="17389">
                  <c:v>36</c:v>
                </c:pt>
                <c:pt idx="17390">
                  <c:v>2</c:v>
                </c:pt>
                <c:pt idx="17391">
                  <c:v>14</c:v>
                </c:pt>
                <c:pt idx="17392">
                  <c:v>41</c:v>
                </c:pt>
                <c:pt idx="17393">
                  <c:v>8</c:v>
                </c:pt>
                <c:pt idx="17394">
                  <c:v>21</c:v>
                </c:pt>
                <c:pt idx="17395">
                  <c:v>18</c:v>
                </c:pt>
                <c:pt idx="17396">
                  <c:v>1</c:v>
                </c:pt>
                <c:pt idx="17397">
                  <c:v>16</c:v>
                </c:pt>
                <c:pt idx="17398">
                  <c:v>1530</c:v>
                </c:pt>
                <c:pt idx="17399">
                  <c:v>1</c:v>
                </c:pt>
                <c:pt idx="17400">
                  <c:v>0</c:v>
                </c:pt>
                <c:pt idx="17401">
                  <c:v>186</c:v>
                </c:pt>
                <c:pt idx="17402">
                  <c:v>11</c:v>
                </c:pt>
                <c:pt idx="17403">
                  <c:v>0</c:v>
                </c:pt>
                <c:pt idx="17404">
                  <c:v>140</c:v>
                </c:pt>
                <c:pt idx="17405">
                  <c:v>0</c:v>
                </c:pt>
                <c:pt idx="17406">
                  <c:v>11</c:v>
                </c:pt>
                <c:pt idx="17407">
                  <c:v>0</c:v>
                </c:pt>
                <c:pt idx="17408">
                  <c:v>16</c:v>
                </c:pt>
                <c:pt idx="17409">
                  <c:v>0</c:v>
                </c:pt>
                <c:pt idx="17410">
                  <c:v>0</c:v>
                </c:pt>
                <c:pt idx="17411">
                  <c:v>0</c:v>
                </c:pt>
                <c:pt idx="17412">
                  <c:v>56</c:v>
                </c:pt>
                <c:pt idx="17413">
                  <c:v>0</c:v>
                </c:pt>
                <c:pt idx="17414">
                  <c:v>19</c:v>
                </c:pt>
                <c:pt idx="17415">
                  <c:v>25</c:v>
                </c:pt>
                <c:pt idx="17416">
                  <c:v>30</c:v>
                </c:pt>
                <c:pt idx="17417">
                  <c:v>0</c:v>
                </c:pt>
                <c:pt idx="17418">
                  <c:v>2</c:v>
                </c:pt>
                <c:pt idx="17419">
                  <c:v>120</c:v>
                </c:pt>
                <c:pt idx="17420">
                  <c:v>112</c:v>
                </c:pt>
                <c:pt idx="17421">
                  <c:v>2</c:v>
                </c:pt>
                <c:pt idx="17422">
                  <c:v>1</c:v>
                </c:pt>
                <c:pt idx="17423">
                  <c:v>68</c:v>
                </c:pt>
                <c:pt idx="17424">
                  <c:v>0</c:v>
                </c:pt>
                <c:pt idx="17425">
                  <c:v>1</c:v>
                </c:pt>
                <c:pt idx="17426">
                  <c:v>23</c:v>
                </c:pt>
                <c:pt idx="17427">
                  <c:v>168</c:v>
                </c:pt>
                <c:pt idx="17428">
                  <c:v>0</c:v>
                </c:pt>
                <c:pt idx="17429">
                  <c:v>0</c:v>
                </c:pt>
                <c:pt idx="17430">
                  <c:v>14</c:v>
                </c:pt>
                <c:pt idx="17431">
                  <c:v>0</c:v>
                </c:pt>
                <c:pt idx="17432">
                  <c:v>0</c:v>
                </c:pt>
                <c:pt idx="17433">
                  <c:v>0</c:v>
                </c:pt>
                <c:pt idx="17434">
                  <c:v>0</c:v>
                </c:pt>
                <c:pt idx="17435">
                  <c:v>34</c:v>
                </c:pt>
                <c:pt idx="17436">
                  <c:v>2</c:v>
                </c:pt>
                <c:pt idx="17437">
                  <c:v>2</c:v>
                </c:pt>
                <c:pt idx="17438">
                  <c:v>0</c:v>
                </c:pt>
                <c:pt idx="17439">
                  <c:v>0</c:v>
                </c:pt>
                <c:pt idx="17440">
                  <c:v>0</c:v>
                </c:pt>
                <c:pt idx="17441">
                  <c:v>0</c:v>
                </c:pt>
                <c:pt idx="17442">
                  <c:v>50</c:v>
                </c:pt>
                <c:pt idx="17443">
                  <c:v>0</c:v>
                </c:pt>
                <c:pt idx="17444">
                  <c:v>0</c:v>
                </c:pt>
                <c:pt idx="17445">
                  <c:v>2</c:v>
                </c:pt>
                <c:pt idx="17446">
                  <c:v>0</c:v>
                </c:pt>
                <c:pt idx="17447">
                  <c:v>0</c:v>
                </c:pt>
                <c:pt idx="17448">
                  <c:v>1</c:v>
                </c:pt>
                <c:pt idx="17449">
                  <c:v>1</c:v>
                </c:pt>
                <c:pt idx="17450">
                  <c:v>0</c:v>
                </c:pt>
                <c:pt idx="17451">
                  <c:v>2</c:v>
                </c:pt>
                <c:pt idx="17452">
                  <c:v>63</c:v>
                </c:pt>
                <c:pt idx="17453">
                  <c:v>17</c:v>
                </c:pt>
                <c:pt idx="17454">
                  <c:v>82</c:v>
                </c:pt>
                <c:pt idx="17455">
                  <c:v>42</c:v>
                </c:pt>
                <c:pt idx="17456">
                  <c:v>54</c:v>
                </c:pt>
                <c:pt idx="17457">
                  <c:v>0</c:v>
                </c:pt>
                <c:pt idx="17458">
                  <c:v>60</c:v>
                </c:pt>
                <c:pt idx="17459">
                  <c:v>0</c:v>
                </c:pt>
                <c:pt idx="17460">
                  <c:v>4</c:v>
                </c:pt>
                <c:pt idx="17461">
                  <c:v>54</c:v>
                </c:pt>
                <c:pt idx="17462">
                  <c:v>3</c:v>
                </c:pt>
                <c:pt idx="17463">
                  <c:v>60</c:v>
                </c:pt>
                <c:pt idx="17464">
                  <c:v>140</c:v>
                </c:pt>
                <c:pt idx="17465">
                  <c:v>0</c:v>
                </c:pt>
                <c:pt idx="17466">
                  <c:v>0</c:v>
                </c:pt>
                <c:pt idx="17467">
                  <c:v>1</c:v>
                </c:pt>
                <c:pt idx="17468">
                  <c:v>0</c:v>
                </c:pt>
                <c:pt idx="17469">
                  <c:v>330</c:v>
                </c:pt>
                <c:pt idx="17470">
                  <c:v>9</c:v>
                </c:pt>
                <c:pt idx="17471">
                  <c:v>1</c:v>
                </c:pt>
                <c:pt idx="17472">
                  <c:v>80</c:v>
                </c:pt>
                <c:pt idx="17473">
                  <c:v>84</c:v>
                </c:pt>
                <c:pt idx="17474">
                  <c:v>150</c:v>
                </c:pt>
                <c:pt idx="17475">
                  <c:v>0</c:v>
                </c:pt>
                <c:pt idx="17476">
                  <c:v>0</c:v>
                </c:pt>
                <c:pt idx="17477">
                  <c:v>0</c:v>
                </c:pt>
                <c:pt idx="17478">
                  <c:v>0</c:v>
                </c:pt>
                <c:pt idx="17479">
                  <c:v>90</c:v>
                </c:pt>
                <c:pt idx="17480">
                  <c:v>8</c:v>
                </c:pt>
                <c:pt idx="17481">
                  <c:v>68</c:v>
                </c:pt>
                <c:pt idx="17482">
                  <c:v>2</c:v>
                </c:pt>
                <c:pt idx="17483">
                  <c:v>3</c:v>
                </c:pt>
                <c:pt idx="17484">
                  <c:v>66</c:v>
                </c:pt>
                <c:pt idx="17485">
                  <c:v>54</c:v>
                </c:pt>
                <c:pt idx="17486">
                  <c:v>2</c:v>
                </c:pt>
                <c:pt idx="17487">
                  <c:v>120</c:v>
                </c:pt>
                <c:pt idx="17488">
                  <c:v>60</c:v>
                </c:pt>
                <c:pt idx="17489">
                  <c:v>35</c:v>
                </c:pt>
                <c:pt idx="17490">
                  <c:v>9</c:v>
                </c:pt>
                <c:pt idx="17491">
                  <c:v>110</c:v>
                </c:pt>
                <c:pt idx="17492">
                  <c:v>12</c:v>
                </c:pt>
                <c:pt idx="17493">
                  <c:v>15</c:v>
                </c:pt>
                <c:pt idx="17494">
                  <c:v>37</c:v>
                </c:pt>
                <c:pt idx="17495">
                  <c:v>32</c:v>
                </c:pt>
                <c:pt idx="17496">
                  <c:v>0</c:v>
                </c:pt>
                <c:pt idx="17497">
                  <c:v>0</c:v>
                </c:pt>
                <c:pt idx="17498">
                  <c:v>2</c:v>
                </c:pt>
                <c:pt idx="17499">
                  <c:v>1</c:v>
                </c:pt>
                <c:pt idx="17500">
                  <c:v>0</c:v>
                </c:pt>
                <c:pt idx="17501">
                  <c:v>0</c:v>
                </c:pt>
                <c:pt idx="17502">
                  <c:v>14</c:v>
                </c:pt>
                <c:pt idx="17503">
                  <c:v>8</c:v>
                </c:pt>
                <c:pt idx="17504">
                  <c:v>6</c:v>
                </c:pt>
                <c:pt idx="17505">
                  <c:v>15</c:v>
                </c:pt>
                <c:pt idx="17506">
                  <c:v>0</c:v>
                </c:pt>
                <c:pt idx="17507">
                  <c:v>9</c:v>
                </c:pt>
                <c:pt idx="17508">
                  <c:v>2</c:v>
                </c:pt>
                <c:pt idx="17509">
                  <c:v>19</c:v>
                </c:pt>
                <c:pt idx="17510">
                  <c:v>25</c:v>
                </c:pt>
                <c:pt idx="17511">
                  <c:v>0</c:v>
                </c:pt>
                <c:pt idx="17512">
                  <c:v>75</c:v>
                </c:pt>
                <c:pt idx="17513">
                  <c:v>30</c:v>
                </c:pt>
                <c:pt idx="17514">
                  <c:v>22</c:v>
                </c:pt>
                <c:pt idx="17515">
                  <c:v>0</c:v>
                </c:pt>
                <c:pt idx="17516">
                  <c:v>15</c:v>
                </c:pt>
                <c:pt idx="17517">
                  <c:v>5</c:v>
                </c:pt>
                <c:pt idx="17518">
                  <c:v>0</c:v>
                </c:pt>
                <c:pt idx="17519">
                  <c:v>39</c:v>
                </c:pt>
                <c:pt idx="17520">
                  <c:v>0</c:v>
                </c:pt>
                <c:pt idx="17521">
                  <c:v>4</c:v>
                </c:pt>
                <c:pt idx="17522">
                  <c:v>0</c:v>
                </c:pt>
                <c:pt idx="17523">
                  <c:v>0</c:v>
                </c:pt>
                <c:pt idx="17524">
                  <c:v>1</c:v>
                </c:pt>
                <c:pt idx="17525">
                  <c:v>16</c:v>
                </c:pt>
                <c:pt idx="17526">
                  <c:v>2</c:v>
                </c:pt>
                <c:pt idx="17527">
                  <c:v>0</c:v>
                </c:pt>
                <c:pt idx="17528">
                  <c:v>0</c:v>
                </c:pt>
                <c:pt idx="17529">
                  <c:v>68</c:v>
                </c:pt>
                <c:pt idx="17530">
                  <c:v>0</c:v>
                </c:pt>
                <c:pt idx="17531">
                  <c:v>15</c:v>
                </c:pt>
                <c:pt idx="17532">
                  <c:v>62</c:v>
                </c:pt>
                <c:pt idx="17533">
                  <c:v>50</c:v>
                </c:pt>
                <c:pt idx="17534">
                  <c:v>23</c:v>
                </c:pt>
                <c:pt idx="17535">
                  <c:v>0</c:v>
                </c:pt>
                <c:pt idx="17536">
                  <c:v>40</c:v>
                </c:pt>
                <c:pt idx="17537">
                  <c:v>0</c:v>
                </c:pt>
                <c:pt idx="17538">
                  <c:v>9</c:v>
                </c:pt>
                <c:pt idx="17539">
                  <c:v>60</c:v>
                </c:pt>
                <c:pt idx="17540">
                  <c:v>84</c:v>
                </c:pt>
                <c:pt idx="17541">
                  <c:v>1</c:v>
                </c:pt>
                <c:pt idx="17542">
                  <c:v>18</c:v>
                </c:pt>
                <c:pt idx="17543">
                  <c:v>2</c:v>
                </c:pt>
                <c:pt idx="17544">
                  <c:v>6</c:v>
                </c:pt>
                <c:pt idx="17545">
                  <c:v>0</c:v>
                </c:pt>
                <c:pt idx="17546">
                  <c:v>120</c:v>
                </c:pt>
                <c:pt idx="17547">
                  <c:v>114</c:v>
                </c:pt>
                <c:pt idx="17548">
                  <c:v>0</c:v>
                </c:pt>
                <c:pt idx="17549">
                  <c:v>14</c:v>
                </c:pt>
                <c:pt idx="17550">
                  <c:v>56</c:v>
                </c:pt>
                <c:pt idx="17551">
                  <c:v>35</c:v>
                </c:pt>
                <c:pt idx="17552">
                  <c:v>32</c:v>
                </c:pt>
                <c:pt idx="17553">
                  <c:v>75</c:v>
                </c:pt>
                <c:pt idx="17554">
                  <c:v>0</c:v>
                </c:pt>
                <c:pt idx="17555">
                  <c:v>3</c:v>
                </c:pt>
                <c:pt idx="17556">
                  <c:v>60</c:v>
                </c:pt>
                <c:pt idx="17557">
                  <c:v>28</c:v>
                </c:pt>
                <c:pt idx="17558">
                  <c:v>3</c:v>
                </c:pt>
                <c:pt idx="17559">
                  <c:v>50</c:v>
                </c:pt>
                <c:pt idx="17560">
                  <c:v>3</c:v>
                </c:pt>
                <c:pt idx="17561">
                  <c:v>80</c:v>
                </c:pt>
                <c:pt idx="17562">
                  <c:v>5</c:v>
                </c:pt>
                <c:pt idx="17563">
                  <c:v>0</c:v>
                </c:pt>
                <c:pt idx="17564">
                  <c:v>90</c:v>
                </c:pt>
                <c:pt idx="17565">
                  <c:v>2</c:v>
                </c:pt>
                <c:pt idx="17566">
                  <c:v>46</c:v>
                </c:pt>
                <c:pt idx="17567">
                  <c:v>0</c:v>
                </c:pt>
                <c:pt idx="17568">
                  <c:v>84</c:v>
                </c:pt>
                <c:pt idx="17569">
                  <c:v>0</c:v>
                </c:pt>
                <c:pt idx="17570">
                  <c:v>36</c:v>
                </c:pt>
                <c:pt idx="17571">
                  <c:v>2</c:v>
                </c:pt>
                <c:pt idx="17572">
                  <c:v>36</c:v>
                </c:pt>
                <c:pt idx="17573">
                  <c:v>8</c:v>
                </c:pt>
                <c:pt idx="17574">
                  <c:v>15</c:v>
                </c:pt>
                <c:pt idx="17575">
                  <c:v>42</c:v>
                </c:pt>
                <c:pt idx="17576">
                  <c:v>26</c:v>
                </c:pt>
                <c:pt idx="17577">
                  <c:v>0</c:v>
                </c:pt>
                <c:pt idx="17578">
                  <c:v>0</c:v>
                </c:pt>
                <c:pt idx="17579">
                  <c:v>0</c:v>
                </c:pt>
                <c:pt idx="17580">
                  <c:v>0</c:v>
                </c:pt>
                <c:pt idx="17581">
                  <c:v>0</c:v>
                </c:pt>
                <c:pt idx="17582">
                  <c:v>0</c:v>
                </c:pt>
                <c:pt idx="17583">
                  <c:v>0</c:v>
                </c:pt>
                <c:pt idx="17584">
                  <c:v>18</c:v>
                </c:pt>
                <c:pt idx="17585">
                  <c:v>3</c:v>
                </c:pt>
                <c:pt idx="17586">
                  <c:v>0</c:v>
                </c:pt>
                <c:pt idx="17587">
                  <c:v>6</c:v>
                </c:pt>
                <c:pt idx="17588">
                  <c:v>0</c:v>
                </c:pt>
                <c:pt idx="17589">
                  <c:v>2</c:v>
                </c:pt>
                <c:pt idx="17590">
                  <c:v>33</c:v>
                </c:pt>
                <c:pt idx="17591">
                  <c:v>0</c:v>
                </c:pt>
                <c:pt idx="17592">
                  <c:v>0</c:v>
                </c:pt>
                <c:pt idx="17593">
                  <c:v>31</c:v>
                </c:pt>
                <c:pt idx="17594">
                  <c:v>0</c:v>
                </c:pt>
                <c:pt idx="17595">
                  <c:v>4</c:v>
                </c:pt>
                <c:pt idx="17596">
                  <c:v>5</c:v>
                </c:pt>
                <c:pt idx="17597">
                  <c:v>0</c:v>
                </c:pt>
                <c:pt idx="17598">
                  <c:v>8</c:v>
                </c:pt>
                <c:pt idx="17599">
                  <c:v>15</c:v>
                </c:pt>
                <c:pt idx="17600">
                  <c:v>45</c:v>
                </c:pt>
                <c:pt idx="17601">
                  <c:v>90</c:v>
                </c:pt>
                <c:pt idx="17602">
                  <c:v>7</c:v>
                </c:pt>
                <c:pt idx="17603">
                  <c:v>37</c:v>
                </c:pt>
                <c:pt idx="17604">
                  <c:v>44</c:v>
                </c:pt>
                <c:pt idx="17605">
                  <c:v>16</c:v>
                </c:pt>
                <c:pt idx="17606">
                  <c:v>0</c:v>
                </c:pt>
                <c:pt idx="17607">
                  <c:v>0</c:v>
                </c:pt>
                <c:pt idx="17608">
                  <c:v>0</c:v>
                </c:pt>
                <c:pt idx="17609">
                  <c:v>8</c:v>
                </c:pt>
                <c:pt idx="17610">
                  <c:v>0</c:v>
                </c:pt>
                <c:pt idx="17611">
                  <c:v>5</c:v>
                </c:pt>
                <c:pt idx="17612">
                  <c:v>252</c:v>
                </c:pt>
                <c:pt idx="17613">
                  <c:v>0</c:v>
                </c:pt>
                <c:pt idx="17614">
                  <c:v>0</c:v>
                </c:pt>
                <c:pt idx="17615">
                  <c:v>0</c:v>
                </c:pt>
                <c:pt idx="17616">
                  <c:v>28</c:v>
                </c:pt>
                <c:pt idx="17617">
                  <c:v>2</c:v>
                </c:pt>
                <c:pt idx="17618">
                  <c:v>2</c:v>
                </c:pt>
                <c:pt idx="17619">
                  <c:v>39</c:v>
                </c:pt>
                <c:pt idx="17620">
                  <c:v>26</c:v>
                </c:pt>
                <c:pt idx="17621">
                  <c:v>4</c:v>
                </c:pt>
                <c:pt idx="17622">
                  <c:v>8</c:v>
                </c:pt>
                <c:pt idx="17623">
                  <c:v>2</c:v>
                </c:pt>
                <c:pt idx="17624">
                  <c:v>64</c:v>
                </c:pt>
                <c:pt idx="17625">
                  <c:v>14</c:v>
                </c:pt>
                <c:pt idx="17626">
                  <c:v>10</c:v>
                </c:pt>
                <c:pt idx="17627">
                  <c:v>18</c:v>
                </c:pt>
                <c:pt idx="17628">
                  <c:v>0</c:v>
                </c:pt>
                <c:pt idx="17629">
                  <c:v>100</c:v>
                </c:pt>
                <c:pt idx="17630">
                  <c:v>3</c:v>
                </c:pt>
                <c:pt idx="17631">
                  <c:v>30</c:v>
                </c:pt>
                <c:pt idx="17632">
                  <c:v>2</c:v>
                </c:pt>
                <c:pt idx="17633">
                  <c:v>180</c:v>
                </c:pt>
                <c:pt idx="17634">
                  <c:v>34</c:v>
                </c:pt>
                <c:pt idx="17635">
                  <c:v>2</c:v>
                </c:pt>
                <c:pt idx="17636">
                  <c:v>24</c:v>
                </c:pt>
                <c:pt idx="17637">
                  <c:v>0</c:v>
                </c:pt>
                <c:pt idx="17638">
                  <c:v>30</c:v>
                </c:pt>
                <c:pt idx="17639">
                  <c:v>210</c:v>
                </c:pt>
                <c:pt idx="17640">
                  <c:v>0</c:v>
                </c:pt>
                <c:pt idx="17641">
                  <c:v>90</c:v>
                </c:pt>
                <c:pt idx="17642">
                  <c:v>1</c:v>
                </c:pt>
                <c:pt idx="17643">
                  <c:v>24</c:v>
                </c:pt>
                <c:pt idx="17644">
                  <c:v>0</c:v>
                </c:pt>
                <c:pt idx="17645">
                  <c:v>0</c:v>
                </c:pt>
                <c:pt idx="17646">
                  <c:v>0</c:v>
                </c:pt>
                <c:pt idx="17647">
                  <c:v>11</c:v>
                </c:pt>
                <c:pt idx="17648">
                  <c:v>0</c:v>
                </c:pt>
                <c:pt idx="17649">
                  <c:v>40</c:v>
                </c:pt>
                <c:pt idx="17650">
                  <c:v>96</c:v>
                </c:pt>
                <c:pt idx="17651">
                  <c:v>0</c:v>
                </c:pt>
                <c:pt idx="17652">
                  <c:v>2190</c:v>
                </c:pt>
                <c:pt idx="17653">
                  <c:v>30</c:v>
                </c:pt>
                <c:pt idx="17654">
                  <c:v>1350</c:v>
                </c:pt>
                <c:pt idx="17655">
                  <c:v>1</c:v>
                </c:pt>
                <c:pt idx="17656">
                  <c:v>0</c:v>
                </c:pt>
                <c:pt idx="17657">
                  <c:v>20</c:v>
                </c:pt>
                <c:pt idx="17658">
                  <c:v>0</c:v>
                </c:pt>
                <c:pt idx="17659">
                  <c:v>2</c:v>
                </c:pt>
                <c:pt idx="17660">
                  <c:v>0</c:v>
                </c:pt>
                <c:pt idx="17661">
                  <c:v>51</c:v>
                </c:pt>
                <c:pt idx="17662">
                  <c:v>0</c:v>
                </c:pt>
                <c:pt idx="17663">
                  <c:v>30</c:v>
                </c:pt>
                <c:pt idx="17664">
                  <c:v>1</c:v>
                </c:pt>
                <c:pt idx="17665">
                  <c:v>2</c:v>
                </c:pt>
                <c:pt idx="17666">
                  <c:v>0</c:v>
                </c:pt>
                <c:pt idx="17667">
                  <c:v>0</c:v>
                </c:pt>
                <c:pt idx="17668">
                  <c:v>2</c:v>
                </c:pt>
                <c:pt idx="17669">
                  <c:v>28</c:v>
                </c:pt>
                <c:pt idx="17670">
                  <c:v>120</c:v>
                </c:pt>
                <c:pt idx="17671">
                  <c:v>1</c:v>
                </c:pt>
                <c:pt idx="17672">
                  <c:v>57</c:v>
                </c:pt>
                <c:pt idx="17673">
                  <c:v>15</c:v>
                </c:pt>
                <c:pt idx="17674">
                  <c:v>25</c:v>
                </c:pt>
                <c:pt idx="17675">
                  <c:v>4</c:v>
                </c:pt>
                <c:pt idx="17676">
                  <c:v>14</c:v>
                </c:pt>
                <c:pt idx="17677">
                  <c:v>50</c:v>
                </c:pt>
                <c:pt idx="17678">
                  <c:v>12</c:v>
                </c:pt>
                <c:pt idx="17679">
                  <c:v>5</c:v>
                </c:pt>
                <c:pt idx="17680">
                  <c:v>0</c:v>
                </c:pt>
                <c:pt idx="17681">
                  <c:v>12</c:v>
                </c:pt>
                <c:pt idx="17682">
                  <c:v>0</c:v>
                </c:pt>
                <c:pt idx="17683">
                  <c:v>5</c:v>
                </c:pt>
                <c:pt idx="17684">
                  <c:v>3</c:v>
                </c:pt>
                <c:pt idx="17685">
                  <c:v>5</c:v>
                </c:pt>
                <c:pt idx="17686">
                  <c:v>3</c:v>
                </c:pt>
                <c:pt idx="17687">
                  <c:v>0</c:v>
                </c:pt>
                <c:pt idx="17688">
                  <c:v>11</c:v>
                </c:pt>
                <c:pt idx="17689">
                  <c:v>0</c:v>
                </c:pt>
                <c:pt idx="17690">
                  <c:v>0</c:v>
                </c:pt>
                <c:pt idx="17691">
                  <c:v>6</c:v>
                </c:pt>
                <c:pt idx="17692">
                  <c:v>150</c:v>
                </c:pt>
                <c:pt idx="17693">
                  <c:v>6</c:v>
                </c:pt>
                <c:pt idx="17694">
                  <c:v>29</c:v>
                </c:pt>
                <c:pt idx="17695">
                  <c:v>34</c:v>
                </c:pt>
                <c:pt idx="17696">
                  <c:v>26</c:v>
                </c:pt>
                <c:pt idx="17697">
                  <c:v>60</c:v>
                </c:pt>
                <c:pt idx="17698">
                  <c:v>56</c:v>
                </c:pt>
                <c:pt idx="17699">
                  <c:v>0</c:v>
                </c:pt>
                <c:pt idx="17700">
                  <c:v>480</c:v>
                </c:pt>
                <c:pt idx="17701">
                  <c:v>4</c:v>
                </c:pt>
                <c:pt idx="17702">
                  <c:v>60</c:v>
                </c:pt>
                <c:pt idx="17703">
                  <c:v>150</c:v>
                </c:pt>
                <c:pt idx="17704">
                  <c:v>84</c:v>
                </c:pt>
                <c:pt idx="17705">
                  <c:v>90</c:v>
                </c:pt>
                <c:pt idx="17706">
                  <c:v>0</c:v>
                </c:pt>
                <c:pt idx="17707">
                  <c:v>0</c:v>
                </c:pt>
                <c:pt idx="17708">
                  <c:v>9</c:v>
                </c:pt>
                <c:pt idx="17709">
                  <c:v>50</c:v>
                </c:pt>
                <c:pt idx="17710">
                  <c:v>0</c:v>
                </c:pt>
                <c:pt idx="17711">
                  <c:v>28</c:v>
                </c:pt>
                <c:pt idx="17712">
                  <c:v>0</c:v>
                </c:pt>
                <c:pt idx="17713">
                  <c:v>0</c:v>
                </c:pt>
                <c:pt idx="17714">
                  <c:v>14</c:v>
                </c:pt>
                <c:pt idx="17715">
                  <c:v>0</c:v>
                </c:pt>
                <c:pt idx="17716">
                  <c:v>0</c:v>
                </c:pt>
                <c:pt idx="17717">
                  <c:v>3</c:v>
                </c:pt>
                <c:pt idx="17718">
                  <c:v>0</c:v>
                </c:pt>
                <c:pt idx="17719">
                  <c:v>0</c:v>
                </c:pt>
                <c:pt idx="17720">
                  <c:v>0</c:v>
                </c:pt>
                <c:pt idx="17721">
                  <c:v>0</c:v>
                </c:pt>
                <c:pt idx="17722">
                  <c:v>0</c:v>
                </c:pt>
                <c:pt idx="17723">
                  <c:v>98</c:v>
                </c:pt>
                <c:pt idx="17724">
                  <c:v>28</c:v>
                </c:pt>
                <c:pt idx="17725">
                  <c:v>4</c:v>
                </c:pt>
                <c:pt idx="17726">
                  <c:v>196</c:v>
                </c:pt>
                <c:pt idx="17727">
                  <c:v>8</c:v>
                </c:pt>
                <c:pt idx="17728">
                  <c:v>56</c:v>
                </c:pt>
                <c:pt idx="17729">
                  <c:v>154</c:v>
                </c:pt>
                <c:pt idx="17730">
                  <c:v>0</c:v>
                </c:pt>
                <c:pt idx="17731">
                  <c:v>0</c:v>
                </c:pt>
                <c:pt idx="17732">
                  <c:v>0</c:v>
                </c:pt>
                <c:pt idx="17733">
                  <c:v>7</c:v>
                </c:pt>
                <c:pt idx="17734">
                  <c:v>10</c:v>
                </c:pt>
                <c:pt idx="17735">
                  <c:v>18</c:v>
                </c:pt>
                <c:pt idx="17736">
                  <c:v>0</c:v>
                </c:pt>
                <c:pt idx="17737">
                  <c:v>7</c:v>
                </c:pt>
                <c:pt idx="17738">
                  <c:v>0</c:v>
                </c:pt>
                <c:pt idx="17739">
                  <c:v>60</c:v>
                </c:pt>
                <c:pt idx="17740">
                  <c:v>30</c:v>
                </c:pt>
                <c:pt idx="17741">
                  <c:v>30</c:v>
                </c:pt>
                <c:pt idx="17742">
                  <c:v>28</c:v>
                </c:pt>
                <c:pt idx="17743">
                  <c:v>0</c:v>
                </c:pt>
                <c:pt idx="17744">
                  <c:v>0</c:v>
                </c:pt>
                <c:pt idx="17745">
                  <c:v>12</c:v>
                </c:pt>
                <c:pt idx="17746">
                  <c:v>45</c:v>
                </c:pt>
                <c:pt idx="17747">
                  <c:v>9</c:v>
                </c:pt>
                <c:pt idx="17748">
                  <c:v>40</c:v>
                </c:pt>
                <c:pt idx="17749">
                  <c:v>10</c:v>
                </c:pt>
                <c:pt idx="17750">
                  <c:v>168</c:v>
                </c:pt>
                <c:pt idx="17751">
                  <c:v>9</c:v>
                </c:pt>
                <c:pt idx="17752">
                  <c:v>9</c:v>
                </c:pt>
                <c:pt idx="17753">
                  <c:v>11</c:v>
                </c:pt>
                <c:pt idx="17754">
                  <c:v>16</c:v>
                </c:pt>
                <c:pt idx="17755">
                  <c:v>6</c:v>
                </c:pt>
                <c:pt idx="17756">
                  <c:v>0</c:v>
                </c:pt>
                <c:pt idx="17757">
                  <c:v>21</c:v>
                </c:pt>
                <c:pt idx="17758">
                  <c:v>36</c:v>
                </c:pt>
                <c:pt idx="17759">
                  <c:v>23</c:v>
                </c:pt>
                <c:pt idx="17760">
                  <c:v>10</c:v>
                </c:pt>
                <c:pt idx="17761">
                  <c:v>9</c:v>
                </c:pt>
                <c:pt idx="17762">
                  <c:v>25</c:v>
                </c:pt>
                <c:pt idx="17763">
                  <c:v>129</c:v>
                </c:pt>
                <c:pt idx="17764">
                  <c:v>4</c:v>
                </c:pt>
                <c:pt idx="17765">
                  <c:v>12</c:v>
                </c:pt>
                <c:pt idx="17766">
                  <c:v>66</c:v>
                </c:pt>
                <c:pt idx="17767">
                  <c:v>2</c:v>
                </c:pt>
                <c:pt idx="17768">
                  <c:v>0</c:v>
                </c:pt>
                <c:pt idx="17769">
                  <c:v>6</c:v>
                </c:pt>
                <c:pt idx="17770">
                  <c:v>28</c:v>
                </c:pt>
                <c:pt idx="17771">
                  <c:v>23</c:v>
                </c:pt>
                <c:pt idx="17772">
                  <c:v>26</c:v>
                </c:pt>
                <c:pt idx="17773">
                  <c:v>28</c:v>
                </c:pt>
                <c:pt idx="17774">
                  <c:v>7</c:v>
                </c:pt>
                <c:pt idx="17775">
                  <c:v>34</c:v>
                </c:pt>
                <c:pt idx="17776">
                  <c:v>69</c:v>
                </c:pt>
                <c:pt idx="17777">
                  <c:v>18</c:v>
                </c:pt>
                <c:pt idx="17778">
                  <c:v>22</c:v>
                </c:pt>
                <c:pt idx="17779">
                  <c:v>0</c:v>
                </c:pt>
                <c:pt idx="17780">
                  <c:v>0</c:v>
                </c:pt>
                <c:pt idx="17781">
                  <c:v>2</c:v>
                </c:pt>
                <c:pt idx="17782">
                  <c:v>0</c:v>
                </c:pt>
                <c:pt idx="17783">
                  <c:v>0</c:v>
                </c:pt>
                <c:pt idx="17784">
                  <c:v>0</c:v>
                </c:pt>
                <c:pt idx="17785">
                  <c:v>0</c:v>
                </c:pt>
                <c:pt idx="17786">
                  <c:v>140</c:v>
                </c:pt>
                <c:pt idx="17787">
                  <c:v>2</c:v>
                </c:pt>
                <c:pt idx="17788">
                  <c:v>0</c:v>
                </c:pt>
                <c:pt idx="17789">
                  <c:v>2</c:v>
                </c:pt>
                <c:pt idx="17790">
                  <c:v>0</c:v>
                </c:pt>
                <c:pt idx="17791">
                  <c:v>0</c:v>
                </c:pt>
                <c:pt idx="17792">
                  <c:v>0</c:v>
                </c:pt>
                <c:pt idx="17793">
                  <c:v>2</c:v>
                </c:pt>
                <c:pt idx="17794">
                  <c:v>1</c:v>
                </c:pt>
                <c:pt idx="17795">
                  <c:v>45</c:v>
                </c:pt>
                <c:pt idx="17796">
                  <c:v>0</c:v>
                </c:pt>
                <c:pt idx="17797">
                  <c:v>39</c:v>
                </c:pt>
                <c:pt idx="17798">
                  <c:v>16</c:v>
                </c:pt>
                <c:pt idx="17799">
                  <c:v>51</c:v>
                </c:pt>
                <c:pt idx="17800">
                  <c:v>60</c:v>
                </c:pt>
                <c:pt idx="17801">
                  <c:v>120</c:v>
                </c:pt>
                <c:pt idx="17802">
                  <c:v>40</c:v>
                </c:pt>
                <c:pt idx="17803">
                  <c:v>1</c:v>
                </c:pt>
                <c:pt idx="17804">
                  <c:v>18</c:v>
                </c:pt>
                <c:pt idx="17805">
                  <c:v>0</c:v>
                </c:pt>
                <c:pt idx="17806">
                  <c:v>2</c:v>
                </c:pt>
                <c:pt idx="17807">
                  <c:v>50</c:v>
                </c:pt>
                <c:pt idx="17808">
                  <c:v>0</c:v>
                </c:pt>
                <c:pt idx="17809">
                  <c:v>0</c:v>
                </c:pt>
                <c:pt idx="17810">
                  <c:v>3</c:v>
                </c:pt>
                <c:pt idx="17811">
                  <c:v>11</c:v>
                </c:pt>
                <c:pt idx="17812">
                  <c:v>0</c:v>
                </c:pt>
                <c:pt idx="17813">
                  <c:v>6</c:v>
                </c:pt>
                <c:pt idx="17814">
                  <c:v>0</c:v>
                </c:pt>
                <c:pt idx="17815">
                  <c:v>105</c:v>
                </c:pt>
                <c:pt idx="17816">
                  <c:v>36</c:v>
                </c:pt>
                <c:pt idx="17817">
                  <c:v>32</c:v>
                </c:pt>
                <c:pt idx="17818">
                  <c:v>0</c:v>
                </c:pt>
                <c:pt idx="17819">
                  <c:v>28</c:v>
                </c:pt>
                <c:pt idx="17820">
                  <c:v>0</c:v>
                </c:pt>
                <c:pt idx="17821">
                  <c:v>1</c:v>
                </c:pt>
                <c:pt idx="17822">
                  <c:v>0</c:v>
                </c:pt>
                <c:pt idx="17823">
                  <c:v>30</c:v>
                </c:pt>
                <c:pt idx="17824">
                  <c:v>90</c:v>
                </c:pt>
                <c:pt idx="17825">
                  <c:v>4</c:v>
                </c:pt>
                <c:pt idx="17826">
                  <c:v>0</c:v>
                </c:pt>
                <c:pt idx="17827">
                  <c:v>34</c:v>
                </c:pt>
                <c:pt idx="17828">
                  <c:v>16</c:v>
                </c:pt>
                <c:pt idx="17829">
                  <c:v>27</c:v>
                </c:pt>
                <c:pt idx="17830">
                  <c:v>19</c:v>
                </c:pt>
                <c:pt idx="17831">
                  <c:v>0</c:v>
                </c:pt>
                <c:pt idx="17832">
                  <c:v>0</c:v>
                </c:pt>
                <c:pt idx="17833">
                  <c:v>4</c:v>
                </c:pt>
                <c:pt idx="17834">
                  <c:v>0</c:v>
                </c:pt>
                <c:pt idx="17835">
                  <c:v>30</c:v>
                </c:pt>
                <c:pt idx="17836">
                  <c:v>39</c:v>
                </c:pt>
                <c:pt idx="17837">
                  <c:v>16</c:v>
                </c:pt>
                <c:pt idx="17838">
                  <c:v>300</c:v>
                </c:pt>
                <c:pt idx="17839">
                  <c:v>3</c:v>
                </c:pt>
                <c:pt idx="17840">
                  <c:v>2</c:v>
                </c:pt>
                <c:pt idx="17841">
                  <c:v>1</c:v>
                </c:pt>
                <c:pt idx="17842">
                  <c:v>66</c:v>
                </c:pt>
                <c:pt idx="17843">
                  <c:v>33</c:v>
                </c:pt>
                <c:pt idx="17844">
                  <c:v>30</c:v>
                </c:pt>
                <c:pt idx="17845">
                  <c:v>0</c:v>
                </c:pt>
                <c:pt idx="17846">
                  <c:v>75</c:v>
                </c:pt>
                <c:pt idx="17847">
                  <c:v>196</c:v>
                </c:pt>
                <c:pt idx="17848">
                  <c:v>47</c:v>
                </c:pt>
                <c:pt idx="17849">
                  <c:v>100</c:v>
                </c:pt>
                <c:pt idx="17850">
                  <c:v>10</c:v>
                </c:pt>
                <c:pt idx="17851">
                  <c:v>29</c:v>
                </c:pt>
                <c:pt idx="17852">
                  <c:v>0</c:v>
                </c:pt>
                <c:pt idx="17853">
                  <c:v>7</c:v>
                </c:pt>
                <c:pt idx="17854">
                  <c:v>0</c:v>
                </c:pt>
                <c:pt idx="17855">
                  <c:v>0</c:v>
                </c:pt>
                <c:pt idx="17856">
                  <c:v>70</c:v>
                </c:pt>
                <c:pt idx="17857">
                  <c:v>56</c:v>
                </c:pt>
                <c:pt idx="17858">
                  <c:v>20</c:v>
                </c:pt>
                <c:pt idx="17859">
                  <c:v>0</c:v>
                </c:pt>
                <c:pt idx="17860">
                  <c:v>5</c:v>
                </c:pt>
                <c:pt idx="17861">
                  <c:v>36</c:v>
                </c:pt>
                <c:pt idx="17862">
                  <c:v>22</c:v>
                </c:pt>
                <c:pt idx="17863">
                  <c:v>0</c:v>
                </c:pt>
                <c:pt idx="17864">
                  <c:v>2</c:v>
                </c:pt>
                <c:pt idx="17865">
                  <c:v>5</c:v>
                </c:pt>
                <c:pt idx="17866">
                  <c:v>9</c:v>
                </c:pt>
                <c:pt idx="17867">
                  <c:v>1</c:v>
                </c:pt>
                <c:pt idx="17868">
                  <c:v>9</c:v>
                </c:pt>
                <c:pt idx="17869">
                  <c:v>12</c:v>
                </c:pt>
                <c:pt idx="17870">
                  <c:v>0</c:v>
                </c:pt>
                <c:pt idx="17871">
                  <c:v>0</c:v>
                </c:pt>
                <c:pt idx="17872">
                  <c:v>6</c:v>
                </c:pt>
                <c:pt idx="17873">
                  <c:v>112</c:v>
                </c:pt>
                <c:pt idx="17874">
                  <c:v>0</c:v>
                </c:pt>
                <c:pt idx="17875">
                  <c:v>84</c:v>
                </c:pt>
                <c:pt idx="17876">
                  <c:v>0</c:v>
                </c:pt>
                <c:pt idx="17877">
                  <c:v>44</c:v>
                </c:pt>
                <c:pt idx="17878">
                  <c:v>28</c:v>
                </c:pt>
                <c:pt idx="17879">
                  <c:v>112</c:v>
                </c:pt>
                <c:pt idx="17880">
                  <c:v>42</c:v>
                </c:pt>
                <c:pt idx="17881">
                  <c:v>12</c:v>
                </c:pt>
                <c:pt idx="17882">
                  <c:v>0</c:v>
                </c:pt>
                <c:pt idx="17883">
                  <c:v>30</c:v>
                </c:pt>
                <c:pt idx="17884">
                  <c:v>0</c:v>
                </c:pt>
                <c:pt idx="17885">
                  <c:v>22</c:v>
                </c:pt>
                <c:pt idx="17886">
                  <c:v>35</c:v>
                </c:pt>
                <c:pt idx="17887">
                  <c:v>90</c:v>
                </c:pt>
                <c:pt idx="17888">
                  <c:v>22</c:v>
                </c:pt>
                <c:pt idx="17889">
                  <c:v>15</c:v>
                </c:pt>
                <c:pt idx="17890">
                  <c:v>18</c:v>
                </c:pt>
                <c:pt idx="17891">
                  <c:v>240</c:v>
                </c:pt>
                <c:pt idx="17892">
                  <c:v>39</c:v>
                </c:pt>
                <c:pt idx="17893">
                  <c:v>15</c:v>
                </c:pt>
                <c:pt idx="17894">
                  <c:v>0</c:v>
                </c:pt>
                <c:pt idx="17895">
                  <c:v>196</c:v>
                </c:pt>
                <c:pt idx="17896">
                  <c:v>4</c:v>
                </c:pt>
                <c:pt idx="17897">
                  <c:v>29</c:v>
                </c:pt>
                <c:pt idx="17898">
                  <c:v>0</c:v>
                </c:pt>
                <c:pt idx="17899">
                  <c:v>70</c:v>
                </c:pt>
                <c:pt idx="17900">
                  <c:v>7</c:v>
                </c:pt>
                <c:pt idx="17901">
                  <c:v>55</c:v>
                </c:pt>
                <c:pt idx="17902">
                  <c:v>24</c:v>
                </c:pt>
                <c:pt idx="17903">
                  <c:v>1</c:v>
                </c:pt>
                <c:pt idx="17904">
                  <c:v>4</c:v>
                </c:pt>
                <c:pt idx="17905">
                  <c:v>28</c:v>
                </c:pt>
                <c:pt idx="17906">
                  <c:v>16</c:v>
                </c:pt>
                <c:pt idx="17907">
                  <c:v>0</c:v>
                </c:pt>
                <c:pt idx="17908">
                  <c:v>24</c:v>
                </c:pt>
                <c:pt idx="17909">
                  <c:v>0</c:v>
                </c:pt>
                <c:pt idx="17910">
                  <c:v>10</c:v>
                </c:pt>
                <c:pt idx="17911">
                  <c:v>0</c:v>
                </c:pt>
                <c:pt idx="17912">
                  <c:v>0</c:v>
                </c:pt>
                <c:pt idx="17913">
                  <c:v>39</c:v>
                </c:pt>
                <c:pt idx="17914">
                  <c:v>120</c:v>
                </c:pt>
                <c:pt idx="17915">
                  <c:v>17</c:v>
                </c:pt>
                <c:pt idx="17916">
                  <c:v>0</c:v>
                </c:pt>
                <c:pt idx="17917">
                  <c:v>36</c:v>
                </c:pt>
                <c:pt idx="17918">
                  <c:v>0</c:v>
                </c:pt>
                <c:pt idx="17919">
                  <c:v>12</c:v>
                </c:pt>
                <c:pt idx="17920">
                  <c:v>13</c:v>
                </c:pt>
                <c:pt idx="17921">
                  <c:v>0</c:v>
                </c:pt>
                <c:pt idx="17922">
                  <c:v>20</c:v>
                </c:pt>
                <c:pt idx="17923">
                  <c:v>0</c:v>
                </c:pt>
                <c:pt idx="17924">
                  <c:v>154</c:v>
                </c:pt>
                <c:pt idx="17925">
                  <c:v>0</c:v>
                </c:pt>
                <c:pt idx="17926">
                  <c:v>140</c:v>
                </c:pt>
                <c:pt idx="17927">
                  <c:v>0</c:v>
                </c:pt>
                <c:pt idx="17928">
                  <c:v>0</c:v>
                </c:pt>
                <c:pt idx="17929">
                  <c:v>0</c:v>
                </c:pt>
                <c:pt idx="17930">
                  <c:v>84</c:v>
                </c:pt>
                <c:pt idx="17931">
                  <c:v>0</c:v>
                </c:pt>
                <c:pt idx="17932">
                  <c:v>0</c:v>
                </c:pt>
                <c:pt idx="17933">
                  <c:v>336</c:v>
                </c:pt>
                <c:pt idx="17934">
                  <c:v>0</c:v>
                </c:pt>
                <c:pt idx="17935">
                  <c:v>0</c:v>
                </c:pt>
                <c:pt idx="17936">
                  <c:v>0</c:v>
                </c:pt>
                <c:pt idx="17937">
                  <c:v>0</c:v>
                </c:pt>
                <c:pt idx="17938">
                  <c:v>0</c:v>
                </c:pt>
                <c:pt idx="17939">
                  <c:v>0</c:v>
                </c:pt>
                <c:pt idx="17940">
                  <c:v>24</c:v>
                </c:pt>
                <c:pt idx="17941">
                  <c:v>0</c:v>
                </c:pt>
                <c:pt idx="17942">
                  <c:v>0</c:v>
                </c:pt>
                <c:pt idx="17943">
                  <c:v>30</c:v>
                </c:pt>
                <c:pt idx="17944">
                  <c:v>0</c:v>
                </c:pt>
                <c:pt idx="17945">
                  <c:v>12</c:v>
                </c:pt>
                <c:pt idx="17946">
                  <c:v>14</c:v>
                </c:pt>
                <c:pt idx="17947">
                  <c:v>38</c:v>
                </c:pt>
                <c:pt idx="17948">
                  <c:v>0</c:v>
                </c:pt>
                <c:pt idx="17949">
                  <c:v>0</c:v>
                </c:pt>
                <c:pt idx="17950">
                  <c:v>30</c:v>
                </c:pt>
                <c:pt idx="17951">
                  <c:v>7</c:v>
                </c:pt>
                <c:pt idx="17952">
                  <c:v>12</c:v>
                </c:pt>
                <c:pt idx="17953">
                  <c:v>0</c:v>
                </c:pt>
                <c:pt idx="17954">
                  <c:v>6</c:v>
                </c:pt>
                <c:pt idx="17955">
                  <c:v>4</c:v>
                </c:pt>
                <c:pt idx="17956">
                  <c:v>90</c:v>
                </c:pt>
                <c:pt idx="17957">
                  <c:v>0</c:v>
                </c:pt>
                <c:pt idx="17958">
                  <c:v>0</c:v>
                </c:pt>
                <c:pt idx="17959">
                  <c:v>0</c:v>
                </c:pt>
                <c:pt idx="17960">
                  <c:v>21</c:v>
                </c:pt>
                <c:pt idx="17961">
                  <c:v>0</c:v>
                </c:pt>
                <c:pt idx="17962">
                  <c:v>0</c:v>
                </c:pt>
                <c:pt idx="17963">
                  <c:v>150</c:v>
                </c:pt>
                <c:pt idx="17964">
                  <c:v>0</c:v>
                </c:pt>
                <c:pt idx="17965">
                  <c:v>0</c:v>
                </c:pt>
                <c:pt idx="17966">
                  <c:v>0</c:v>
                </c:pt>
                <c:pt idx="17967">
                  <c:v>2</c:v>
                </c:pt>
                <c:pt idx="17968">
                  <c:v>0</c:v>
                </c:pt>
                <c:pt idx="17969">
                  <c:v>16</c:v>
                </c:pt>
                <c:pt idx="17970">
                  <c:v>0</c:v>
                </c:pt>
                <c:pt idx="17971">
                  <c:v>150</c:v>
                </c:pt>
                <c:pt idx="17972">
                  <c:v>4</c:v>
                </c:pt>
                <c:pt idx="17973">
                  <c:v>0</c:v>
                </c:pt>
                <c:pt idx="17974">
                  <c:v>0</c:v>
                </c:pt>
                <c:pt idx="17975">
                  <c:v>244</c:v>
                </c:pt>
                <c:pt idx="17976">
                  <c:v>0</c:v>
                </c:pt>
                <c:pt idx="17977">
                  <c:v>0</c:v>
                </c:pt>
                <c:pt idx="17978">
                  <c:v>0</c:v>
                </c:pt>
                <c:pt idx="17979">
                  <c:v>0</c:v>
                </c:pt>
                <c:pt idx="17980">
                  <c:v>0</c:v>
                </c:pt>
                <c:pt idx="17981">
                  <c:v>0</c:v>
                </c:pt>
                <c:pt idx="17982">
                  <c:v>2</c:v>
                </c:pt>
                <c:pt idx="17983">
                  <c:v>2</c:v>
                </c:pt>
                <c:pt idx="17984">
                  <c:v>0</c:v>
                </c:pt>
                <c:pt idx="17985">
                  <c:v>2</c:v>
                </c:pt>
                <c:pt idx="17986">
                  <c:v>2</c:v>
                </c:pt>
                <c:pt idx="17987">
                  <c:v>2</c:v>
                </c:pt>
                <c:pt idx="17988">
                  <c:v>0</c:v>
                </c:pt>
                <c:pt idx="17989">
                  <c:v>52</c:v>
                </c:pt>
                <c:pt idx="17990">
                  <c:v>2</c:v>
                </c:pt>
                <c:pt idx="17991">
                  <c:v>0</c:v>
                </c:pt>
                <c:pt idx="17992">
                  <c:v>0</c:v>
                </c:pt>
                <c:pt idx="17993">
                  <c:v>10</c:v>
                </c:pt>
                <c:pt idx="17994">
                  <c:v>2</c:v>
                </c:pt>
                <c:pt idx="17995">
                  <c:v>6</c:v>
                </c:pt>
                <c:pt idx="17996">
                  <c:v>0</c:v>
                </c:pt>
                <c:pt idx="17997">
                  <c:v>0</c:v>
                </c:pt>
                <c:pt idx="17998">
                  <c:v>34</c:v>
                </c:pt>
                <c:pt idx="17999">
                  <c:v>18</c:v>
                </c:pt>
                <c:pt idx="18000">
                  <c:v>60</c:v>
                </c:pt>
                <c:pt idx="18001">
                  <c:v>26</c:v>
                </c:pt>
                <c:pt idx="18002">
                  <c:v>25</c:v>
                </c:pt>
                <c:pt idx="18003">
                  <c:v>21</c:v>
                </c:pt>
                <c:pt idx="18004">
                  <c:v>39</c:v>
                </c:pt>
                <c:pt idx="18005">
                  <c:v>30</c:v>
                </c:pt>
                <c:pt idx="18006">
                  <c:v>12</c:v>
                </c:pt>
                <c:pt idx="18007">
                  <c:v>16</c:v>
                </c:pt>
                <c:pt idx="18008">
                  <c:v>0</c:v>
                </c:pt>
                <c:pt idx="18009">
                  <c:v>3</c:v>
                </c:pt>
                <c:pt idx="18010">
                  <c:v>84</c:v>
                </c:pt>
                <c:pt idx="18011">
                  <c:v>0</c:v>
                </c:pt>
                <c:pt idx="18012">
                  <c:v>0</c:v>
                </c:pt>
                <c:pt idx="18013">
                  <c:v>2</c:v>
                </c:pt>
                <c:pt idx="18014">
                  <c:v>0</c:v>
                </c:pt>
                <c:pt idx="18015">
                  <c:v>0</c:v>
                </c:pt>
                <c:pt idx="18016">
                  <c:v>0</c:v>
                </c:pt>
                <c:pt idx="18017">
                  <c:v>0</c:v>
                </c:pt>
                <c:pt idx="18018">
                  <c:v>1</c:v>
                </c:pt>
                <c:pt idx="18019">
                  <c:v>0</c:v>
                </c:pt>
                <c:pt idx="18020">
                  <c:v>210</c:v>
                </c:pt>
                <c:pt idx="18021">
                  <c:v>1</c:v>
                </c:pt>
                <c:pt idx="18022">
                  <c:v>1</c:v>
                </c:pt>
                <c:pt idx="18023">
                  <c:v>0</c:v>
                </c:pt>
                <c:pt idx="18024">
                  <c:v>0</c:v>
                </c:pt>
                <c:pt idx="18025">
                  <c:v>64</c:v>
                </c:pt>
                <c:pt idx="18026">
                  <c:v>0</c:v>
                </c:pt>
                <c:pt idx="18027">
                  <c:v>0</c:v>
                </c:pt>
                <c:pt idx="18028">
                  <c:v>6</c:v>
                </c:pt>
                <c:pt idx="18029">
                  <c:v>31</c:v>
                </c:pt>
                <c:pt idx="18030">
                  <c:v>4</c:v>
                </c:pt>
                <c:pt idx="18031">
                  <c:v>18</c:v>
                </c:pt>
                <c:pt idx="18032">
                  <c:v>0</c:v>
                </c:pt>
                <c:pt idx="18033">
                  <c:v>2</c:v>
                </c:pt>
                <c:pt idx="18034">
                  <c:v>4</c:v>
                </c:pt>
                <c:pt idx="18035">
                  <c:v>0</c:v>
                </c:pt>
                <c:pt idx="18036">
                  <c:v>0</c:v>
                </c:pt>
                <c:pt idx="18037">
                  <c:v>4</c:v>
                </c:pt>
                <c:pt idx="18038">
                  <c:v>2</c:v>
                </c:pt>
                <c:pt idx="18039">
                  <c:v>5</c:v>
                </c:pt>
                <c:pt idx="18040">
                  <c:v>40</c:v>
                </c:pt>
                <c:pt idx="18041">
                  <c:v>1</c:v>
                </c:pt>
                <c:pt idx="18042">
                  <c:v>16</c:v>
                </c:pt>
                <c:pt idx="18043">
                  <c:v>5</c:v>
                </c:pt>
                <c:pt idx="18044">
                  <c:v>28</c:v>
                </c:pt>
                <c:pt idx="18045">
                  <c:v>0</c:v>
                </c:pt>
                <c:pt idx="18046">
                  <c:v>0</c:v>
                </c:pt>
                <c:pt idx="18047">
                  <c:v>0</c:v>
                </c:pt>
                <c:pt idx="18048">
                  <c:v>0</c:v>
                </c:pt>
                <c:pt idx="18049">
                  <c:v>1</c:v>
                </c:pt>
                <c:pt idx="18050">
                  <c:v>120</c:v>
                </c:pt>
                <c:pt idx="18051">
                  <c:v>0</c:v>
                </c:pt>
                <c:pt idx="18052">
                  <c:v>1</c:v>
                </c:pt>
                <c:pt idx="18053">
                  <c:v>2</c:v>
                </c:pt>
                <c:pt idx="18054">
                  <c:v>0</c:v>
                </c:pt>
                <c:pt idx="18055">
                  <c:v>30</c:v>
                </c:pt>
                <c:pt idx="18056">
                  <c:v>0</c:v>
                </c:pt>
                <c:pt idx="18057">
                  <c:v>0</c:v>
                </c:pt>
                <c:pt idx="18058">
                  <c:v>0</c:v>
                </c:pt>
                <c:pt idx="18059">
                  <c:v>18</c:v>
                </c:pt>
                <c:pt idx="18060">
                  <c:v>180</c:v>
                </c:pt>
                <c:pt idx="18061">
                  <c:v>10</c:v>
                </c:pt>
                <c:pt idx="18062">
                  <c:v>210</c:v>
                </c:pt>
                <c:pt idx="18063">
                  <c:v>40</c:v>
                </c:pt>
                <c:pt idx="18064">
                  <c:v>220</c:v>
                </c:pt>
                <c:pt idx="18065">
                  <c:v>8</c:v>
                </c:pt>
                <c:pt idx="18066">
                  <c:v>20</c:v>
                </c:pt>
                <c:pt idx="18067">
                  <c:v>0</c:v>
                </c:pt>
                <c:pt idx="18068">
                  <c:v>0</c:v>
                </c:pt>
                <c:pt idx="18069">
                  <c:v>0</c:v>
                </c:pt>
                <c:pt idx="18070">
                  <c:v>2</c:v>
                </c:pt>
                <c:pt idx="18071">
                  <c:v>0</c:v>
                </c:pt>
                <c:pt idx="18072">
                  <c:v>8</c:v>
                </c:pt>
                <c:pt idx="18073">
                  <c:v>0</c:v>
                </c:pt>
                <c:pt idx="18074">
                  <c:v>0</c:v>
                </c:pt>
                <c:pt idx="18075">
                  <c:v>1</c:v>
                </c:pt>
                <c:pt idx="18076">
                  <c:v>0</c:v>
                </c:pt>
                <c:pt idx="18077">
                  <c:v>30</c:v>
                </c:pt>
                <c:pt idx="18078">
                  <c:v>0</c:v>
                </c:pt>
                <c:pt idx="18079">
                  <c:v>0</c:v>
                </c:pt>
                <c:pt idx="18080">
                  <c:v>60</c:v>
                </c:pt>
                <c:pt idx="18081">
                  <c:v>28</c:v>
                </c:pt>
                <c:pt idx="18082">
                  <c:v>4</c:v>
                </c:pt>
                <c:pt idx="18083">
                  <c:v>2</c:v>
                </c:pt>
                <c:pt idx="18084">
                  <c:v>12</c:v>
                </c:pt>
                <c:pt idx="18085">
                  <c:v>0</c:v>
                </c:pt>
                <c:pt idx="18086">
                  <c:v>21</c:v>
                </c:pt>
                <c:pt idx="18087">
                  <c:v>60</c:v>
                </c:pt>
                <c:pt idx="18088">
                  <c:v>21</c:v>
                </c:pt>
                <c:pt idx="18089">
                  <c:v>15</c:v>
                </c:pt>
                <c:pt idx="18090">
                  <c:v>0</c:v>
                </c:pt>
                <c:pt idx="18091">
                  <c:v>28</c:v>
                </c:pt>
                <c:pt idx="18092">
                  <c:v>0</c:v>
                </c:pt>
                <c:pt idx="18093">
                  <c:v>1</c:v>
                </c:pt>
                <c:pt idx="18094">
                  <c:v>4</c:v>
                </c:pt>
                <c:pt idx="18095">
                  <c:v>0</c:v>
                </c:pt>
                <c:pt idx="18096">
                  <c:v>14</c:v>
                </c:pt>
                <c:pt idx="18097">
                  <c:v>42</c:v>
                </c:pt>
                <c:pt idx="18098">
                  <c:v>70</c:v>
                </c:pt>
                <c:pt idx="18099">
                  <c:v>40</c:v>
                </c:pt>
                <c:pt idx="18100">
                  <c:v>87</c:v>
                </c:pt>
                <c:pt idx="18101">
                  <c:v>22</c:v>
                </c:pt>
                <c:pt idx="18102">
                  <c:v>56</c:v>
                </c:pt>
                <c:pt idx="18103">
                  <c:v>5</c:v>
                </c:pt>
                <c:pt idx="18104">
                  <c:v>9</c:v>
                </c:pt>
                <c:pt idx="18105">
                  <c:v>1</c:v>
                </c:pt>
                <c:pt idx="18106">
                  <c:v>90</c:v>
                </c:pt>
                <c:pt idx="18107">
                  <c:v>6</c:v>
                </c:pt>
                <c:pt idx="18108">
                  <c:v>0</c:v>
                </c:pt>
                <c:pt idx="18109">
                  <c:v>16</c:v>
                </c:pt>
                <c:pt idx="18110">
                  <c:v>28</c:v>
                </c:pt>
                <c:pt idx="18111">
                  <c:v>35</c:v>
                </c:pt>
                <c:pt idx="18112">
                  <c:v>2</c:v>
                </c:pt>
                <c:pt idx="18113">
                  <c:v>75</c:v>
                </c:pt>
                <c:pt idx="18114">
                  <c:v>0</c:v>
                </c:pt>
                <c:pt idx="18115">
                  <c:v>56</c:v>
                </c:pt>
                <c:pt idx="18116">
                  <c:v>19</c:v>
                </c:pt>
                <c:pt idx="18117">
                  <c:v>51</c:v>
                </c:pt>
                <c:pt idx="18118">
                  <c:v>25</c:v>
                </c:pt>
                <c:pt idx="18119">
                  <c:v>1</c:v>
                </c:pt>
                <c:pt idx="18120">
                  <c:v>0</c:v>
                </c:pt>
                <c:pt idx="18121">
                  <c:v>60</c:v>
                </c:pt>
                <c:pt idx="18122">
                  <c:v>72</c:v>
                </c:pt>
                <c:pt idx="18123">
                  <c:v>0</c:v>
                </c:pt>
                <c:pt idx="18124">
                  <c:v>30</c:v>
                </c:pt>
                <c:pt idx="18125">
                  <c:v>2</c:v>
                </c:pt>
                <c:pt idx="18126">
                  <c:v>150</c:v>
                </c:pt>
                <c:pt idx="18127">
                  <c:v>4</c:v>
                </c:pt>
                <c:pt idx="18128">
                  <c:v>90</c:v>
                </c:pt>
                <c:pt idx="18129">
                  <c:v>7</c:v>
                </c:pt>
                <c:pt idx="18130">
                  <c:v>11</c:v>
                </c:pt>
                <c:pt idx="18131">
                  <c:v>13</c:v>
                </c:pt>
                <c:pt idx="18132">
                  <c:v>4</c:v>
                </c:pt>
                <c:pt idx="18133">
                  <c:v>10</c:v>
                </c:pt>
                <c:pt idx="18134">
                  <c:v>0</c:v>
                </c:pt>
                <c:pt idx="18135">
                  <c:v>26</c:v>
                </c:pt>
                <c:pt idx="18136">
                  <c:v>0</c:v>
                </c:pt>
                <c:pt idx="18137">
                  <c:v>20</c:v>
                </c:pt>
                <c:pt idx="18138">
                  <c:v>20</c:v>
                </c:pt>
                <c:pt idx="18139">
                  <c:v>87</c:v>
                </c:pt>
                <c:pt idx="18140">
                  <c:v>0</c:v>
                </c:pt>
                <c:pt idx="18141">
                  <c:v>0</c:v>
                </c:pt>
                <c:pt idx="18142">
                  <c:v>0</c:v>
                </c:pt>
                <c:pt idx="18143">
                  <c:v>0</c:v>
                </c:pt>
                <c:pt idx="18144">
                  <c:v>40</c:v>
                </c:pt>
                <c:pt idx="18145">
                  <c:v>0</c:v>
                </c:pt>
                <c:pt idx="18146">
                  <c:v>0</c:v>
                </c:pt>
                <c:pt idx="18147">
                  <c:v>13</c:v>
                </c:pt>
                <c:pt idx="18148">
                  <c:v>8</c:v>
                </c:pt>
                <c:pt idx="18149">
                  <c:v>150</c:v>
                </c:pt>
                <c:pt idx="18150">
                  <c:v>4</c:v>
                </c:pt>
                <c:pt idx="18151">
                  <c:v>240</c:v>
                </c:pt>
                <c:pt idx="18152">
                  <c:v>34</c:v>
                </c:pt>
                <c:pt idx="18153">
                  <c:v>30</c:v>
                </c:pt>
                <c:pt idx="18154">
                  <c:v>2</c:v>
                </c:pt>
                <c:pt idx="18155">
                  <c:v>18</c:v>
                </c:pt>
                <c:pt idx="18156">
                  <c:v>8</c:v>
                </c:pt>
                <c:pt idx="18157">
                  <c:v>4</c:v>
                </c:pt>
                <c:pt idx="18158">
                  <c:v>0</c:v>
                </c:pt>
                <c:pt idx="18159">
                  <c:v>5</c:v>
                </c:pt>
                <c:pt idx="18160">
                  <c:v>140</c:v>
                </c:pt>
                <c:pt idx="18161">
                  <c:v>10</c:v>
                </c:pt>
                <c:pt idx="18162">
                  <c:v>0</c:v>
                </c:pt>
                <c:pt idx="18163">
                  <c:v>31</c:v>
                </c:pt>
                <c:pt idx="18164">
                  <c:v>10</c:v>
                </c:pt>
                <c:pt idx="18165">
                  <c:v>0</c:v>
                </c:pt>
                <c:pt idx="18166">
                  <c:v>34</c:v>
                </c:pt>
                <c:pt idx="18167">
                  <c:v>5</c:v>
                </c:pt>
                <c:pt idx="18168">
                  <c:v>0</c:v>
                </c:pt>
                <c:pt idx="18169">
                  <c:v>30</c:v>
                </c:pt>
                <c:pt idx="18170">
                  <c:v>55</c:v>
                </c:pt>
                <c:pt idx="18171">
                  <c:v>0</c:v>
                </c:pt>
                <c:pt idx="18172">
                  <c:v>21</c:v>
                </c:pt>
                <c:pt idx="18173">
                  <c:v>0</c:v>
                </c:pt>
                <c:pt idx="18174">
                  <c:v>1</c:v>
                </c:pt>
                <c:pt idx="18175">
                  <c:v>44</c:v>
                </c:pt>
                <c:pt idx="18176">
                  <c:v>40</c:v>
                </c:pt>
                <c:pt idx="18177">
                  <c:v>17</c:v>
                </c:pt>
                <c:pt idx="18178">
                  <c:v>8</c:v>
                </c:pt>
                <c:pt idx="18179">
                  <c:v>15</c:v>
                </c:pt>
                <c:pt idx="18180">
                  <c:v>57</c:v>
                </c:pt>
                <c:pt idx="18181">
                  <c:v>32</c:v>
                </c:pt>
                <c:pt idx="18182">
                  <c:v>7</c:v>
                </c:pt>
                <c:pt idx="18183">
                  <c:v>0</c:v>
                </c:pt>
                <c:pt idx="18184">
                  <c:v>5</c:v>
                </c:pt>
                <c:pt idx="18185">
                  <c:v>0</c:v>
                </c:pt>
                <c:pt idx="18186">
                  <c:v>42</c:v>
                </c:pt>
                <c:pt idx="18187">
                  <c:v>0</c:v>
                </c:pt>
                <c:pt idx="18188">
                  <c:v>4</c:v>
                </c:pt>
                <c:pt idx="18189">
                  <c:v>105</c:v>
                </c:pt>
                <c:pt idx="18190">
                  <c:v>0</c:v>
                </c:pt>
                <c:pt idx="18191">
                  <c:v>36</c:v>
                </c:pt>
                <c:pt idx="18192">
                  <c:v>1</c:v>
                </c:pt>
                <c:pt idx="18193">
                  <c:v>252</c:v>
                </c:pt>
                <c:pt idx="18194">
                  <c:v>33</c:v>
                </c:pt>
                <c:pt idx="18195">
                  <c:v>4</c:v>
                </c:pt>
                <c:pt idx="18196">
                  <c:v>0</c:v>
                </c:pt>
                <c:pt idx="18197">
                  <c:v>84</c:v>
                </c:pt>
                <c:pt idx="18198">
                  <c:v>60</c:v>
                </c:pt>
                <c:pt idx="18199">
                  <c:v>78</c:v>
                </c:pt>
                <c:pt idx="18200">
                  <c:v>84</c:v>
                </c:pt>
                <c:pt idx="18201">
                  <c:v>28</c:v>
                </c:pt>
                <c:pt idx="18202">
                  <c:v>420</c:v>
                </c:pt>
                <c:pt idx="18203">
                  <c:v>2</c:v>
                </c:pt>
                <c:pt idx="18204">
                  <c:v>90</c:v>
                </c:pt>
                <c:pt idx="18205">
                  <c:v>3</c:v>
                </c:pt>
                <c:pt idx="18206">
                  <c:v>20</c:v>
                </c:pt>
                <c:pt idx="18207">
                  <c:v>20</c:v>
                </c:pt>
                <c:pt idx="18208">
                  <c:v>35</c:v>
                </c:pt>
                <c:pt idx="18209">
                  <c:v>35</c:v>
                </c:pt>
                <c:pt idx="18210">
                  <c:v>6</c:v>
                </c:pt>
                <c:pt idx="18211">
                  <c:v>12</c:v>
                </c:pt>
                <c:pt idx="18212">
                  <c:v>45</c:v>
                </c:pt>
                <c:pt idx="18213">
                  <c:v>0</c:v>
                </c:pt>
                <c:pt idx="18214">
                  <c:v>12</c:v>
                </c:pt>
                <c:pt idx="18215">
                  <c:v>60</c:v>
                </c:pt>
                <c:pt idx="18216">
                  <c:v>15</c:v>
                </c:pt>
                <c:pt idx="18217">
                  <c:v>147</c:v>
                </c:pt>
                <c:pt idx="18218">
                  <c:v>4</c:v>
                </c:pt>
                <c:pt idx="18219">
                  <c:v>10</c:v>
                </c:pt>
                <c:pt idx="18220">
                  <c:v>21</c:v>
                </c:pt>
                <c:pt idx="18221">
                  <c:v>570</c:v>
                </c:pt>
                <c:pt idx="18222">
                  <c:v>8</c:v>
                </c:pt>
                <c:pt idx="18223">
                  <c:v>20</c:v>
                </c:pt>
                <c:pt idx="18224">
                  <c:v>6</c:v>
                </c:pt>
                <c:pt idx="18225">
                  <c:v>12</c:v>
                </c:pt>
                <c:pt idx="18226">
                  <c:v>12</c:v>
                </c:pt>
                <c:pt idx="18227">
                  <c:v>42</c:v>
                </c:pt>
                <c:pt idx="18228">
                  <c:v>12</c:v>
                </c:pt>
                <c:pt idx="18229">
                  <c:v>6</c:v>
                </c:pt>
                <c:pt idx="18230">
                  <c:v>0</c:v>
                </c:pt>
                <c:pt idx="18231">
                  <c:v>11</c:v>
                </c:pt>
                <c:pt idx="18232">
                  <c:v>0</c:v>
                </c:pt>
                <c:pt idx="18233">
                  <c:v>13</c:v>
                </c:pt>
                <c:pt idx="18234">
                  <c:v>60</c:v>
                </c:pt>
                <c:pt idx="18235">
                  <c:v>45</c:v>
                </c:pt>
                <c:pt idx="18236">
                  <c:v>0</c:v>
                </c:pt>
                <c:pt idx="18237">
                  <c:v>2</c:v>
                </c:pt>
                <c:pt idx="18238">
                  <c:v>90</c:v>
                </c:pt>
                <c:pt idx="18239">
                  <c:v>900</c:v>
                </c:pt>
                <c:pt idx="18240">
                  <c:v>19</c:v>
                </c:pt>
                <c:pt idx="18241">
                  <c:v>60</c:v>
                </c:pt>
                <c:pt idx="18242">
                  <c:v>63</c:v>
                </c:pt>
                <c:pt idx="18243">
                  <c:v>28</c:v>
                </c:pt>
                <c:pt idx="18244">
                  <c:v>60</c:v>
                </c:pt>
                <c:pt idx="18245">
                  <c:v>630</c:v>
                </c:pt>
                <c:pt idx="18246">
                  <c:v>630</c:v>
                </c:pt>
                <c:pt idx="18247">
                  <c:v>112</c:v>
                </c:pt>
                <c:pt idx="18248">
                  <c:v>0</c:v>
                </c:pt>
                <c:pt idx="18249">
                  <c:v>0</c:v>
                </c:pt>
                <c:pt idx="18250">
                  <c:v>22</c:v>
                </c:pt>
                <c:pt idx="18251">
                  <c:v>26</c:v>
                </c:pt>
                <c:pt idx="18252">
                  <c:v>20</c:v>
                </c:pt>
                <c:pt idx="18253">
                  <c:v>20</c:v>
                </c:pt>
                <c:pt idx="18254">
                  <c:v>50</c:v>
                </c:pt>
                <c:pt idx="18255">
                  <c:v>25</c:v>
                </c:pt>
                <c:pt idx="18256">
                  <c:v>24</c:v>
                </c:pt>
                <c:pt idx="18257">
                  <c:v>21</c:v>
                </c:pt>
                <c:pt idx="18258">
                  <c:v>10</c:v>
                </c:pt>
                <c:pt idx="18259">
                  <c:v>57</c:v>
                </c:pt>
                <c:pt idx="18260">
                  <c:v>21</c:v>
                </c:pt>
                <c:pt idx="18261">
                  <c:v>48</c:v>
                </c:pt>
                <c:pt idx="18262">
                  <c:v>24</c:v>
                </c:pt>
                <c:pt idx="18263">
                  <c:v>60</c:v>
                </c:pt>
                <c:pt idx="18264">
                  <c:v>390</c:v>
                </c:pt>
                <c:pt idx="18265">
                  <c:v>2</c:v>
                </c:pt>
                <c:pt idx="18266">
                  <c:v>17</c:v>
                </c:pt>
                <c:pt idx="18267">
                  <c:v>4</c:v>
                </c:pt>
                <c:pt idx="18268">
                  <c:v>24</c:v>
                </c:pt>
                <c:pt idx="18269">
                  <c:v>10</c:v>
                </c:pt>
                <c:pt idx="18270">
                  <c:v>270</c:v>
                </c:pt>
                <c:pt idx="18271">
                  <c:v>180</c:v>
                </c:pt>
                <c:pt idx="18272">
                  <c:v>0</c:v>
                </c:pt>
                <c:pt idx="18273">
                  <c:v>10</c:v>
                </c:pt>
                <c:pt idx="18274">
                  <c:v>25</c:v>
                </c:pt>
                <c:pt idx="18275">
                  <c:v>28</c:v>
                </c:pt>
                <c:pt idx="18276">
                  <c:v>9</c:v>
                </c:pt>
                <c:pt idx="18277">
                  <c:v>0</c:v>
                </c:pt>
                <c:pt idx="18278">
                  <c:v>20</c:v>
                </c:pt>
                <c:pt idx="18279">
                  <c:v>13</c:v>
                </c:pt>
                <c:pt idx="18280">
                  <c:v>0</c:v>
                </c:pt>
                <c:pt idx="18281">
                  <c:v>0</c:v>
                </c:pt>
                <c:pt idx="18282">
                  <c:v>8</c:v>
                </c:pt>
                <c:pt idx="18283">
                  <c:v>30</c:v>
                </c:pt>
                <c:pt idx="18284">
                  <c:v>34</c:v>
                </c:pt>
                <c:pt idx="18285">
                  <c:v>0</c:v>
                </c:pt>
                <c:pt idx="18286">
                  <c:v>0</c:v>
                </c:pt>
                <c:pt idx="18287">
                  <c:v>42</c:v>
                </c:pt>
                <c:pt idx="18288">
                  <c:v>300</c:v>
                </c:pt>
                <c:pt idx="18289">
                  <c:v>3</c:v>
                </c:pt>
                <c:pt idx="18290">
                  <c:v>0</c:v>
                </c:pt>
                <c:pt idx="18291">
                  <c:v>8</c:v>
                </c:pt>
                <c:pt idx="18292">
                  <c:v>72</c:v>
                </c:pt>
                <c:pt idx="18293">
                  <c:v>1</c:v>
                </c:pt>
                <c:pt idx="18294">
                  <c:v>90</c:v>
                </c:pt>
                <c:pt idx="18295">
                  <c:v>11</c:v>
                </c:pt>
                <c:pt idx="18296">
                  <c:v>4</c:v>
                </c:pt>
                <c:pt idx="18297">
                  <c:v>0</c:v>
                </c:pt>
                <c:pt idx="18298">
                  <c:v>0</c:v>
                </c:pt>
                <c:pt idx="18299">
                  <c:v>31</c:v>
                </c:pt>
                <c:pt idx="18300">
                  <c:v>2</c:v>
                </c:pt>
                <c:pt idx="18301">
                  <c:v>20</c:v>
                </c:pt>
                <c:pt idx="18302">
                  <c:v>0</c:v>
                </c:pt>
                <c:pt idx="18303">
                  <c:v>87</c:v>
                </c:pt>
                <c:pt idx="18304">
                  <c:v>0</c:v>
                </c:pt>
                <c:pt idx="18305">
                  <c:v>60</c:v>
                </c:pt>
                <c:pt idx="18306">
                  <c:v>0</c:v>
                </c:pt>
                <c:pt idx="18307">
                  <c:v>10</c:v>
                </c:pt>
                <c:pt idx="18308">
                  <c:v>6</c:v>
                </c:pt>
                <c:pt idx="18309">
                  <c:v>5</c:v>
                </c:pt>
                <c:pt idx="18310">
                  <c:v>0</c:v>
                </c:pt>
                <c:pt idx="18311">
                  <c:v>5</c:v>
                </c:pt>
                <c:pt idx="18312">
                  <c:v>0</c:v>
                </c:pt>
                <c:pt idx="18313">
                  <c:v>0</c:v>
                </c:pt>
                <c:pt idx="18314">
                  <c:v>0</c:v>
                </c:pt>
                <c:pt idx="18315">
                  <c:v>0</c:v>
                </c:pt>
                <c:pt idx="18316">
                  <c:v>0</c:v>
                </c:pt>
                <c:pt idx="18317">
                  <c:v>0</c:v>
                </c:pt>
                <c:pt idx="18318">
                  <c:v>0</c:v>
                </c:pt>
                <c:pt idx="18319">
                  <c:v>0</c:v>
                </c:pt>
                <c:pt idx="18320">
                  <c:v>0</c:v>
                </c:pt>
                <c:pt idx="18321">
                  <c:v>0</c:v>
                </c:pt>
                <c:pt idx="18322">
                  <c:v>9</c:v>
                </c:pt>
                <c:pt idx="18323">
                  <c:v>0</c:v>
                </c:pt>
                <c:pt idx="18324">
                  <c:v>0</c:v>
                </c:pt>
                <c:pt idx="18325">
                  <c:v>0</c:v>
                </c:pt>
                <c:pt idx="18326">
                  <c:v>39</c:v>
                </c:pt>
                <c:pt idx="18327">
                  <c:v>0</c:v>
                </c:pt>
                <c:pt idx="18328">
                  <c:v>0</c:v>
                </c:pt>
                <c:pt idx="18329">
                  <c:v>0</c:v>
                </c:pt>
                <c:pt idx="18330">
                  <c:v>2</c:v>
                </c:pt>
                <c:pt idx="18331">
                  <c:v>9</c:v>
                </c:pt>
                <c:pt idx="18332">
                  <c:v>0</c:v>
                </c:pt>
                <c:pt idx="18333">
                  <c:v>1</c:v>
                </c:pt>
                <c:pt idx="18334">
                  <c:v>0</c:v>
                </c:pt>
                <c:pt idx="18335">
                  <c:v>5</c:v>
                </c:pt>
                <c:pt idx="18336">
                  <c:v>44</c:v>
                </c:pt>
                <c:pt idx="18337">
                  <c:v>0</c:v>
                </c:pt>
                <c:pt idx="18338">
                  <c:v>40</c:v>
                </c:pt>
                <c:pt idx="18339">
                  <c:v>3</c:v>
                </c:pt>
                <c:pt idx="18340">
                  <c:v>0</c:v>
                </c:pt>
                <c:pt idx="18341">
                  <c:v>2</c:v>
                </c:pt>
                <c:pt idx="18342">
                  <c:v>3</c:v>
                </c:pt>
                <c:pt idx="18343">
                  <c:v>3</c:v>
                </c:pt>
                <c:pt idx="18344">
                  <c:v>10</c:v>
                </c:pt>
                <c:pt idx="18345">
                  <c:v>0</c:v>
                </c:pt>
                <c:pt idx="18346">
                  <c:v>0</c:v>
                </c:pt>
                <c:pt idx="18347">
                  <c:v>4</c:v>
                </c:pt>
                <c:pt idx="18348">
                  <c:v>60</c:v>
                </c:pt>
                <c:pt idx="18349">
                  <c:v>6</c:v>
                </c:pt>
                <c:pt idx="18350">
                  <c:v>19</c:v>
                </c:pt>
                <c:pt idx="18351">
                  <c:v>45</c:v>
                </c:pt>
                <c:pt idx="18352">
                  <c:v>12</c:v>
                </c:pt>
                <c:pt idx="18353">
                  <c:v>5</c:v>
                </c:pt>
                <c:pt idx="18354">
                  <c:v>45</c:v>
                </c:pt>
                <c:pt idx="18355">
                  <c:v>7</c:v>
                </c:pt>
                <c:pt idx="18356">
                  <c:v>10</c:v>
                </c:pt>
                <c:pt idx="18357">
                  <c:v>12</c:v>
                </c:pt>
                <c:pt idx="18358">
                  <c:v>2</c:v>
                </c:pt>
                <c:pt idx="18359">
                  <c:v>30</c:v>
                </c:pt>
                <c:pt idx="18360">
                  <c:v>1095</c:v>
                </c:pt>
                <c:pt idx="18361">
                  <c:v>0</c:v>
                </c:pt>
                <c:pt idx="18362">
                  <c:v>40</c:v>
                </c:pt>
                <c:pt idx="18363">
                  <c:v>0</c:v>
                </c:pt>
                <c:pt idx="18364">
                  <c:v>100</c:v>
                </c:pt>
                <c:pt idx="18365">
                  <c:v>36</c:v>
                </c:pt>
                <c:pt idx="18366">
                  <c:v>35</c:v>
                </c:pt>
                <c:pt idx="18367">
                  <c:v>0</c:v>
                </c:pt>
                <c:pt idx="18368">
                  <c:v>0</c:v>
                </c:pt>
                <c:pt idx="18369">
                  <c:v>30</c:v>
                </c:pt>
                <c:pt idx="18370">
                  <c:v>0</c:v>
                </c:pt>
                <c:pt idx="18371">
                  <c:v>7</c:v>
                </c:pt>
                <c:pt idx="18372">
                  <c:v>12</c:v>
                </c:pt>
                <c:pt idx="18373">
                  <c:v>58</c:v>
                </c:pt>
                <c:pt idx="18374">
                  <c:v>1</c:v>
                </c:pt>
                <c:pt idx="18375">
                  <c:v>0</c:v>
                </c:pt>
                <c:pt idx="18376">
                  <c:v>44</c:v>
                </c:pt>
                <c:pt idx="18377">
                  <c:v>2</c:v>
                </c:pt>
                <c:pt idx="18378">
                  <c:v>0</c:v>
                </c:pt>
                <c:pt idx="18379">
                  <c:v>45</c:v>
                </c:pt>
                <c:pt idx="18380">
                  <c:v>4</c:v>
                </c:pt>
                <c:pt idx="18381">
                  <c:v>0</c:v>
                </c:pt>
                <c:pt idx="18382">
                  <c:v>0</c:v>
                </c:pt>
                <c:pt idx="18383">
                  <c:v>0</c:v>
                </c:pt>
                <c:pt idx="18384">
                  <c:v>25</c:v>
                </c:pt>
                <c:pt idx="18385">
                  <c:v>21</c:v>
                </c:pt>
                <c:pt idx="18386">
                  <c:v>66</c:v>
                </c:pt>
                <c:pt idx="18387">
                  <c:v>98</c:v>
                </c:pt>
                <c:pt idx="18388">
                  <c:v>30</c:v>
                </c:pt>
                <c:pt idx="18389">
                  <c:v>92</c:v>
                </c:pt>
                <c:pt idx="18390">
                  <c:v>0</c:v>
                </c:pt>
                <c:pt idx="18391">
                  <c:v>60</c:v>
                </c:pt>
                <c:pt idx="18392">
                  <c:v>5</c:v>
                </c:pt>
                <c:pt idx="18393">
                  <c:v>4</c:v>
                </c:pt>
                <c:pt idx="18394">
                  <c:v>0</c:v>
                </c:pt>
                <c:pt idx="18395">
                  <c:v>56</c:v>
                </c:pt>
                <c:pt idx="18396">
                  <c:v>0</c:v>
                </c:pt>
                <c:pt idx="18397">
                  <c:v>0</c:v>
                </c:pt>
                <c:pt idx="18398">
                  <c:v>15</c:v>
                </c:pt>
                <c:pt idx="18399">
                  <c:v>24</c:v>
                </c:pt>
                <c:pt idx="18400">
                  <c:v>0</c:v>
                </c:pt>
                <c:pt idx="18401">
                  <c:v>44</c:v>
                </c:pt>
                <c:pt idx="18402">
                  <c:v>56</c:v>
                </c:pt>
                <c:pt idx="18403">
                  <c:v>4</c:v>
                </c:pt>
                <c:pt idx="18404">
                  <c:v>12</c:v>
                </c:pt>
                <c:pt idx="18405">
                  <c:v>0</c:v>
                </c:pt>
                <c:pt idx="18406">
                  <c:v>90</c:v>
                </c:pt>
                <c:pt idx="18407">
                  <c:v>0</c:v>
                </c:pt>
                <c:pt idx="18408">
                  <c:v>16</c:v>
                </c:pt>
                <c:pt idx="18409">
                  <c:v>1</c:v>
                </c:pt>
                <c:pt idx="18410">
                  <c:v>0</c:v>
                </c:pt>
                <c:pt idx="18411">
                  <c:v>27</c:v>
                </c:pt>
                <c:pt idx="18412">
                  <c:v>22</c:v>
                </c:pt>
                <c:pt idx="18413">
                  <c:v>0</c:v>
                </c:pt>
                <c:pt idx="18414">
                  <c:v>3</c:v>
                </c:pt>
                <c:pt idx="18415">
                  <c:v>40</c:v>
                </c:pt>
                <c:pt idx="18416">
                  <c:v>6</c:v>
                </c:pt>
                <c:pt idx="18417">
                  <c:v>6</c:v>
                </c:pt>
                <c:pt idx="18418">
                  <c:v>14</c:v>
                </c:pt>
                <c:pt idx="18419">
                  <c:v>6</c:v>
                </c:pt>
                <c:pt idx="18420">
                  <c:v>0</c:v>
                </c:pt>
                <c:pt idx="18421">
                  <c:v>0</c:v>
                </c:pt>
                <c:pt idx="18422">
                  <c:v>0</c:v>
                </c:pt>
                <c:pt idx="18423">
                  <c:v>7</c:v>
                </c:pt>
                <c:pt idx="18424">
                  <c:v>3</c:v>
                </c:pt>
                <c:pt idx="18425">
                  <c:v>21</c:v>
                </c:pt>
                <c:pt idx="18426">
                  <c:v>120</c:v>
                </c:pt>
                <c:pt idx="18427">
                  <c:v>52</c:v>
                </c:pt>
                <c:pt idx="18428">
                  <c:v>0</c:v>
                </c:pt>
                <c:pt idx="18429">
                  <c:v>88</c:v>
                </c:pt>
                <c:pt idx="18430">
                  <c:v>0</c:v>
                </c:pt>
                <c:pt idx="18431">
                  <c:v>3</c:v>
                </c:pt>
                <c:pt idx="18432">
                  <c:v>13</c:v>
                </c:pt>
                <c:pt idx="18433">
                  <c:v>15</c:v>
                </c:pt>
                <c:pt idx="18434">
                  <c:v>1</c:v>
                </c:pt>
                <c:pt idx="18435">
                  <c:v>0</c:v>
                </c:pt>
                <c:pt idx="18436">
                  <c:v>60</c:v>
                </c:pt>
                <c:pt idx="18437">
                  <c:v>60</c:v>
                </c:pt>
                <c:pt idx="18438">
                  <c:v>12</c:v>
                </c:pt>
                <c:pt idx="18439">
                  <c:v>0</c:v>
                </c:pt>
                <c:pt idx="18440">
                  <c:v>0</c:v>
                </c:pt>
                <c:pt idx="18441">
                  <c:v>0</c:v>
                </c:pt>
                <c:pt idx="18442">
                  <c:v>0</c:v>
                </c:pt>
                <c:pt idx="18443">
                  <c:v>29</c:v>
                </c:pt>
                <c:pt idx="18444">
                  <c:v>16</c:v>
                </c:pt>
                <c:pt idx="18445">
                  <c:v>38</c:v>
                </c:pt>
                <c:pt idx="18446">
                  <c:v>30</c:v>
                </c:pt>
                <c:pt idx="18447">
                  <c:v>40</c:v>
                </c:pt>
                <c:pt idx="18448">
                  <c:v>0</c:v>
                </c:pt>
                <c:pt idx="18449">
                  <c:v>11</c:v>
                </c:pt>
                <c:pt idx="18450">
                  <c:v>54</c:v>
                </c:pt>
                <c:pt idx="18451">
                  <c:v>5</c:v>
                </c:pt>
                <c:pt idx="18452">
                  <c:v>20</c:v>
                </c:pt>
                <c:pt idx="18453">
                  <c:v>60</c:v>
                </c:pt>
                <c:pt idx="18454">
                  <c:v>10</c:v>
                </c:pt>
                <c:pt idx="18455">
                  <c:v>336</c:v>
                </c:pt>
                <c:pt idx="18456">
                  <c:v>10</c:v>
                </c:pt>
                <c:pt idx="18457">
                  <c:v>7</c:v>
                </c:pt>
                <c:pt idx="18458">
                  <c:v>0</c:v>
                </c:pt>
                <c:pt idx="18459">
                  <c:v>1</c:v>
                </c:pt>
                <c:pt idx="18460">
                  <c:v>0</c:v>
                </c:pt>
                <c:pt idx="18461">
                  <c:v>0</c:v>
                </c:pt>
                <c:pt idx="18462">
                  <c:v>0</c:v>
                </c:pt>
                <c:pt idx="18463">
                  <c:v>0</c:v>
                </c:pt>
                <c:pt idx="18464">
                  <c:v>0</c:v>
                </c:pt>
                <c:pt idx="18465">
                  <c:v>2</c:v>
                </c:pt>
                <c:pt idx="18466">
                  <c:v>3</c:v>
                </c:pt>
                <c:pt idx="18467">
                  <c:v>2</c:v>
                </c:pt>
                <c:pt idx="18468">
                  <c:v>48</c:v>
                </c:pt>
                <c:pt idx="18469">
                  <c:v>0</c:v>
                </c:pt>
                <c:pt idx="18470">
                  <c:v>17</c:v>
                </c:pt>
                <c:pt idx="18471">
                  <c:v>5</c:v>
                </c:pt>
                <c:pt idx="18472">
                  <c:v>45</c:v>
                </c:pt>
                <c:pt idx="18473">
                  <c:v>0</c:v>
                </c:pt>
                <c:pt idx="18474">
                  <c:v>0</c:v>
                </c:pt>
                <c:pt idx="18475">
                  <c:v>44</c:v>
                </c:pt>
                <c:pt idx="18476">
                  <c:v>1</c:v>
                </c:pt>
                <c:pt idx="18477">
                  <c:v>20</c:v>
                </c:pt>
                <c:pt idx="18478">
                  <c:v>0</c:v>
                </c:pt>
                <c:pt idx="18479">
                  <c:v>45</c:v>
                </c:pt>
                <c:pt idx="18480">
                  <c:v>45</c:v>
                </c:pt>
                <c:pt idx="18481">
                  <c:v>0</c:v>
                </c:pt>
                <c:pt idx="18482">
                  <c:v>4</c:v>
                </c:pt>
                <c:pt idx="18483">
                  <c:v>0</c:v>
                </c:pt>
                <c:pt idx="18484">
                  <c:v>0</c:v>
                </c:pt>
                <c:pt idx="18485">
                  <c:v>0</c:v>
                </c:pt>
                <c:pt idx="18486">
                  <c:v>0</c:v>
                </c:pt>
                <c:pt idx="18487">
                  <c:v>0</c:v>
                </c:pt>
                <c:pt idx="18488">
                  <c:v>0</c:v>
                </c:pt>
                <c:pt idx="18489">
                  <c:v>0</c:v>
                </c:pt>
                <c:pt idx="18490">
                  <c:v>1</c:v>
                </c:pt>
                <c:pt idx="18491">
                  <c:v>0</c:v>
                </c:pt>
                <c:pt idx="18492">
                  <c:v>3</c:v>
                </c:pt>
                <c:pt idx="18493">
                  <c:v>0</c:v>
                </c:pt>
                <c:pt idx="18494">
                  <c:v>29</c:v>
                </c:pt>
                <c:pt idx="18495">
                  <c:v>2</c:v>
                </c:pt>
                <c:pt idx="18496">
                  <c:v>10</c:v>
                </c:pt>
                <c:pt idx="18497">
                  <c:v>1</c:v>
                </c:pt>
                <c:pt idx="18498">
                  <c:v>145</c:v>
                </c:pt>
                <c:pt idx="18499">
                  <c:v>12</c:v>
                </c:pt>
                <c:pt idx="18500">
                  <c:v>0</c:v>
                </c:pt>
                <c:pt idx="18501">
                  <c:v>40</c:v>
                </c:pt>
                <c:pt idx="18502">
                  <c:v>1</c:v>
                </c:pt>
                <c:pt idx="18503">
                  <c:v>10</c:v>
                </c:pt>
                <c:pt idx="18504">
                  <c:v>40</c:v>
                </c:pt>
                <c:pt idx="18505">
                  <c:v>0</c:v>
                </c:pt>
                <c:pt idx="18506">
                  <c:v>0</c:v>
                </c:pt>
                <c:pt idx="18507">
                  <c:v>87</c:v>
                </c:pt>
                <c:pt idx="18508">
                  <c:v>60</c:v>
                </c:pt>
                <c:pt idx="18509">
                  <c:v>11</c:v>
                </c:pt>
                <c:pt idx="18510">
                  <c:v>28</c:v>
                </c:pt>
                <c:pt idx="18511">
                  <c:v>0</c:v>
                </c:pt>
                <c:pt idx="18512">
                  <c:v>32</c:v>
                </c:pt>
                <c:pt idx="18513">
                  <c:v>0</c:v>
                </c:pt>
                <c:pt idx="18514">
                  <c:v>0</c:v>
                </c:pt>
                <c:pt idx="18515">
                  <c:v>2</c:v>
                </c:pt>
                <c:pt idx="18516">
                  <c:v>42</c:v>
                </c:pt>
                <c:pt idx="18517">
                  <c:v>0</c:v>
                </c:pt>
                <c:pt idx="18518">
                  <c:v>36</c:v>
                </c:pt>
                <c:pt idx="18519">
                  <c:v>10</c:v>
                </c:pt>
                <c:pt idx="18520">
                  <c:v>0</c:v>
                </c:pt>
                <c:pt idx="18521">
                  <c:v>1</c:v>
                </c:pt>
                <c:pt idx="18522">
                  <c:v>3</c:v>
                </c:pt>
                <c:pt idx="18523">
                  <c:v>5</c:v>
                </c:pt>
                <c:pt idx="18524">
                  <c:v>5</c:v>
                </c:pt>
                <c:pt idx="18525">
                  <c:v>10</c:v>
                </c:pt>
                <c:pt idx="18526">
                  <c:v>14</c:v>
                </c:pt>
                <c:pt idx="18527">
                  <c:v>33</c:v>
                </c:pt>
                <c:pt idx="18528">
                  <c:v>6</c:v>
                </c:pt>
                <c:pt idx="18529">
                  <c:v>168</c:v>
                </c:pt>
                <c:pt idx="18530">
                  <c:v>210</c:v>
                </c:pt>
                <c:pt idx="18531">
                  <c:v>42</c:v>
                </c:pt>
                <c:pt idx="18532">
                  <c:v>27</c:v>
                </c:pt>
                <c:pt idx="18533">
                  <c:v>32</c:v>
                </c:pt>
                <c:pt idx="18534">
                  <c:v>1</c:v>
                </c:pt>
                <c:pt idx="18535">
                  <c:v>0</c:v>
                </c:pt>
                <c:pt idx="18536">
                  <c:v>0</c:v>
                </c:pt>
                <c:pt idx="18537">
                  <c:v>0</c:v>
                </c:pt>
                <c:pt idx="18538">
                  <c:v>11</c:v>
                </c:pt>
                <c:pt idx="18539">
                  <c:v>0</c:v>
                </c:pt>
                <c:pt idx="18540">
                  <c:v>0</c:v>
                </c:pt>
                <c:pt idx="18541">
                  <c:v>0</c:v>
                </c:pt>
                <c:pt idx="18542">
                  <c:v>81</c:v>
                </c:pt>
                <c:pt idx="18543">
                  <c:v>45</c:v>
                </c:pt>
                <c:pt idx="18544">
                  <c:v>0</c:v>
                </c:pt>
                <c:pt idx="18545">
                  <c:v>0</c:v>
                </c:pt>
                <c:pt idx="18546">
                  <c:v>8</c:v>
                </c:pt>
                <c:pt idx="18547">
                  <c:v>0</c:v>
                </c:pt>
                <c:pt idx="18548">
                  <c:v>0</c:v>
                </c:pt>
                <c:pt idx="18549">
                  <c:v>42</c:v>
                </c:pt>
                <c:pt idx="18550">
                  <c:v>0</c:v>
                </c:pt>
                <c:pt idx="18551">
                  <c:v>0</c:v>
                </c:pt>
                <c:pt idx="18552">
                  <c:v>5</c:v>
                </c:pt>
                <c:pt idx="18553">
                  <c:v>10</c:v>
                </c:pt>
                <c:pt idx="18554">
                  <c:v>15</c:v>
                </c:pt>
                <c:pt idx="18555">
                  <c:v>0</c:v>
                </c:pt>
                <c:pt idx="18556">
                  <c:v>0</c:v>
                </c:pt>
                <c:pt idx="18557">
                  <c:v>36</c:v>
                </c:pt>
                <c:pt idx="18558">
                  <c:v>0</c:v>
                </c:pt>
                <c:pt idx="18559">
                  <c:v>0</c:v>
                </c:pt>
                <c:pt idx="18560">
                  <c:v>30</c:v>
                </c:pt>
                <c:pt idx="18561">
                  <c:v>4</c:v>
                </c:pt>
                <c:pt idx="18562">
                  <c:v>0</c:v>
                </c:pt>
                <c:pt idx="18563">
                  <c:v>0</c:v>
                </c:pt>
                <c:pt idx="18564">
                  <c:v>2</c:v>
                </c:pt>
                <c:pt idx="18565">
                  <c:v>5</c:v>
                </c:pt>
                <c:pt idx="18566">
                  <c:v>6</c:v>
                </c:pt>
                <c:pt idx="18567">
                  <c:v>27</c:v>
                </c:pt>
                <c:pt idx="18568">
                  <c:v>6</c:v>
                </c:pt>
                <c:pt idx="18569">
                  <c:v>0</c:v>
                </c:pt>
                <c:pt idx="18570">
                  <c:v>16</c:v>
                </c:pt>
                <c:pt idx="18571">
                  <c:v>103</c:v>
                </c:pt>
                <c:pt idx="18572">
                  <c:v>2</c:v>
                </c:pt>
                <c:pt idx="18573">
                  <c:v>0</c:v>
                </c:pt>
                <c:pt idx="18574">
                  <c:v>20</c:v>
                </c:pt>
                <c:pt idx="18575">
                  <c:v>0</c:v>
                </c:pt>
                <c:pt idx="18576">
                  <c:v>0</c:v>
                </c:pt>
                <c:pt idx="18577">
                  <c:v>2</c:v>
                </c:pt>
                <c:pt idx="18578">
                  <c:v>28</c:v>
                </c:pt>
                <c:pt idx="18579">
                  <c:v>0</c:v>
                </c:pt>
                <c:pt idx="18580">
                  <c:v>44</c:v>
                </c:pt>
                <c:pt idx="18581">
                  <c:v>17</c:v>
                </c:pt>
                <c:pt idx="18582">
                  <c:v>12</c:v>
                </c:pt>
                <c:pt idx="18583">
                  <c:v>0</c:v>
                </c:pt>
                <c:pt idx="18584">
                  <c:v>15</c:v>
                </c:pt>
                <c:pt idx="18585">
                  <c:v>0</c:v>
                </c:pt>
                <c:pt idx="18586">
                  <c:v>56</c:v>
                </c:pt>
                <c:pt idx="18587">
                  <c:v>35</c:v>
                </c:pt>
                <c:pt idx="18588">
                  <c:v>33</c:v>
                </c:pt>
                <c:pt idx="18589">
                  <c:v>41</c:v>
                </c:pt>
                <c:pt idx="18590">
                  <c:v>27</c:v>
                </c:pt>
                <c:pt idx="18591">
                  <c:v>31</c:v>
                </c:pt>
                <c:pt idx="18592">
                  <c:v>0</c:v>
                </c:pt>
                <c:pt idx="18593">
                  <c:v>27</c:v>
                </c:pt>
                <c:pt idx="18594">
                  <c:v>11</c:v>
                </c:pt>
                <c:pt idx="18595">
                  <c:v>17</c:v>
                </c:pt>
                <c:pt idx="18596">
                  <c:v>32</c:v>
                </c:pt>
                <c:pt idx="18597">
                  <c:v>22</c:v>
                </c:pt>
                <c:pt idx="18598">
                  <c:v>35</c:v>
                </c:pt>
                <c:pt idx="18599">
                  <c:v>26</c:v>
                </c:pt>
                <c:pt idx="18600">
                  <c:v>34</c:v>
                </c:pt>
                <c:pt idx="18601">
                  <c:v>51</c:v>
                </c:pt>
                <c:pt idx="18602">
                  <c:v>48</c:v>
                </c:pt>
                <c:pt idx="18603">
                  <c:v>37</c:v>
                </c:pt>
                <c:pt idx="18604">
                  <c:v>0</c:v>
                </c:pt>
                <c:pt idx="18605">
                  <c:v>2</c:v>
                </c:pt>
                <c:pt idx="18606">
                  <c:v>84</c:v>
                </c:pt>
                <c:pt idx="18607">
                  <c:v>0</c:v>
                </c:pt>
                <c:pt idx="18608">
                  <c:v>0</c:v>
                </c:pt>
                <c:pt idx="18609">
                  <c:v>30</c:v>
                </c:pt>
                <c:pt idx="18610">
                  <c:v>30</c:v>
                </c:pt>
                <c:pt idx="18611">
                  <c:v>35</c:v>
                </c:pt>
                <c:pt idx="18612">
                  <c:v>50</c:v>
                </c:pt>
                <c:pt idx="18613">
                  <c:v>0</c:v>
                </c:pt>
                <c:pt idx="18614">
                  <c:v>0</c:v>
                </c:pt>
                <c:pt idx="18615">
                  <c:v>0</c:v>
                </c:pt>
                <c:pt idx="18616">
                  <c:v>0</c:v>
                </c:pt>
                <c:pt idx="18617">
                  <c:v>1</c:v>
                </c:pt>
                <c:pt idx="18618">
                  <c:v>0</c:v>
                </c:pt>
                <c:pt idx="18619">
                  <c:v>14</c:v>
                </c:pt>
                <c:pt idx="18620">
                  <c:v>0</c:v>
                </c:pt>
                <c:pt idx="18621">
                  <c:v>17</c:v>
                </c:pt>
                <c:pt idx="18622">
                  <c:v>0</c:v>
                </c:pt>
                <c:pt idx="18623">
                  <c:v>60</c:v>
                </c:pt>
                <c:pt idx="18624">
                  <c:v>1</c:v>
                </c:pt>
                <c:pt idx="18625">
                  <c:v>0</c:v>
                </c:pt>
                <c:pt idx="18626">
                  <c:v>10</c:v>
                </c:pt>
                <c:pt idx="18627">
                  <c:v>0</c:v>
                </c:pt>
                <c:pt idx="18628">
                  <c:v>28</c:v>
                </c:pt>
                <c:pt idx="18629">
                  <c:v>0</c:v>
                </c:pt>
                <c:pt idx="18630">
                  <c:v>0</c:v>
                </c:pt>
                <c:pt idx="18631">
                  <c:v>70</c:v>
                </c:pt>
                <c:pt idx="18632">
                  <c:v>1</c:v>
                </c:pt>
                <c:pt idx="18633">
                  <c:v>48</c:v>
                </c:pt>
                <c:pt idx="18634">
                  <c:v>0</c:v>
                </c:pt>
                <c:pt idx="18635">
                  <c:v>0</c:v>
                </c:pt>
                <c:pt idx="18636">
                  <c:v>3</c:v>
                </c:pt>
                <c:pt idx="18637">
                  <c:v>9</c:v>
                </c:pt>
                <c:pt idx="18638">
                  <c:v>12</c:v>
                </c:pt>
                <c:pt idx="18639">
                  <c:v>21</c:v>
                </c:pt>
                <c:pt idx="18640">
                  <c:v>21</c:v>
                </c:pt>
                <c:pt idx="18641">
                  <c:v>27</c:v>
                </c:pt>
                <c:pt idx="18642">
                  <c:v>0</c:v>
                </c:pt>
                <c:pt idx="18643">
                  <c:v>11</c:v>
                </c:pt>
                <c:pt idx="18644">
                  <c:v>3</c:v>
                </c:pt>
                <c:pt idx="18645">
                  <c:v>4</c:v>
                </c:pt>
                <c:pt idx="18646">
                  <c:v>30</c:v>
                </c:pt>
                <c:pt idx="18647">
                  <c:v>0</c:v>
                </c:pt>
                <c:pt idx="18648">
                  <c:v>3</c:v>
                </c:pt>
                <c:pt idx="18649">
                  <c:v>2</c:v>
                </c:pt>
                <c:pt idx="18650">
                  <c:v>36</c:v>
                </c:pt>
                <c:pt idx="18651">
                  <c:v>60</c:v>
                </c:pt>
                <c:pt idx="18652">
                  <c:v>38</c:v>
                </c:pt>
                <c:pt idx="18653">
                  <c:v>4</c:v>
                </c:pt>
                <c:pt idx="18654">
                  <c:v>40</c:v>
                </c:pt>
                <c:pt idx="18655">
                  <c:v>30</c:v>
                </c:pt>
                <c:pt idx="18656">
                  <c:v>4</c:v>
                </c:pt>
                <c:pt idx="18657">
                  <c:v>0</c:v>
                </c:pt>
                <c:pt idx="18658">
                  <c:v>0</c:v>
                </c:pt>
                <c:pt idx="18659">
                  <c:v>20</c:v>
                </c:pt>
                <c:pt idx="18660">
                  <c:v>45</c:v>
                </c:pt>
                <c:pt idx="18661">
                  <c:v>0</c:v>
                </c:pt>
                <c:pt idx="18662">
                  <c:v>39</c:v>
                </c:pt>
                <c:pt idx="18663">
                  <c:v>12</c:v>
                </c:pt>
                <c:pt idx="18664">
                  <c:v>1</c:v>
                </c:pt>
                <c:pt idx="18665">
                  <c:v>2</c:v>
                </c:pt>
                <c:pt idx="18666">
                  <c:v>0</c:v>
                </c:pt>
                <c:pt idx="18667">
                  <c:v>0</c:v>
                </c:pt>
                <c:pt idx="18668">
                  <c:v>0</c:v>
                </c:pt>
                <c:pt idx="18669">
                  <c:v>0</c:v>
                </c:pt>
                <c:pt idx="18670">
                  <c:v>0</c:v>
                </c:pt>
                <c:pt idx="18671">
                  <c:v>9</c:v>
                </c:pt>
                <c:pt idx="18672">
                  <c:v>0</c:v>
                </c:pt>
                <c:pt idx="18673">
                  <c:v>0</c:v>
                </c:pt>
                <c:pt idx="18674">
                  <c:v>31</c:v>
                </c:pt>
                <c:pt idx="18675">
                  <c:v>36</c:v>
                </c:pt>
                <c:pt idx="18676">
                  <c:v>15</c:v>
                </c:pt>
                <c:pt idx="18677">
                  <c:v>0</c:v>
                </c:pt>
                <c:pt idx="18678">
                  <c:v>28</c:v>
                </c:pt>
                <c:pt idx="18679">
                  <c:v>22</c:v>
                </c:pt>
                <c:pt idx="18680">
                  <c:v>0</c:v>
                </c:pt>
                <c:pt idx="18681">
                  <c:v>39</c:v>
                </c:pt>
                <c:pt idx="18682">
                  <c:v>15</c:v>
                </c:pt>
                <c:pt idx="18683">
                  <c:v>27</c:v>
                </c:pt>
                <c:pt idx="18684">
                  <c:v>22</c:v>
                </c:pt>
                <c:pt idx="18685">
                  <c:v>10</c:v>
                </c:pt>
                <c:pt idx="18686">
                  <c:v>35</c:v>
                </c:pt>
                <c:pt idx="18687">
                  <c:v>26</c:v>
                </c:pt>
                <c:pt idx="18688">
                  <c:v>48</c:v>
                </c:pt>
                <c:pt idx="18689">
                  <c:v>0</c:v>
                </c:pt>
                <c:pt idx="18690">
                  <c:v>35</c:v>
                </c:pt>
                <c:pt idx="18691">
                  <c:v>41</c:v>
                </c:pt>
                <c:pt idx="18692">
                  <c:v>13</c:v>
                </c:pt>
                <c:pt idx="18693">
                  <c:v>32</c:v>
                </c:pt>
                <c:pt idx="18694">
                  <c:v>17</c:v>
                </c:pt>
                <c:pt idx="18695">
                  <c:v>33</c:v>
                </c:pt>
                <c:pt idx="18696">
                  <c:v>42</c:v>
                </c:pt>
                <c:pt idx="18697">
                  <c:v>0</c:v>
                </c:pt>
                <c:pt idx="18698">
                  <c:v>0</c:v>
                </c:pt>
                <c:pt idx="18699">
                  <c:v>25</c:v>
                </c:pt>
                <c:pt idx="18700">
                  <c:v>20</c:v>
                </c:pt>
                <c:pt idx="18701">
                  <c:v>28</c:v>
                </c:pt>
                <c:pt idx="18702">
                  <c:v>0</c:v>
                </c:pt>
                <c:pt idx="18703">
                  <c:v>23</c:v>
                </c:pt>
                <c:pt idx="18704">
                  <c:v>19</c:v>
                </c:pt>
                <c:pt idx="18705">
                  <c:v>33</c:v>
                </c:pt>
                <c:pt idx="18706">
                  <c:v>29</c:v>
                </c:pt>
                <c:pt idx="18707">
                  <c:v>14</c:v>
                </c:pt>
                <c:pt idx="18708">
                  <c:v>28</c:v>
                </c:pt>
                <c:pt idx="18709">
                  <c:v>15</c:v>
                </c:pt>
                <c:pt idx="18710">
                  <c:v>20</c:v>
                </c:pt>
                <c:pt idx="18711">
                  <c:v>15</c:v>
                </c:pt>
                <c:pt idx="18712">
                  <c:v>0</c:v>
                </c:pt>
                <c:pt idx="18713">
                  <c:v>2</c:v>
                </c:pt>
                <c:pt idx="18714">
                  <c:v>15</c:v>
                </c:pt>
                <c:pt idx="18715">
                  <c:v>0</c:v>
                </c:pt>
                <c:pt idx="18716">
                  <c:v>0</c:v>
                </c:pt>
                <c:pt idx="18717">
                  <c:v>3</c:v>
                </c:pt>
                <c:pt idx="18718">
                  <c:v>0</c:v>
                </c:pt>
                <c:pt idx="18719">
                  <c:v>0</c:v>
                </c:pt>
                <c:pt idx="18720">
                  <c:v>0</c:v>
                </c:pt>
                <c:pt idx="18721">
                  <c:v>0</c:v>
                </c:pt>
                <c:pt idx="18722">
                  <c:v>24</c:v>
                </c:pt>
                <c:pt idx="18723">
                  <c:v>0</c:v>
                </c:pt>
                <c:pt idx="18724">
                  <c:v>0</c:v>
                </c:pt>
                <c:pt idx="18725">
                  <c:v>0</c:v>
                </c:pt>
                <c:pt idx="18726">
                  <c:v>0</c:v>
                </c:pt>
                <c:pt idx="18727">
                  <c:v>4</c:v>
                </c:pt>
                <c:pt idx="18728">
                  <c:v>30</c:v>
                </c:pt>
                <c:pt idx="18729">
                  <c:v>0</c:v>
                </c:pt>
                <c:pt idx="18730">
                  <c:v>54</c:v>
                </c:pt>
                <c:pt idx="18731">
                  <c:v>1</c:v>
                </c:pt>
                <c:pt idx="18732">
                  <c:v>14</c:v>
                </c:pt>
                <c:pt idx="18733">
                  <c:v>35</c:v>
                </c:pt>
                <c:pt idx="18734">
                  <c:v>1</c:v>
                </c:pt>
                <c:pt idx="18735">
                  <c:v>2</c:v>
                </c:pt>
                <c:pt idx="18736">
                  <c:v>0</c:v>
                </c:pt>
                <c:pt idx="18737">
                  <c:v>15</c:v>
                </c:pt>
                <c:pt idx="18738">
                  <c:v>30</c:v>
                </c:pt>
                <c:pt idx="18739">
                  <c:v>2</c:v>
                </c:pt>
                <c:pt idx="18740">
                  <c:v>14</c:v>
                </c:pt>
                <c:pt idx="18741">
                  <c:v>0</c:v>
                </c:pt>
                <c:pt idx="18742">
                  <c:v>0</c:v>
                </c:pt>
                <c:pt idx="18743">
                  <c:v>84</c:v>
                </c:pt>
                <c:pt idx="18744">
                  <c:v>90</c:v>
                </c:pt>
                <c:pt idx="18745">
                  <c:v>21</c:v>
                </c:pt>
                <c:pt idx="18746">
                  <c:v>30</c:v>
                </c:pt>
                <c:pt idx="18747">
                  <c:v>140</c:v>
                </c:pt>
                <c:pt idx="18748">
                  <c:v>51</c:v>
                </c:pt>
                <c:pt idx="18749">
                  <c:v>30</c:v>
                </c:pt>
                <c:pt idx="18750">
                  <c:v>0</c:v>
                </c:pt>
                <c:pt idx="18751">
                  <c:v>1</c:v>
                </c:pt>
                <c:pt idx="18752">
                  <c:v>0</c:v>
                </c:pt>
                <c:pt idx="18753">
                  <c:v>0</c:v>
                </c:pt>
                <c:pt idx="18754">
                  <c:v>0</c:v>
                </c:pt>
                <c:pt idx="18755">
                  <c:v>0</c:v>
                </c:pt>
                <c:pt idx="18756">
                  <c:v>0</c:v>
                </c:pt>
                <c:pt idx="18757">
                  <c:v>0</c:v>
                </c:pt>
                <c:pt idx="18758">
                  <c:v>0</c:v>
                </c:pt>
                <c:pt idx="18759">
                  <c:v>4</c:v>
                </c:pt>
                <c:pt idx="18760">
                  <c:v>0</c:v>
                </c:pt>
                <c:pt idx="18761">
                  <c:v>10</c:v>
                </c:pt>
                <c:pt idx="18762">
                  <c:v>240</c:v>
                </c:pt>
                <c:pt idx="18763">
                  <c:v>17</c:v>
                </c:pt>
                <c:pt idx="18764">
                  <c:v>60</c:v>
                </c:pt>
                <c:pt idx="18765">
                  <c:v>9</c:v>
                </c:pt>
                <c:pt idx="18766">
                  <c:v>36</c:v>
                </c:pt>
                <c:pt idx="18767">
                  <c:v>90</c:v>
                </c:pt>
                <c:pt idx="18768">
                  <c:v>38</c:v>
                </c:pt>
                <c:pt idx="18769">
                  <c:v>0</c:v>
                </c:pt>
                <c:pt idx="18770">
                  <c:v>0</c:v>
                </c:pt>
                <c:pt idx="18771">
                  <c:v>48</c:v>
                </c:pt>
                <c:pt idx="18772">
                  <c:v>0</c:v>
                </c:pt>
                <c:pt idx="18773">
                  <c:v>3</c:v>
                </c:pt>
                <c:pt idx="18774">
                  <c:v>7</c:v>
                </c:pt>
                <c:pt idx="18775">
                  <c:v>0</c:v>
                </c:pt>
                <c:pt idx="18776">
                  <c:v>0</c:v>
                </c:pt>
                <c:pt idx="18777">
                  <c:v>1</c:v>
                </c:pt>
                <c:pt idx="18778">
                  <c:v>0</c:v>
                </c:pt>
                <c:pt idx="18779">
                  <c:v>0</c:v>
                </c:pt>
                <c:pt idx="18780">
                  <c:v>32</c:v>
                </c:pt>
                <c:pt idx="18781">
                  <c:v>60</c:v>
                </c:pt>
                <c:pt idx="18782">
                  <c:v>16</c:v>
                </c:pt>
                <c:pt idx="18783">
                  <c:v>1</c:v>
                </c:pt>
                <c:pt idx="18784">
                  <c:v>4</c:v>
                </c:pt>
                <c:pt idx="18785">
                  <c:v>5</c:v>
                </c:pt>
                <c:pt idx="18786">
                  <c:v>12</c:v>
                </c:pt>
                <c:pt idx="18787">
                  <c:v>6</c:v>
                </c:pt>
                <c:pt idx="18788">
                  <c:v>0</c:v>
                </c:pt>
                <c:pt idx="18789">
                  <c:v>0</c:v>
                </c:pt>
                <c:pt idx="18790">
                  <c:v>0</c:v>
                </c:pt>
                <c:pt idx="18791">
                  <c:v>3</c:v>
                </c:pt>
                <c:pt idx="18792">
                  <c:v>3</c:v>
                </c:pt>
                <c:pt idx="18793">
                  <c:v>0</c:v>
                </c:pt>
                <c:pt idx="18794">
                  <c:v>9</c:v>
                </c:pt>
                <c:pt idx="18795">
                  <c:v>5</c:v>
                </c:pt>
                <c:pt idx="18796">
                  <c:v>0</c:v>
                </c:pt>
                <c:pt idx="18797">
                  <c:v>1</c:v>
                </c:pt>
                <c:pt idx="18798">
                  <c:v>10</c:v>
                </c:pt>
                <c:pt idx="18799">
                  <c:v>6</c:v>
                </c:pt>
                <c:pt idx="18800">
                  <c:v>330</c:v>
                </c:pt>
                <c:pt idx="18801">
                  <c:v>2</c:v>
                </c:pt>
                <c:pt idx="18802">
                  <c:v>3</c:v>
                </c:pt>
                <c:pt idx="18803">
                  <c:v>2</c:v>
                </c:pt>
                <c:pt idx="18804">
                  <c:v>3</c:v>
                </c:pt>
                <c:pt idx="18805">
                  <c:v>0</c:v>
                </c:pt>
                <c:pt idx="18806">
                  <c:v>0</c:v>
                </c:pt>
                <c:pt idx="18807">
                  <c:v>5</c:v>
                </c:pt>
                <c:pt idx="18808">
                  <c:v>2</c:v>
                </c:pt>
                <c:pt idx="18809">
                  <c:v>112</c:v>
                </c:pt>
                <c:pt idx="18810">
                  <c:v>336</c:v>
                </c:pt>
                <c:pt idx="18811">
                  <c:v>0</c:v>
                </c:pt>
                <c:pt idx="18812">
                  <c:v>0</c:v>
                </c:pt>
                <c:pt idx="18813">
                  <c:v>1</c:v>
                </c:pt>
                <c:pt idx="18814">
                  <c:v>1</c:v>
                </c:pt>
                <c:pt idx="18815">
                  <c:v>0</c:v>
                </c:pt>
                <c:pt idx="18816">
                  <c:v>0</c:v>
                </c:pt>
                <c:pt idx="18817">
                  <c:v>168</c:v>
                </c:pt>
                <c:pt idx="18818">
                  <c:v>14</c:v>
                </c:pt>
                <c:pt idx="18819">
                  <c:v>1</c:v>
                </c:pt>
                <c:pt idx="18820">
                  <c:v>25</c:v>
                </c:pt>
                <c:pt idx="18821">
                  <c:v>112</c:v>
                </c:pt>
                <c:pt idx="18822">
                  <c:v>39</c:v>
                </c:pt>
                <c:pt idx="18823">
                  <c:v>4</c:v>
                </c:pt>
                <c:pt idx="18824">
                  <c:v>0</c:v>
                </c:pt>
                <c:pt idx="18825">
                  <c:v>10</c:v>
                </c:pt>
                <c:pt idx="18826">
                  <c:v>0</c:v>
                </c:pt>
                <c:pt idx="18827">
                  <c:v>15</c:v>
                </c:pt>
                <c:pt idx="18828">
                  <c:v>0</c:v>
                </c:pt>
                <c:pt idx="18829">
                  <c:v>5</c:v>
                </c:pt>
                <c:pt idx="18830">
                  <c:v>63</c:v>
                </c:pt>
                <c:pt idx="18831">
                  <c:v>0</c:v>
                </c:pt>
                <c:pt idx="18832">
                  <c:v>15</c:v>
                </c:pt>
                <c:pt idx="18833">
                  <c:v>112</c:v>
                </c:pt>
                <c:pt idx="18834">
                  <c:v>0</c:v>
                </c:pt>
                <c:pt idx="18835">
                  <c:v>0</c:v>
                </c:pt>
                <c:pt idx="18836">
                  <c:v>0</c:v>
                </c:pt>
                <c:pt idx="18837">
                  <c:v>8</c:v>
                </c:pt>
                <c:pt idx="18838">
                  <c:v>30</c:v>
                </c:pt>
                <c:pt idx="18839">
                  <c:v>32</c:v>
                </c:pt>
                <c:pt idx="18840">
                  <c:v>8</c:v>
                </c:pt>
                <c:pt idx="18841">
                  <c:v>24</c:v>
                </c:pt>
                <c:pt idx="18842">
                  <c:v>0</c:v>
                </c:pt>
                <c:pt idx="18843">
                  <c:v>25</c:v>
                </c:pt>
                <c:pt idx="18844">
                  <c:v>30</c:v>
                </c:pt>
                <c:pt idx="18845">
                  <c:v>84</c:v>
                </c:pt>
                <c:pt idx="18846">
                  <c:v>25</c:v>
                </c:pt>
                <c:pt idx="18847">
                  <c:v>0</c:v>
                </c:pt>
                <c:pt idx="18848">
                  <c:v>7</c:v>
                </c:pt>
                <c:pt idx="18849">
                  <c:v>1</c:v>
                </c:pt>
                <c:pt idx="18850">
                  <c:v>3</c:v>
                </c:pt>
                <c:pt idx="18851">
                  <c:v>3</c:v>
                </c:pt>
                <c:pt idx="18852">
                  <c:v>0</c:v>
                </c:pt>
                <c:pt idx="18853">
                  <c:v>37</c:v>
                </c:pt>
                <c:pt idx="18854">
                  <c:v>2</c:v>
                </c:pt>
                <c:pt idx="18855">
                  <c:v>2</c:v>
                </c:pt>
                <c:pt idx="18856">
                  <c:v>0</c:v>
                </c:pt>
                <c:pt idx="18857">
                  <c:v>0</c:v>
                </c:pt>
                <c:pt idx="18858">
                  <c:v>0</c:v>
                </c:pt>
                <c:pt idx="18859">
                  <c:v>0</c:v>
                </c:pt>
                <c:pt idx="18860">
                  <c:v>56</c:v>
                </c:pt>
                <c:pt idx="18861">
                  <c:v>15</c:v>
                </c:pt>
                <c:pt idx="18862">
                  <c:v>0</c:v>
                </c:pt>
                <c:pt idx="18863">
                  <c:v>0</c:v>
                </c:pt>
                <c:pt idx="18864">
                  <c:v>3</c:v>
                </c:pt>
                <c:pt idx="18865">
                  <c:v>16</c:v>
                </c:pt>
                <c:pt idx="18866">
                  <c:v>120</c:v>
                </c:pt>
                <c:pt idx="18867">
                  <c:v>10</c:v>
                </c:pt>
                <c:pt idx="18868">
                  <c:v>2</c:v>
                </c:pt>
                <c:pt idx="18869">
                  <c:v>1</c:v>
                </c:pt>
                <c:pt idx="18870">
                  <c:v>1</c:v>
                </c:pt>
                <c:pt idx="18871">
                  <c:v>2</c:v>
                </c:pt>
                <c:pt idx="18872">
                  <c:v>30</c:v>
                </c:pt>
                <c:pt idx="18873">
                  <c:v>0</c:v>
                </c:pt>
                <c:pt idx="18874">
                  <c:v>0</c:v>
                </c:pt>
                <c:pt idx="18875">
                  <c:v>3</c:v>
                </c:pt>
                <c:pt idx="18876">
                  <c:v>0</c:v>
                </c:pt>
                <c:pt idx="18877">
                  <c:v>0</c:v>
                </c:pt>
                <c:pt idx="18878">
                  <c:v>1</c:v>
                </c:pt>
                <c:pt idx="18879">
                  <c:v>1</c:v>
                </c:pt>
                <c:pt idx="18880">
                  <c:v>2</c:v>
                </c:pt>
                <c:pt idx="18881">
                  <c:v>0</c:v>
                </c:pt>
                <c:pt idx="18882">
                  <c:v>35</c:v>
                </c:pt>
                <c:pt idx="18883">
                  <c:v>28</c:v>
                </c:pt>
                <c:pt idx="18884">
                  <c:v>10</c:v>
                </c:pt>
                <c:pt idx="18885">
                  <c:v>98</c:v>
                </c:pt>
                <c:pt idx="18886">
                  <c:v>0</c:v>
                </c:pt>
                <c:pt idx="18887">
                  <c:v>0</c:v>
                </c:pt>
                <c:pt idx="18888">
                  <c:v>0</c:v>
                </c:pt>
                <c:pt idx="18889">
                  <c:v>4</c:v>
                </c:pt>
                <c:pt idx="18890">
                  <c:v>11</c:v>
                </c:pt>
                <c:pt idx="18891">
                  <c:v>0</c:v>
                </c:pt>
                <c:pt idx="18892">
                  <c:v>4</c:v>
                </c:pt>
                <c:pt idx="18893">
                  <c:v>22</c:v>
                </c:pt>
                <c:pt idx="18894">
                  <c:v>0</c:v>
                </c:pt>
                <c:pt idx="18895">
                  <c:v>102</c:v>
                </c:pt>
                <c:pt idx="18896">
                  <c:v>9</c:v>
                </c:pt>
                <c:pt idx="18897">
                  <c:v>60</c:v>
                </c:pt>
                <c:pt idx="18898">
                  <c:v>0</c:v>
                </c:pt>
                <c:pt idx="18899">
                  <c:v>7</c:v>
                </c:pt>
                <c:pt idx="18900">
                  <c:v>30</c:v>
                </c:pt>
                <c:pt idx="18901">
                  <c:v>14</c:v>
                </c:pt>
                <c:pt idx="18902">
                  <c:v>7</c:v>
                </c:pt>
                <c:pt idx="18903">
                  <c:v>0</c:v>
                </c:pt>
                <c:pt idx="18904">
                  <c:v>16</c:v>
                </c:pt>
                <c:pt idx="18905">
                  <c:v>7</c:v>
                </c:pt>
                <c:pt idx="18906">
                  <c:v>0</c:v>
                </c:pt>
                <c:pt idx="18907">
                  <c:v>9</c:v>
                </c:pt>
                <c:pt idx="18908">
                  <c:v>7</c:v>
                </c:pt>
                <c:pt idx="18909">
                  <c:v>7</c:v>
                </c:pt>
                <c:pt idx="18910">
                  <c:v>75</c:v>
                </c:pt>
                <c:pt idx="18911">
                  <c:v>365</c:v>
                </c:pt>
                <c:pt idx="18912">
                  <c:v>0</c:v>
                </c:pt>
                <c:pt idx="18913">
                  <c:v>18</c:v>
                </c:pt>
                <c:pt idx="18914">
                  <c:v>3</c:v>
                </c:pt>
                <c:pt idx="18915">
                  <c:v>0</c:v>
                </c:pt>
                <c:pt idx="18916">
                  <c:v>21</c:v>
                </c:pt>
                <c:pt idx="18917">
                  <c:v>0</c:v>
                </c:pt>
                <c:pt idx="18918">
                  <c:v>8</c:v>
                </c:pt>
                <c:pt idx="18919">
                  <c:v>23</c:v>
                </c:pt>
                <c:pt idx="18920">
                  <c:v>24</c:v>
                </c:pt>
                <c:pt idx="18921">
                  <c:v>4</c:v>
                </c:pt>
                <c:pt idx="18922">
                  <c:v>60</c:v>
                </c:pt>
                <c:pt idx="18923">
                  <c:v>36</c:v>
                </c:pt>
                <c:pt idx="18924">
                  <c:v>56</c:v>
                </c:pt>
                <c:pt idx="18925">
                  <c:v>0</c:v>
                </c:pt>
                <c:pt idx="18926">
                  <c:v>0</c:v>
                </c:pt>
                <c:pt idx="18927">
                  <c:v>23</c:v>
                </c:pt>
                <c:pt idx="18928">
                  <c:v>48</c:v>
                </c:pt>
                <c:pt idx="18929">
                  <c:v>2</c:v>
                </c:pt>
                <c:pt idx="18930">
                  <c:v>34</c:v>
                </c:pt>
                <c:pt idx="18931">
                  <c:v>30</c:v>
                </c:pt>
                <c:pt idx="18932">
                  <c:v>90</c:v>
                </c:pt>
                <c:pt idx="18933">
                  <c:v>7</c:v>
                </c:pt>
                <c:pt idx="18934">
                  <c:v>57</c:v>
                </c:pt>
                <c:pt idx="18935">
                  <c:v>9</c:v>
                </c:pt>
                <c:pt idx="18936">
                  <c:v>1</c:v>
                </c:pt>
                <c:pt idx="18937">
                  <c:v>0</c:v>
                </c:pt>
                <c:pt idx="18938">
                  <c:v>0</c:v>
                </c:pt>
                <c:pt idx="18939">
                  <c:v>0</c:v>
                </c:pt>
                <c:pt idx="18940">
                  <c:v>6</c:v>
                </c:pt>
                <c:pt idx="18941">
                  <c:v>90</c:v>
                </c:pt>
                <c:pt idx="18942">
                  <c:v>90</c:v>
                </c:pt>
                <c:pt idx="18943">
                  <c:v>29</c:v>
                </c:pt>
                <c:pt idx="18944">
                  <c:v>9</c:v>
                </c:pt>
                <c:pt idx="18945">
                  <c:v>0</c:v>
                </c:pt>
                <c:pt idx="18946">
                  <c:v>0</c:v>
                </c:pt>
                <c:pt idx="18947">
                  <c:v>11</c:v>
                </c:pt>
                <c:pt idx="18948">
                  <c:v>46</c:v>
                </c:pt>
                <c:pt idx="18949">
                  <c:v>45</c:v>
                </c:pt>
                <c:pt idx="18950">
                  <c:v>0</c:v>
                </c:pt>
                <c:pt idx="18951">
                  <c:v>0</c:v>
                </c:pt>
                <c:pt idx="18952">
                  <c:v>0</c:v>
                </c:pt>
                <c:pt idx="18953">
                  <c:v>10</c:v>
                </c:pt>
                <c:pt idx="18954">
                  <c:v>35</c:v>
                </c:pt>
                <c:pt idx="18955">
                  <c:v>0</c:v>
                </c:pt>
                <c:pt idx="18956">
                  <c:v>0</c:v>
                </c:pt>
                <c:pt idx="18957">
                  <c:v>18</c:v>
                </c:pt>
                <c:pt idx="18958">
                  <c:v>6</c:v>
                </c:pt>
                <c:pt idx="18959">
                  <c:v>0</c:v>
                </c:pt>
                <c:pt idx="18960">
                  <c:v>0</c:v>
                </c:pt>
                <c:pt idx="18961">
                  <c:v>7</c:v>
                </c:pt>
                <c:pt idx="18962">
                  <c:v>0</c:v>
                </c:pt>
                <c:pt idx="18963">
                  <c:v>3</c:v>
                </c:pt>
                <c:pt idx="18964">
                  <c:v>4</c:v>
                </c:pt>
                <c:pt idx="18965">
                  <c:v>6</c:v>
                </c:pt>
                <c:pt idx="18966">
                  <c:v>54</c:v>
                </c:pt>
                <c:pt idx="18967">
                  <c:v>2</c:v>
                </c:pt>
                <c:pt idx="18968">
                  <c:v>4</c:v>
                </c:pt>
                <c:pt idx="18969">
                  <c:v>2</c:v>
                </c:pt>
                <c:pt idx="18970">
                  <c:v>1</c:v>
                </c:pt>
                <c:pt idx="18971">
                  <c:v>3</c:v>
                </c:pt>
                <c:pt idx="18972">
                  <c:v>3</c:v>
                </c:pt>
                <c:pt idx="18973">
                  <c:v>2</c:v>
                </c:pt>
                <c:pt idx="18974">
                  <c:v>8</c:v>
                </c:pt>
                <c:pt idx="18975">
                  <c:v>168</c:v>
                </c:pt>
                <c:pt idx="18976">
                  <c:v>4</c:v>
                </c:pt>
                <c:pt idx="18977">
                  <c:v>0</c:v>
                </c:pt>
                <c:pt idx="18978">
                  <c:v>0</c:v>
                </c:pt>
                <c:pt idx="18979">
                  <c:v>9</c:v>
                </c:pt>
                <c:pt idx="18980">
                  <c:v>240</c:v>
                </c:pt>
                <c:pt idx="18981">
                  <c:v>1</c:v>
                </c:pt>
                <c:pt idx="18982">
                  <c:v>28</c:v>
                </c:pt>
                <c:pt idx="18983">
                  <c:v>87</c:v>
                </c:pt>
                <c:pt idx="18984">
                  <c:v>0</c:v>
                </c:pt>
                <c:pt idx="18985">
                  <c:v>1</c:v>
                </c:pt>
                <c:pt idx="18986">
                  <c:v>8</c:v>
                </c:pt>
                <c:pt idx="18987">
                  <c:v>1</c:v>
                </c:pt>
                <c:pt idx="18988">
                  <c:v>0</c:v>
                </c:pt>
                <c:pt idx="18989">
                  <c:v>0</c:v>
                </c:pt>
                <c:pt idx="18990">
                  <c:v>2</c:v>
                </c:pt>
                <c:pt idx="18991">
                  <c:v>0</c:v>
                </c:pt>
                <c:pt idx="18992">
                  <c:v>0</c:v>
                </c:pt>
                <c:pt idx="18993">
                  <c:v>40</c:v>
                </c:pt>
                <c:pt idx="18994">
                  <c:v>2</c:v>
                </c:pt>
                <c:pt idx="18995">
                  <c:v>0</c:v>
                </c:pt>
                <c:pt idx="18996">
                  <c:v>0</c:v>
                </c:pt>
                <c:pt idx="18997">
                  <c:v>0</c:v>
                </c:pt>
                <c:pt idx="18998">
                  <c:v>7</c:v>
                </c:pt>
                <c:pt idx="18999">
                  <c:v>0</c:v>
                </c:pt>
                <c:pt idx="19000">
                  <c:v>0</c:v>
                </c:pt>
                <c:pt idx="19001">
                  <c:v>0</c:v>
                </c:pt>
                <c:pt idx="19002">
                  <c:v>1</c:v>
                </c:pt>
                <c:pt idx="19003">
                  <c:v>0</c:v>
                </c:pt>
                <c:pt idx="19004">
                  <c:v>0</c:v>
                </c:pt>
                <c:pt idx="19005">
                  <c:v>6</c:v>
                </c:pt>
                <c:pt idx="19006">
                  <c:v>1</c:v>
                </c:pt>
                <c:pt idx="19007">
                  <c:v>30</c:v>
                </c:pt>
                <c:pt idx="19008">
                  <c:v>36</c:v>
                </c:pt>
                <c:pt idx="19009">
                  <c:v>60</c:v>
                </c:pt>
                <c:pt idx="19010">
                  <c:v>9</c:v>
                </c:pt>
                <c:pt idx="19011">
                  <c:v>0</c:v>
                </c:pt>
                <c:pt idx="19012">
                  <c:v>84</c:v>
                </c:pt>
                <c:pt idx="19013">
                  <c:v>0</c:v>
                </c:pt>
                <c:pt idx="19014">
                  <c:v>8</c:v>
                </c:pt>
                <c:pt idx="19015">
                  <c:v>12</c:v>
                </c:pt>
                <c:pt idx="19016">
                  <c:v>180</c:v>
                </c:pt>
                <c:pt idx="19017">
                  <c:v>26</c:v>
                </c:pt>
                <c:pt idx="19018">
                  <c:v>0</c:v>
                </c:pt>
                <c:pt idx="19019">
                  <c:v>16</c:v>
                </c:pt>
                <c:pt idx="19020">
                  <c:v>38</c:v>
                </c:pt>
                <c:pt idx="19021">
                  <c:v>0</c:v>
                </c:pt>
                <c:pt idx="19022">
                  <c:v>0</c:v>
                </c:pt>
                <c:pt idx="19023">
                  <c:v>1</c:v>
                </c:pt>
                <c:pt idx="19024">
                  <c:v>0</c:v>
                </c:pt>
                <c:pt idx="19025">
                  <c:v>2</c:v>
                </c:pt>
                <c:pt idx="19026">
                  <c:v>5</c:v>
                </c:pt>
                <c:pt idx="19027">
                  <c:v>29</c:v>
                </c:pt>
                <c:pt idx="19028">
                  <c:v>1</c:v>
                </c:pt>
                <c:pt idx="19029">
                  <c:v>3</c:v>
                </c:pt>
                <c:pt idx="19030">
                  <c:v>0</c:v>
                </c:pt>
                <c:pt idx="19031">
                  <c:v>55</c:v>
                </c:pt>
                <c:pt idx="19032">
                  <c:v>112</c:v>
                </c:pt>
                <c:pt idx="19033">
                  <c:v>60</c:v>
                </c:pt>
                <c:pt idx="19034">
                  <c:v>1</c:v>
                </c:pt>
                <c:pt idx="19035">
                  <c:v>35</c:v>
                </c:pt>
                <c:pt idx="19036">
                  <c:v>0</c:v>
                </c:pt>
                <c:pt idx="19037">
                  <c:v>8</c:v>
                </c:pt>
                <c:pt idx="19038">
                  <c:v>20</c:v>
                </c:pt>
                <c:pt idx="19039">
                  <c:v>1</c:v>
                </c:pt>
                <c:pt idx="19040">
                  <c:v>0</c:v>
                </c:pt>
                <c:pt idx="19041">
                  <c:v>0</c:v>
                </c:pt>
                <c:pt idx="19042">
                  <c:v>0</c:v>
                </c:pt>
                <c:pt idx="19043">
                  <c:v>0</c:v>
                </c:pt>
                <c:pt idx="19044">
                  <c:v>0</c:v>
                </c:pt>
                <c:pt idx="19045">
                  <c:v>30</c:v>
                </c:pt>
                <c:pt idx="19046">
                  <c:v>2</c:v>
                </c:pt>
                <c:pt idx="19047">
                  <c:v>0</c:v>
                </c:pt>
                <c:pt idx="19048">
                  <c:v>13</c:v>
                </c:pt>
                <c:pt idx="19049">
                  <c:v>4</c:v>
                </c:pt>
                <c:pt idx="19050">
                  <c:v>9</c:v>
                </c:pt>
                <c:pt idx="19051">
                  <c:v>3</c:v>
                </c:pt>
                <c:pt idx="19052">
                  <c:v>0</c:v>
                </c:pt>
                <c:pt idx="19053">
                  <c:v>21</c:v>
                </c:pt>
                <c:pt idx="19054">
                  <c:v>1</c:v>
                </c:pt>
                <c:pt idx="19055">
                  <c:v>34</c:v>
                </c:pt>
                <c:pt idx="19056">
                  <c:v>0</c:v>
                </c:pt>
                <c:pt idx="19057">
                  <c:v>1</c:v>
                </c:pt>
                <c:pt idx="19058">
                  <c:v>13</c:v>
                </c:pt>
                <c:pt idx="19059">
                  <c:v>60</c:v>
                </c:pt>
                <c:pt idx="19060">
                  <c:v>0</c:v>
                </c:pt>
                <c:pt idx="19061">
                  <c:v>0</c:v>
                </c:pt>
                <c:pt idx="19062">
                  <c:v>92</c:v>
                </c:pt>
                <c:pt idx="19063">
                  <c:v>3</c:v>
                </c:pt>
                <c:pt idx="19064">
                  <c:v>0</c:v>
                </c:pt>
                <c:pt idx="19065">
                  <c:v>1</c:v>
                </c:pt>
                <c:pt idx="19066">
                  <c:v>1</c:v>
                </c:pt>
                <c:pt idx="19067">
                  <c:v>1</c:v>
                </c:pt>
                <c:pt idx="19068">
                  <c:v>2</c:v>
                </c:pt>
                <c:pt idx="19069">
                  <c:v>1</c:v>
                </c:pt>
                <c:pt idx="19070">
                  <c:v>2</c:v>
                </c:pt>
                <c:pt idx="19071">
                  <c:v>2</c:v>
                </c:pt>
                <c:pt idx="19072">
                  <c:v>2</c:v>
                </c:pt>
                <c:pt idx="19073">
                  <c:v>0</c:v>
                </c:pt>
                <c:pt idx="19074">
                  <c:v>1</c:v>
                </c:pt>
                <c:pt idx="19075">
                  <c:v>0</c:v>
                </c:pt>
                <c:pt idx="19076">
                  <c:v>0</c:v>
                </c:pt>
                <c:pt idx="19077">
                  <c:v>2</c:v>
                </c:pt>
                <c:pt idx="19078">
                  <c:v>0</c:v>
                </c:pt>
                <c:pt idx="19079">
                  <c:v>8</c:v>
                </c:pt>
                <c:pt idx="19080">
                  <c:v>0</c:v>
                </c:pt>
                <c:pt idx="19081">
                  <c:v>0</c:v>
                </c:pt>
                <c:pt idx="19082">
                  <c:v>5</c:v>
                </c:pt>
                <c:pt idx="19083">
                  <c:v>0</c:v>
                </c:pt>
                <c:pt idx="19084">
                  <c:v>0</c:v>
                </c:pt>
                <c:pt idx="19085">
                  <c:v>6</c:v>
                </c:pt>
                <c:pt idx="19086">
                  <c:v>9</c:v>
                </c:pt>
                <c:pt idx="19087">
                  <c:v>84</c:v>
                </c:pt>
                <c:pt idx="19088">
                  <c:v>28</c:v>
                </c:pt>
                <c:pt idx="19089">
                  <c:v>0</c:v>
                </c:pt>
                <c:pt idx="19090">
                  <c:v>10</c:v>
                </c:pt>
                <c:pt idx="19091">
                  <c:v>0</c:v>
                </c:pt>
                <c:pt idx="19092">
                  <c:v>0</c:v>
                </c:pt>
                <c:pt idx="19093">
                  <c:v>0</c:v>
                </c:pt>
                <c:pt idx="19094">
                  <c:v>3</c:v>
                </c:pt>
                <c:pt idx="19095">
                  <c:v>90</c:v>
                </c:pt>
                <c:pt idx="19096">
                  <c:v>0</c:v>
                </c:pt>
                <c:pt idx="19097">
                  <c:v>0</c:v>
                </c:pt>
                <c:pt idx="19098">
                  <c:v>0</c:v>
                </c:pt>
                <c:pt idx="19099">
                  <c:v>0</c:v>
                </c:pt>
                <c:pt idx="19100">
                  <c:v>0</c:v>
                </c:pt>
                <c:pt idx="19101">
                  <c:v>0</c:v>
                </c:pt>
                <c:pt idx="19102">
                  <c:v>0</c:v>
                </c:pt>
                <c:pt idx="19103">
                  <c:v>0</c:v>
                </c:pt>
                <c:pt idx="19104">
                  <c:v>13</c:v>
                </c:pt>
                <c:pt idx="19105">
                  <c:v>5</c:v>
                </c:pt>
                <c:pt idx="19106">
                  <c:v>0</c:v>
                </c:pt>
                <c:pt idx="19107">
                  <c:v>0</c:v>
                </c:pt>
                <c:pt idx="19108">
                  <c:v>0</c:v>
                </c:pt>
                <c:pt idx="19109">
                  <c:v>0</c:v>
                </c:pt>
                <c:pt idx="19110">
                  <c:v>2</c:v>
                </c:pt>
                <c:pt idx="19111">
                  <c:v>3</c:v>
                </c:pt>
                <c:pt idx="19112">
                  <c:v>6</c:v>
                </c:pt>
                <c:pt idx="19113">
                  <c:v>0</c:v>
                </c:pt>
                <c:pt idx="19114">
                  <c:v>0</c:v>
                </c:pt>
                <c:pt idx="19115">
                  <c:v>0</c:v>
                </c:pt>
                <c:pt idx="19116">
                  <c:v>1</c:v>
                </c:pt>
                <c:pt idx="19117">
                  <c:v>0</c:v>
                </c:pt>
                <c:pt idx="19118">
                  <c:v>0</c:v>
                </c:pt>
                <c:pt idx="19119">
                  <c:v>24</c:v>
                </c:pt>
                <c:pt idx="19120">
                  <c:v>0</c:v>
                </c:pt>
                <c:pt idx="19121">
                  <c:v>0</c:v>
                </c:pt>
                <c:pt idx="19122">
                  <c:v>0</c:v>
                </c:pt>
                <c:pt idx="19123">
                  <c:v>0</c:v>
                </c:pt>
                <c:pt idx="19124">
                  <c:v>0</c:v>
                </c:pt>
                <c:pt idx="19125">
                  <c:v>30</c:v>
                </c:pt>
                <c:pt idx="19126">
                  <c:v>7</c:v>
                </c:pt>
                <c:pt idx="19127">
                  <c:v>0</c:v>
                </c:pt>
                <c:pt idx="19128">
                  <c:v>2</c:v>
                </c:pt>
                <c:pt idx="19129">
                  <c:v>21</c:v>
                </c:pt>
                <c:pt idx="19130">
                  <c:v>2</c:v>
                </c:pt>
                <c:pt idx="19131">
                  <c:v>5</c:v>
                </c:pt>
                <c:pt idx="19132">
                  <c:v>13</c:v>
                </c:pt>
                <c:pt idx="19133">
                  <c:v>0</c:v>
                </c:pt>
                <c:pt idx="19134">
                  <c:v>1</c:v>
                </c:pt>
                <c:pt idx="19135">
                  <c:v>0</c:v>
                </c:pt>
                <c:pt idx="19136">
                  <c:v>4</c:v>
                </c:pt>
                <c:pt idx="19137">
                  <c:v>2</c:v>
                </c:pt>
                <c:pt idx="19138">
                  <c:v>2</c:v>
                </c:pt>
                <c:pt idx="19139">
                  <c:v>0</c:v>
                </c:pt>
                <c:pt idx="19140">
                  <c:v>8</c:v>
                </c:pt>
                <c:pt idx="19141">
                  <c:v>0</c:v>
                </c:pt>
                <c:pt idx="19142">
                  <c:v>10</c:v>
                </c:pt>
                <c:pt idx="19143">
                  <c:v>0</c:v>
                </c:pt>
                <c:pt idx="19144">
                  <c:v>1</c:v>
                </c:pt>
                <c:pt idx="19145">
                  <c:v>0</c:v>
                </c:pt>
                <c:pt idx="19146">
                  <c:v>0</c:v>
                </c:pt>
                <c:pt idx="19147">
                  <c:v>5</c:v>
                </c:pt>
                <c:pt idx="19148">
                  <c:v>17</c:v>
                </c:pt>
                <c:pt idx="19149">
                  <c:v>20</c:v>
                </c:pt>
                <c:pt idx="19150">
                  <c:v>21</c:v>
                </c:pt>
                <c:pt idx="19151">
                  <c:v>9</c:v>
                </c:pt>
                <c:pt idx="19152">
                  <c:v>18</c:v>
                </c:pt>
                <c:pt idx="19153">
                  <c:v>3</c:v>
                </c:pt>
                <c:pt idx="19154">
                  <c:v>6</c:v>
                </c:pt>
                <c:pt idx="19155">
                  <c:v>6</c:v>
                </c:pt>
                <c:pt idx="19156">
                  <c:v>0</c:v>
                </c:pt>
                <c:pt idx="19157">
                  <c:v>10</c:v>
                </c:pt>
                <c:pt idx="19158">
                  <c:v>0</c:v>
                </c:pt>
                <c:pt idx="19159">
                  <c:v>30</c:v>
                </c:pt>
                <c:pt idx="19160">
                  <c:v>15</c:v>
                </c:pt>
                <c:pt idx="19161">
                  <c:v>15</c:v>
                </c:pt>
                <c:pt idx="19162">
                  <c:v>0</c:v>
                </c:pt>
                <c:pt idx="19163">
                  <c:v>0</c:v>
                </c:pt>
                <c:pt idx="19164">
                  <c:v>0</c:v>
                </c:pt>
                <c:pt idx="19165">
                  <c:v>0</c:v>
                </c:pt>
                <c:pt idx="19166">
                  <c:v>34</c:v>
                </c:pt>
                <c:pt idx="19167">
                  <c:v>0</c:v>
                </c:pt>
                <c:pt idx="19168">
                  <c:v>0</c:v>
                </c:pt>
                <c:pt idx="19169">
                  <c:v>72</c:v>
                </c:pt>
                <c:pt idx="19170">
                  <c:v>14</c:v>
                </c:pt>
                <c:pt idx="19171">
                  <c:v>0</c:v>
                </c:pt>
                <c:pt idx="19172">
                  <c:v>0</c:v>
                </c:pt>
                <c:pt idx="19173">
                  <c:v>0</c:v>
                </c:pt>
                <c:pt idx="19174">
                  <c:v>196</c:v>
                </c:pt>
                <c:pt idx="19175">
                  <c:v>0</c:v>
                </c:pt>
                <c:pt idx="19176">
                  <c:v>1</c:v>
                </c:pt>
                <c:pt idx="19177">
                  <c:v>60</c:v>
                </c:pt>
                <c:pt idx="19178">
                  <c:v>0</c:v>
                </c:pt>
                <c:pt idx="19179">
                  <c:v>0</c:v>
                </c:pt>
                <c:pt idx="19180">
                  <c:v>6</c:v>
                </c:pt>
                <c:pt idx="19181">
                  <c:v>3</c:v>
                </c:pt>
                <c:pt idx="19182">
                  <c:v>20</c:v>
                </c:pt>
                <c:pt idx="19183">
                  <c:v>5</c:v>
                </c:pt>
                <c:pt idx="19184">
                  <c:v>1</c:v>
                </c:pt>
                <c:pt idx="19185">
                  <c:v>0</c:v>
                </c:pt>
                <c:pt idx="19186">
                  <c:v>0</c:v>
                </c:pt>
                <c:pt idx="19187">
                  <c:v>1</c:v>
                </c:pt>
                <c:pt idx="19188">
                  <c:v>0</c:v>
                </c:pt>
                <c:pt idx="19189">
                  <c:v>28</c:v>
                </c:pt>
                <c:pt idx="19190">
                  <c:v>4</c:v>
                </c:pt>
                <c:pt idx="19191">
                  <c:v>3</c:v>
                </c:pt>
                <c:pt idx="19192">
                  <c:v>14</c:v>
                </c:pt>
                <c:pt idx="19193">
                  <c:v>7</c:v>
                </c:pt>
                <c:pt idx="19194">
                  <c:v>27</c:v>
                </c:pt>
                <c:pt idx="19195">
                  <c:v>32</c:v>
                </c:pt>
                <c:pt idx="19196">
                  <c:v>4</c:v>
                </c:pt>
                <c:pt idx="19197">
                  <c:v>6</c:v>
                </c:pt>
                <c:pt idx="19198">
                  <c:v>2</c:v>
                </c:pt>
                <c:pt idx="19199">
                  <c:v>36</c:v>
                </c:pt>
                <c:pt idx="19200">
                  <c:v>14</c:v>
                </c:pt>
                <c:pt idx="19201">
                  <c:v>34</c:v>
                </c:pt>
                <c:pt idx="19202">
                  <c:v>1</c:v>
                </c:pt>
                <c:pt idx="19203">
                  <c:v>30</c:v>
                </c:pt>
                <c:pt idx="19204">
                  <c:v>3</c:v>
                </c:pt>
                <c:pt idx="19205">
                  <c:v>0</c:v>
                </c:pt>
                <c:pt idx="19206">
                  <c:v>0</c:v>
                </c:pt>
                <c:pt idx="19207">
                  <c:v>11</c:v>
                </c:pt>
                <c:pt idx="19208">
                  <c:v>0</c:v>
                </c:pt>
                <c:pt idx="19209">
                  <c:v>6</c:v>
                </c:pt>
                <c:pt idx="19210">
                  <c:v>5</c:v>
                </c:pt>
                <c:pt idx="19211">
                  <c:v>46</c:v>
                </c:pt>
                <c:pt idx="19212">
                  <c:v>5</c:v>
                </c:pt>
                <c:pt idx="19213">
                  <c:v>10</c:v>
                </c:pt>
                <c:pt idx="19214">
                  <c:v>1</c:v>
                </c:pt>
                <c:pt idx="19215">
                  <c:v>12</c:v>
                </c:pt>
                <c:pt idx="19216">
                  <c:v>0</c:v>
                </c:pt>
                <c:pt idx="19217">
                  <c:v>1</c:v>
                </c:pt>
                <c:pt idx="19218">
                  <c:v>0</c:v>
                </c:pt>
                <c:pt idx="19219">
                  <c:v>2</c:v>
                </c:pt>
                <c:pt idx="19220">
                  <c:v>0</c:v>
                </c:pt>
                <c:pt idx="19221">
                  <c:v>10</c:v>
                </c:pt>
                <c:pt idx="19222">
                  <c:v>0</c:v>
                </c:pt>
                <c:pt idx="19223">
                  <c:v>28</c:v>
                </c:pt>
                <c:pt idx="19224">
                  <c:v>0</c:v>
                </c:pt>
                <c:pt idx="19225">
                  <c:v>1</c:v>
                </c:pt>
                <c:pt idx="19226">
                  <c:v>12</c:v>
                </c:pt>
                <c:pt idx="19227">
                  <c:v>14</c:v>
                </c:pt>
                <c:pt idx="19228">
                  <c:v>0</c:v>
                </c:pt>
                <c:pt idx="19229">
                  <c:v>0</c:v>
                </c:pt>
                <c:pt idx="19230">
                  <c:v>8</c:v>
                </c:pt>
                <c:pt idx="19231">
                  <c:v>0</c:v>
                </c:pt>
                <c:pt idx="19232">
                  <c:v>36</c:v>
                </c:pt>
                <c:pt idx="19233">
                  <c:v>0</c:v>
                </c:pt>
                <c:pt idx="19234">
                  <c:v>6</c:v>
                </c:pt>
                <c:pt idx="19235">
                  <c:v>10</c:v>
                </c:pt>
                <c:pt idx="19236">
                  <c:v>30</c:v>
                </c:pt>
                <c:pt idx="19237">
                  <c:v>14</c:v>
                </c:pt>
                <c:pt idx="19238">
                  <c:v>9</c:v>
                </c:pt>
                <c:pt idx="19239">
                  <c:v>9</c:v>
                </c:pt>
                <c:pt idx="19240">
                  <c:v>0</c:v>
                </c:pt>
                <c:pt idx="19241">
                  <c:v>1</c:v>
                </c:pt>
                <c:pt idx="19242">
                  <c:v>0</c:v>
                </c:pt>
                <c:pt idx="19243">
                  <c:v>1</c:v>
                </c:pt>
                <c:pt idx="19244">
                  <c:v>1</c:v>
                </c:pt>
                <c:pt idx="19245">
                  <c:v>0</c:v>
                </c:pt>
                <c:pt idx="19246">
                  <c:v>0</c:v>
                </c:pt>
                <c:pt idx="19247">
                  <c:v>3</c:v>
                </c:pt>
                <c:pt idx="19248">
                  <c:v>5</c:v>
                </c:pt>
                <c:pt idx="19249">
                  <c:v>10</c:v>
                </c:pt>
                <c:pt idx="19250">
                  <c:v>1</c:v>
                </c:pt>
                <c:pt idx="19251">
                  <c:v>5</c:v>
                </c:pt>
                <c:pt idx="19252">
                  <c:v>0</c:v>
                </c:pt>
                <c:pt idx="19253">
                  <c:v>0</c:v>
                </c:pt>
                <c:pt idx="19254">
                  <c:v>30</c:v>
                </c:pt>
                <c:pt idx="19255">
                  <c:v>25</c:v>
                </c:pt>
                <c:pt idx="19256">
                  <c:v>25</c:v>
                </c:pt>
                <c:pt idx="19257">
                  <c:v>20</c:v>
                </c:pt>
                <c:pt idx="19258">
                  <c:v>30</c:v>
                </c:pt>
                <c:pt idx="19259">
                  <c:v>36</c:v>
                </c:pt>
                <c:pt idx="19260">
                  <c:v>5</c:v>
                </c:pt>
                <c:pt idx="19261">
                  <c:v>0</c:v>
                </c:pt>
                <c:pt idx="19262">
                  <c:v>40</c:v>
                </c:pt>
                <c:pt idx="19263">
                  <c:v>1</c:v>
                </c:pt>
                <c:pt idx="19264">
                  <c:v>28</c:v>
                </c:pt>
                <c:pt idx="19265">
                  <c:v>0</c:v>
                </c:pt>
                <c:pt idx="19266">
                  <c:v>140</c:v>
                </c:pt>
                <c:pt idx="19267">
                  <c:v>0</c:v>
                </c:pt>
                <c:pt idx="19268">
                  <c:v>10</c:v>
                </c:pt>
                <c:pt idx="19269">
                  <c:v>0</c:v>
                </c:pt>
                <c:pt idx="19270">
                  <c:v>14</c:v>
                </c:pt>
                <c:pt idx="19271">
                  <c:v>28</c:v>
                </c:pt>
                <c:pt idx="19272">
                  <c:v>1</c:v>
                </c:pt>
                <c:pt idx="19273">
                  <c:v>50</c:v>
                </c:pt>
                <c:pt idx="19274">
                  <c:v>1</c:v>
                </c:pt>
                <c:pt idx="19275">
                  <c:v>0</c:v>
                </c:pt>
                <c:pt idx="19276">
                  <c:v>2</c:v>
                </c:pt>
                <c:pt idx="19277">
                  <c:v>2</c:v>
                </c:pt>
                <c:pt idx="19278">
                  <c:v>0</c:v>
                </c:pt>
                <c:pt idx="19279">
                  <c:v>0</c:v>
                </c:pt>
                <c:pt idx="19280">
                  <c:v>1</c:v>
                </c:pt>
                <c:pt idx="19281">
                  <c:v>0</c:v>
                </c:pt>
                <c:pt idx="19282">
                  <c:v>2</c:v>
                </c:pt>
                <c:pt idx="19283">
                  <c:v>42</c:v>
                </c:pt>
                <c:pt idx="19284">
                  <c:v>6</c:v>
                </c:pt>
                <c:pt idx="19285">
                  <c:v>0</c:v>
                </c:pt>
                <c:pt idx="19286">
                  <c:v>14</c:v>
                </c:pt>
                <c:pt idx="19287">
                  <c:v>0</c:v>
                </c:pt>
                <c:pt idx="19288">
                  <c:v>0</c:v>
                </c:pt>
                <c:pt idx="19289">
                  <c:v>1</c:v>
                </c:pt>
                <c:pt idx="19290">
                  <c:v>0</c:v>
                </c:pt>
                <c:pt idx="19291">
                  <c:v>7</c:v>
                </c:pt>
                <c:pt idx="19292">
                  <c:v>36</c:v>
                </c:pt>
                <c:pt idx="19293">
                  <c:v>0</c:v>
                </c:pt>
                <c:pt idx="19294">
                  <c:v>30</c:v>
                </c:pt>
                <c:pt idx="19295">
                  <c:v>30</c:v>
                </c:pt>
                <c:pt idx="19296">
                  <c:v>6</c:v>
                </c:pt>
                <c:pt idx="19297">
                  <c:v>4</c:v>
                </c:pt>
                <c:pt idx="19298">
                  <c:v>50</c:v>
                </c:pt>
                <c:pt idx="19299">
                  <c:v>4</c:v>
                </c:pt>
                <c:pt idx="19300">
                  <c:v>0</c:v>
                </c:pt>
                <c:pt idx="19301">
                  <c:v>0</c:v>
                </c:pt>
                <c:pt idx="19302">
                  <c:v>0</c:v>
                </c:pt>
                <c:pt idx="19303">
                  <c:v>21</c:v>
                </c:pt>
                <c:pt idx="19304">
                  <c:v>2</c:v>
                </c:pt>
                <c:pt idx="19305">
                  <c:v>3</c:v>
                </c:pt>
                <c:pt idx="19306">
                  <c:v>0</c:v>
                </c:pt>
                <c:pt idx="19307">
                  <c:v>0</c:v>
                </c:pt>
                <c:pt idx="19308">
                  <c:v>0</c:v>
                </c:pt>
                <c:pt idx="19309">
                  <c:v>0</c:v>
                </c:pt>
                <c:pt idx="19310">
                  <c:v>0</c:v>
                </c:pt>
                <c:pt idx="19311">
                  <c:v>20</c:v>
                </c:pt>
                <c:pt idx="19312">
                  <c:v>11</c:v>
                </c:pt>
                <c:pt idx="19313">
                  <c:v>100</c:v>
                </c:pt>
                <c:pt idx="19314">
                  <c:v>26</c:v>
                </c:pt>
                <c:pt idx="19315">
                  <c:v>32</c:v>
                </c:pt>
                <c:pt idx="19316">
                  <c:v>75</c:v>
                </c:pt>
                <c:pt idx="19317">
                  <c:v>25</c:v>
                </c:pt>
                <c:pt idx="19318">
                  <c:v>0</c:v>
                </c:pt>
                <c:pt idx="19319">
                  <c:v>15</c:v>
                </c:pt>
                <c:pt idx="19320">
                  <c:v>40</c:v>
                </c:pt>
                <c:pt idx="19321">
                  <c:v>0</c:v>
                </c:pt>
                <c:pt idx="19322">
                  <c:v>1</c:v>
                </c:pt>
                <c:pt idx="19323">
                  <c:v>0</c:v>
                </c:pt>
                <c:pt idx="19324">
                  <c:v>0</c:v>
                </c:pt>
                <c:pt idx="19325">
                  <c:v>14</c:v>
                </c:pt>
                <c:pt idx="19326">
                  <c:v>14</c:v>
                </c:pt>
                <c:pt idx="19327">
                  <c:v>4</c:v>
                </c:pt>
                <c:pt idx="19328">
                  <c:v>0</c:v>
                </c:pt>
                <c:pt idx="19329">
                  <c:v>30</c:v>
                </c:pt>
                <c:pt idx="19330">
                  <c:v>7</c:v>
                </c:pt>
                <c:pt idx="19331">
                  <c:v>2</c:v>
                </c:pt>
                <c:pt idx="19332">
                  <c:v>0</c:v>
                </c:pt>
                <c:pt idx="19333">
                  <c:v>25</c:v>
                </c:pt>
                <c:pt idx="19334">
                  <c:v>14</c:v>
                </c:pt>
                <c:pt idx="19335">
                  <c:v>0</c:v>
                </c:pt>
                <c:pt idx="19336">
                  <c:v>28</c:v>
                </c:pt>
                <c:pt idx="19337">
                  <c:v>5</c:v>
                </c:pt>
                <c:pt idx="19338">
                  <c:v>0</c:v>
                </c:pt>
                <c:pt idx="19339">
                  <c:v>12</c:v>
                </c:pt>
                <c:pt idx="19340">
                  <c:v>26</c:v>
                </c:pt>
                <c:pt idx="19341">
                  <c:v>28</c:v>
                </c:pt>
                <c:pt idx="19342">
                  <c:v>8</c:v>
                </c:pt>
                <c:pt idx="19343">
                  <c:v>9</c:v>
                </c:pt>
                <c:pt idx="19344">
                  <c:v>2</c:v>
                </c:pt>
                <c:pt idx="19345">
                  <c:v>2</c:v>
                </c:pt>
                <c:pt idx="19346">
                  <c:v>28</c:v>
                </c:pt>
                <c:pt idx="19347">
                  <c:v>49</c:v>
                </c:pt>
                <c:pt idx="19348">
                  <c:v>36</c:v>
                </c:pt>
                <c:pt idx="19349">
                  <c:v>4</c:v>
                </c:pt>
                <c:pt idx="19350">
                  <c:v>90</c:v>
                </c:pt>
                <c:pt idx="19351">
                  <c:v>0</c:v>
                </c:pt>
                <c:pt idx="19352">
                  <c:v>0</c:v>
                </c:pt>
                <c:pt idx="19353">
                  <c:v>0</c:v>
                </c:pt>
                <c:pt idx="19354">
                  <c:v>7</c:v>
                </c:pt>
                <c:pt idx="19355">
                  <c:v>0</c:v>
                </c:pt>
                <c:pt idx="19356">
                  <c:v>0</c:v>
                </c:pt>
                <c:pt idx="19357">
                  <c:v>0</c:v>
                </c:pt>
                <c:pt idx="19358">
                  <c:v>30</c:v>
                </c:pt>
                <c:pt idx="19359">
                  <c:v>75</c:v>
                </c:pt>
                <c:pt idx="19360">
                  <c:v>84</c:v>
                </c:pt>
                <c:pt idx="19361">
                  <c:v>8</c:v>
                </c:pt>
                <c:pt idx="19362">
                  <c:v>0</c:v>
                </c:pt>
                <c:pt idx="19363">
                  <c:v>0</c:v>
                </c:pt>
                <c:pt idx="19364">
                  <c:v>6</c:v>
                </c:pt>
                <c:pt idx="19365">
                  <c:v>0</c:v>
                </c:pt>
                <c:pt idx="19366">
                  <c:v>0</c:v>
                </c:pt>
                <c:pt idx="19367">
                  <c:v>17</c:v>
                </c:pt>
                <c:pt idx="19368">
                  <c:v>0</c:v>
                </c:pt>
                <c:pt idx="19369">
                  <c:v>0</c:v>
                </c:pt>
                <c:pt idx="19370">
                  <c:v>0</c:v>
                </c:pt>
                <c:pt idx="19371">
                  <c:v>0</c:v>
                </c:pt>
                <c:pt idx="19372">
                  <c:v>0</c:v>
                </c:pt>
                <c:pt idx="19373">
                  <c:v>0</c:v>
                </c:pt>
                <c:pt idx="19374">
                  <c:v>0</c:v>
                </c:pt>
                <c:pt idx="19375">
                  <c:v>12</c:v>
                </c:pt>
                <c:pt idx="19376">
                  <c:v>11</c:v>
                </c:pt>
                <c:pt idx="19377">
                  <c:v>0</c:v>
                </c:pt>
                <c:pt idx="19378">
                  <c:v>270</c:v>
                </c:pt>
                <c:pt idx="19379">
                  <c:v>9</c:v>
                </c:pt>
                <c:pt idx="19380">
                  <c:v>140</c:v>
                </c:pt>
                <c:pt idx="19381">
                  <c:v>0</c:v>
                </c:pt>
                <c:pt idx="19382">
                  <c:v>8</c:v>
                </c:pt>
                <c:pt idx="19383">
                  <c:v>0</c:v>
                </c:pt>
                <c:pt idx="19384">
                  <c:v>0</c:v>
                </c:pt>
                <c:pt idx="19385">
                  <c:v>7</c:v>
                </c:pt>
                <c:pt idx="19386">
                  <c:v>532</c:v>
                </c:pt>
                <c:pt idx="19387">
                  <c:v>3</c:v>
                </c:pt>
                <c:pt idx="19388">
                  <c:v>1</c:v>
                </c:pt>
                <c:pt idx="19389">
                  <c:v>0</c:v>
                </c:pt>
                <c:pt idx="19390">
                  <c:v>17</c:v>
                </c:pt>
                <c:pt idx="19391">
                  <c:v>10</c:v>
                </c:pt>
                <c:pt idx="19392">
                  <c:v>8</c:v>
                </c:pt>
                <c:pt idx="19393">
                  <c:v>0</c:v>
                </c:pt>
                <c:pt idx="19394">
                  <c:v>0</c:v>
                </c:pt>
                <c:pt idx="19395">
                  <c:v>0</c:v>
                </c:pt>
                <c:pt idx="19396">
                  <c:v>20</c:v>
                </c:pt>
                <c:pt idx="19397">
                  <c:v>51</c:v>
                </c:pt>
                <c:pt idx="19398">
                  <c:v>40</c:v>
                </c:pt>
                <c:pt idx="19399">
                  <c:v>28</c:v>
                </c:pt>
                <c:pt idx="19400">
                  <c:v>0</c:v>
                </c:pt>
                <c:pt idx="19401">
                  <c:v>17</c:v>
                </c:pt>
                <c:pt idx="19402">
                  <c:v>0</c:v>
                </c:pt>
                <c:pt idx="19403">
                  <c:v>30</c:v>
                </c:pt>
                <c:pt idx="19404">
                  <c:v>0</c:v>
                </c:pt>
                <c:pt idx="19405">
                  <c:v>0</c:v>
                </c:pt>
                <c:pt idx="19406">
                  <c:v>0</c:v>
                </c:pt>
                <c:pt idx="19407">
                  <c:v>28</c:v>
                </c:pt>
                <c:pt idx="19408">
                  <c:v>84</c:v>
                </c:pt>
                <c:pt idx="19409">
                  <c:v>28</c:v>
                </c:pt>
                <c:pt idx="19410">
                  <c:v>70</c:v>
                </c:pt>
                <c:pt idx="19411">
                  <c:v>10</c:v>
                </c:pt>
                <c:pt idx="19412">
                  <c:v>0</c:v>
                </c:pt>
                <c:pt idx="19413">
                  <c:v>0</c:v>
                </c:pt>
                <c:pt idx="19414">
                  <c:v>20</c:v>
                </c:pt>
                <c:pt idx="19415">
                  <c:v>16</c:v>
                </c:pt>
                <c:pt idx="19416">
                  <c:v>3</c:v>
                </c:pt>
                <c:pt idx="19417">
                  <c:v>0</c:v>
                </c:pt>
                <c:pt idx="19418">
                  <c:v>3</c:v>
                </c:pt>
                <c:pt idx="19419">
                  <c:v>0</c:v>
                </c:pt>
                <c:pt idx="19420">
                  <c:v>0</c:v>
                </c:pt>
                <c:pt idx="19421">
                  <c:v>0</c:v>
                </c:pt>
                <c:pt idx="19422">
                  <c:v>6</c:v>
                </c:pt>
                <c:pt idx="19423">
                  <c:v>14</c:v>
                </c:pt>
                <c:pt idx="19424">
                  <c:v>32</c:v>
                </c:pt>
                <c:pt idx="19425">
                  <c:v>56</c:v>
                </c:pt>
                <c:pt idx="19426">
                  <c:v>12</c:v>
                </c:pt>
                <c:pt idx="19427">
                  <c:v>0</c:v>
                </c:pt>
                <c:pt idx="19428">
                  <c:v>28</c:v>
                </c:pt>
                <c:pt idx="19429">
                  <c:v>4</c:v>
                </c:pt>
                <c:pt idx="19430">
                  <c:v>0</c:v>
                </c:pt>
                <c:pt idx="19431">
                  <c:v>0</c:v>
                </c:pt>
                <c:pt idx="19432">
                  <c:v>0</c:v>
                </c:pt>
                <c:pt idx="19433">
                  <c:v>30</c:v>
                </c:pt>
                <c:pt idx="19434">
                  <c:v>0</c:v>
                </c:pt>
                <c:pt idx="19435">
                  <c:v>60</c:v>
                </c:pt>
                <c:pt idx="19436">
                  <c:v>0</c:v>
                </c:pt>
                <c:pt idx="19437">
                  <c:v>2</c:v>
                </c:pt>
                <c:pt idx="19438">
                  <c:v>70</c:v>
                </c:pt>
                <c:pt idx="19439">
                  <c:v>4</c:v>
                </c:pt>
                <c:pt idx="19440">
                  <c:v>2</c:v>
                </c:pt>
                <c:pt idx="19441">
                  <c:v>0</c:v>
                </c:pt>
                <c:pt idx="19442">
                  <c:v>2</c:v>
                </c:pt>
                <c:pt idx="19443">
                  <c:v>0</c:v>
                </c:pt>
                <c:pt idx="19444">
                  <c:v>6</c:v>
                </c:pt>
                <c:pt idx="19445">
                  <c:v>112</c:v>
                </c:pt>
                <c:pt idx="19446">
                  <c:v>10</c:v>
                </c:pt>
                <c:pt idx="19447">
                  <c:v>90</c:v>
                </c:pt>
                <c:pt idx="19448">
                  <c:v>0</c:v>
                </c:pt>
                <c:pt idx="19449">
                  <c:v>35</c:v>
                </c:pt>
                <c:pt idx="19450">
                  <c:v>64</c:v>
                </c:pt>
                <c:pt idx="19451">
                  <c:v>0</c:v>
                </c:pt>
                <c:pt idx="19452">
                  <c:v>0</c:v>
                </c:pt>
                <c:pt idx="19453">
                  <c:v>0</c:v>
                </c:pt>
                <c:pt idx="19454">
                  <c:v>300</c:v>
                </c:pt>
                <c:pt idx="19455">
                  <c:v>120</c:v>
                </c:pt>
                <c:pt idx="19456">
                  <c:v>21</c:v>
                </c:pt>
                <c:pt idx="19457">
                  <c:v>5</c:v>
                </c:pt>
                <c:pt idx="19458">
                  <c:v>20</c:v>
                </c:pt>
                <c:pt idx="19459">
                  <c:v>18</c:v>
                </c:pt>
                <c:pt idx="19460">
                  <c:v>14</c:v>
                </c:pt>
                <c:pt idx="19461">
                  <c:v>0</c:v>
                </c:pt>
                <c:pt idx="19462">
                  <c:v>0</c:v>
                </c:pt>
                <c:pt idx="19463">
                  <c:v>1</c:v>
                </c:pt>
                <c:pt idx="19464">
                  <c:v>13</c:v>
                </c:pt>
                <c:pt idx="19465">
                  <c:v>0</c:v>
                </c:pt>
                <c:pt idx="19466">
                  <c:v>1</c:v>
                </c:pt>
                <c:pt idx="19467">
                  <c:v>20</c:v>
                </c:pt>
                <c:pt idx="19468">
                  <c:v>8</c:v>
                </c:pt>
                <c:pt idx="19469">
                  <c:v>36</c:v>
                </c:pt>
                <c:pt idx="19470">
                  <c:v>0</c:v>
                </c:pt>
                <c:pt idx="19471">
                  <c:v>4</c:v>
                </c:pt>
                <c:pt idx="19472">
                  <c:v>3</c:v>
                </c:pt>
                <c:pt idx="19473">
                  <c:v>9</c:v>
                </c:pt>
                <c:pt idx="19474">
                  <c:v>4</c:v>
                </c:pt>
                <c:pt idx="19475">
                  <c:v>20</c:v>
                </c:pt>
                <c:pt idx="19476">
                  <c:v>2</c:v>
                </c:pt>
                <c:pt idx="19477">
                  <c:v>16</c:v>
                </c:pt>
                <c:pt idx="19478">
                  <c:v>5</c:v>
                </c:pt>
                <c:pt idx="19479">
                  <c:v>11</c:v>
                </c:pt>
                <c:pt idx="19480">
                  <c:v>0</c:v>
                </c:pt>
                <c:pt idx="19481">
                  <c:v>2</c:v>
                </c:pt>
                <c:pt idx="19482">
                  <c:v>6</c:v>
                </c:pt>
                <c:pt idx="19483">
                  <c:v>20</c:v>
                </c:pt>
                <c:pt idx="19484">
                  <c:v>0</c:v>
                </c:pt>
                <c:pt idx="19485">
                  <c:v>28</c:v>
                </c:pt>
                <c:pt idx="19486">
                  <c:v>2</c:v>
                </c:pt>
                <c:pt idx="19487">
                  <c:v>0</c:v>
                </c:pt>
                <c:pt idx="19488">
                  <c:v>3</c:v>
                </c:pt>
                <c:pt idx="19489">
                  <c:v>34</c:v>
                </c:pt>
                <c:pt idx="19490">
                  <c:v>0</c:v>
                </c:pt>
                <c:pt idx="19491">
                  <c:v>60</c:v>
                </c:pt>
                <c:pt idx="19492">
                  <c:v>8</c:v>
                </c:pt>
                <c:pt idx="19493">
                  <c:v>1</c:v>
                </c:pt>
                <c:pt idx="19494">
                  <c:v>0</c:v>
                </c:pt>
                <c:pt idx="19495">
                  <c:v>11</c:v>
                </c:pt>
                <c:pt idx="19496">
                  <c:v>3</c:v>
                </c:pt>
                <c:pt idx="19497">
                  <c:v>52</c:v>
                </c:pt>
                <c:pt idx="19498">
                  <c:v>0</c:v>
                </c:pt>
                <c:pt idx="19499">
                  <c:v>10</c:v>
                </c:pt>
                <c:pt idx="19500">
                  <c:v>0</c:v>
                </c:pt>
                <c:pt idx="19501">
                  <c:v>0</c:v>
                </c:pt>
                <c:pt idx="19502">
                  <c:v>0</c:v>
                </c:pt>
                <c:pt idx="19503">
                  <c:v>0</c:v>
                </c:pt>
                <c:pt idx="19504">
                  <c:v>7</c:v>
                </c:pt>
                <c:pt idx="19505">
                  <c:v>16</c:v>
                </c:pt>
                <c:pt idx="19506">
                  <c:v>0</c:v>
                </c:pt>
                <c:pt idx="19507">
                  <c:v>63</c:v>
                </c:pt>
                <c:pt idx="19508">
                  <c:v>84</c:v>
                </c:pt>
                <c:pt idx="19509">
                  <c:v>0</c:v>
                </c:pt>
                <c:pt idx="19510">
                  <c:v>4</c:v>
                </c:pt>
                <c:pt idx="19511">
                  <c:v>0</c:v>
                </c:pt>
                <c:pt idx="19512">
                  <c:v>28</c:v>
                </c:pt>
                <c:pt idx="19513">
                  <c:v>24</c:v>
                </c:pt>
                <c:pt idx="19514">
                  <c:v>0</c:v>
                </c:pt>
                <c:pt idx="19515">
                  <c:v>0</c:v>
                </c:pt>
                <c:pt idx="19516">
                  <c:v>15</c:v>
                </c:pt>
                <c:pt idx="19517">
                  <c:v>0</c:v>
                </c:pt>
                <c:pt idx="19518">
                  <c:v>26</c:v>
                </c:pt>
                <c:pt idx="19519">
                  <c:v>0</c:v>
                </c:pt>
                <c:pt idx="19520">
                  <c:v>5</c:v>
                </c:pt>
                <c:pt idx="19521">
                  <c:v>0</c:v>
                </c:pt>
                <c:pt idx="19522">
                  <c:v>36</c:v>
                </c:pt>
                <c:pt idx="19523">
                  <c:v>0</c:v>
                </c:pt>
                <c:pt idx="19524">
                  <c:v>16</c:v>
                </c:pt>
                <c:pt idx="19525">
                  <c:v>0</c:v>
                </c:pt>
                <c:pt idx="19526">
                  <c:v>0</c:v>
                </c:pt>
                <c:pt idx="19527">
                  <c:v>4</c:v>
                </c:pt>
                <c:pt idx="19528">
                  <c:v>30</c:v>
                </c:pt>
                <c:pt idx="19529">
                  <c:v>2</c:v>
                </c:pt>
                <c:pt idx="19530">
                  <c:v>45</c:v>
                </c:pt>
                <c:pt idx="19531">
                  <c:v>7</c:v>
                </c:pt>
                <c:pt idx="19532">
                  <c:v>18</c:v>
                </c:pt>
                <c:pt idx="19533">
                  <c:v>56</c:v>
                </c:pt>
                <c:pt idx="19534">
                  <c:v>3</c:v>
                </c:pt>
                <c:pt idx="19535">
                  <c:v>0</c:v>
                </c:pt>
                <c:pt idx="19536">
                  <c:v>5</c:v>
                </c:pt>
                <c:pt idx="19537">
                  <c:v>0</c:v>
                </c:pt>
                <c:pt idx="19538">
                  <c:v>10</c:v>
                </c:pt>
                <c:pt idx="19539">
                  <c:v>0</c:v>
                </c:pt>
                <c:pt idx="19540">
                  <c:v>0</c:v>
                </c:pt>
                <c:pt idx="19541">
                  <c:v>14</c:v>
                </c:pt>
                <c:pt idx="19542">
                  <c:v>90</c:v>
                </c:pt>
                <c:pt idx="19543">
                  <c:v>0</c:v>
                </c:pt>
                <c:pt idx="19544">
                  <c:v>48</c:v>
                </c:pt>
                <c:pt idx="19545">
                  <c:v>0</c:v>
                </c:pt>
                <c:pt idx="19546">
                  <c:v>0</c:v>
                </c:pt>
                <c:pt idx="19547">
                  <c:v>18</c:v>
                </c:pt>
                <c:pt idx="19548">
                  <c:v>2</c:v>
                </c:pt>
                <c:pt idx="19549">
                  <c:v>9</c:v>
                </c:pt>
                <c:pt idx="19550">
                  <c:v>26</c:v>
                </c:pt>
                <c:pt idx="19551">
                  <c:v>21</c:v>
                </c:pt>
                <c:pt idx="19552">
                  <c:v>2</c:v>
                </c:pt>
                <c:pt idx="19553">
                  <c:v>6</c:v>
                </c:pt>
                <c:pt idx="19554">
                  <c:v>0</c:v>
                </c:pt>
                <c:pt idx="19555">
                  <c:v>0</c:v>
                </c:pt>
                <c:pt idx="19556">
                  <c:v>120</c:v>
                </c:pt>
                <c:pt idx="19557">
                  <c:v>10</c:v>
                </c:pt>
                <c:pt idx="19558">
                  <c:v>6</c:v>
                </c:pt>
                <c:pt idx="19559">
                  <c:v>0</c:v>
                </c:pt>
                <c:pt idx="19560">
                  <c:v>0</c:v>
                </c:pt>
                <c:pt idx="19561">
                  <c:v>2</c:v>
                </c:pt>
                <c:pt idx="19562">
                  <c:v>8</c:v>
                </c:pt>
                <c:pt idx="19563">
                  <c:v>0</c:v>
                </c:pt>
                <c:pt idx="19564">
                  <c:v>0</c:v>
                </c:pt>
                <c:pt idx="19565">
                  <c:v>0</c:v>
                </c:pt>
                <c:pt idx="19566">
                  <c:v>30</c:v>
                </c:pt>
                <c:pt idx="19567">
                  <c:v>150</c:v>
                </c:pt>
                <c:pt idx="19568">
                  <c:v>90</c:v>
                </c:pt>
                <c:pt idx="19569">
                  <c:v>30</c:v>
                </c:pt>
                <c:pt idx="19570">
                  <c:v>34</c:v>
                </c:pt>
                <c:pt idx="19571">
                  <c:v>0</c:v>
                </c:pt>
                <c:pt idx="19572">
                  <c:v>0</c:v>
                </c:pt>
                <c:pt idx="19573">
                  <c:v>56</c:v>
                </c:pt>
                <c:pt idx="19574">
                  <c:v>10</c:v>
                </c:pt>
                <c:pt idx="19575">
                  <c:v>17</c:v>
                </c:pt>
                <c:pt idx="19576">
                  <c:v>8</c:v>
                </c:pt>
                <c:pt idx="19577">
                  <c:v>0</c:v>
                </c:pt>
                <c:pt idx="19578">
                  <c:v>0</c:v>
                </c:pt>
                <c:pt idx="19579">
                  <c:v>0</c:v>
                </c:pt>
                <c:pt idx="19580">
                  <c:v>0</c:v>
                </c:pt>
                <c:pt idx="19581">
                  <c:v>6</c:v>
                </c:pt>
                <c:pt idx="19582">
                  <c:v>5</c:v>
                </c:pt>
                <c:pt idx="19583">
                  <c:v>10</c:v>
                </c:pt>
                <c:pt idx="19584">
                  <c:v>28</c:v>
                </c:pt>
                <c:pt idx="19585">
                  <c:v>2</c:v>
                </c:pt>
                <c:pt idx="19586">
                  <c:v>2</c:v>
                </c:pt>
                <c:pt idx="19587">
                  <c:v>0</c:v>
                </c:pt>
                <c:pt idx="19588">
                  <c:v>36</c:v>
                </c:pt>
                <c:pt idx="19589">
                  <c:v>84</c:v>
                </c:pt>
                <c:pt idx="19590">
                  <c:v>6</c:v>
                </c:pt>
                <c:pt idx="19591">
                  <c:v>0</c:v>
                </c:pt>
                <c:pt idx="19592">
                  <c:v>5</c:v>
                </c:pt>
                <c:pt idx="19593">
                  <c:v>0</c:v>
                </c:pt>
                <c:pt idx="19594">
                  <c:v>0</c:v>
                </c:pt>
                <c:pt idx="19595">
                  <c:v>0</c:v>
                </c:pt>
                <c:pt idx="19596">
                  <c:v>9</c:v>
                </c:pt>
                <c:pt idx="19597">
                  <c:v>0</c:v>
                </c:pt>
                <c:pt idx="19598">
                  <c:v>2</c:v>
                </c:pt>
                <c:pt idx="19599">
                  <c:v>10</c:v>
                </c:pt>
                <c:pt idx="19600">
                  <c:v>0</c:v>
                </c:pt>
                <c:pt idx="19601">
                  <c:v>7</c:v>
                </c:pt>
                <c:pt idx="19602">
                  <c:v>28</c:v>
                </c:pt>
                <c:pt idx="19603">
                  <c:v>2</c:v>
                </c:pt>
                <c:pt idx="19604">
                  <c:v>0</c:v>
                </c:pt>
                <c:pt idx="19605">
                  <c:v>4</c:v>
                </c:pt>
                <c:pt idx="19606">
                  <c:v>67</c:v>
                </c:pt>
                <c:pt idx="19607">
                  <c:v>0</c:v>
                </c:pt>
                <c:pt idx="19608">
                  <c:v>0</c:v>
                </c:pt>
                <c:pt idx="19609">
                  <c:v>0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4</c:v>
                </c:pt>
                <c:pt idx="19614">
                  <c:v>0</c:v>
                </c:pt>
                <c:pt idx="19615">
                  <c:v>0</c:v>
                </c:pt>
                <c:pt idx="19616">
                  <c:v>60</c:v>
                </c:pt>
                <c:pt idx="19617">
                  <c:v>2</c:v>
                </c:pt>
                <c:pt idx="19618">
                  <c:v>0</c:v>
                </c:pt>
                <c:pt idx="19619">
                  <c:v>0</c:v>
                </c:pt>
                <c:pt idx="19620">
                  <c:v>0</c:v>
                </c:pt>
                <c:pt idx="19621">
                  <c:v>0</c:v>
                </c:pt>
                <c:pt idx="19622">
                  <c:v>0</c:v>
                </c:pt>
                <c:pt idx="19623">
                  <c:v>0</c:v>
                </c:pt>
                <c:pt idx="19624">
                  <c:v>3</c:v>
                </c:pt>
                <c:pt idx="19625">
                  <c:v>0</c:v>
                </c:pt>
                <c:pt idx="19626">
                  <c:v>0</c:v>
                </c:pt>
                <c:pt idx="19627">
                  <c:v>0</c:v>
                </c:pt>
                <c:pt idx="19628">
                  <c:v>2</c:v>
                </c:pt>
                <c:pt idx="19629">
                  <c:v>2</c:v>
                </c:pt>
                <c:pt idx="19630">
                  <c:v>2</c:v>
                </c:pt>
                <c:pt idx="19631">
                  <c:v>4</c:v>
                </c:pt>
                <c:pt idx="19632">
                  <c:v>7</c:v>
                </c:pt>
                <c:pt idx="19633">
                  <c:v>26</c:v>
                </c:pt>
                <c:pt idx="19634">
                  <c:v>3</c:v>
                </c:pt>
                <c:pt idx="19635">
                  <c:v>14</c:v>
                </c:pt>
                <c:pt idx="19636">
                  <c:v>20</c:v>
                </c:pt>
                <c:pt idx="19637">
                  <c:v>0</c:v>
                </c:pt>
                <c:pt idx="19638">
                  <c:v>20</c:v>
                </c:pt>
                <c:pt idx="19639">
                  <c:v>77</c:v>
                </c:pt>
                <c:pt idx="19640">
                  <c:v>8</c:v>
                </c:pt>
                <c:pt idx="19641">
                  <c:v>4</c:v>
                </c:pt>
                <c:pt idx="19642">
                  <c:v>0</c:v>
                </c:pt>
                <c:pt idx="19643">
                  <c:v>0</c:v>
                </c:pt>
                <c:pt idx="19644">
                  <c:v>140</c:v>
                </c:pt>
                <c:pt idx="19645">
                  <c:v>0</c:v>
                </c:pt>
                <c:pt idx="19646">
                  <c:v>0</c:v>
                </c:pt>
                <c:pt idx="19647">
                  <c:v>18</c:v>
                </c:pt>
                <c:pt idx="19648">
                  <c:v>28</c:v>
                </c:pt>
                <c:pt idx="19649">
                  <c:v>10</c:v>
                </c:pt>
                <c:pt idx="19650">
                  <c:v>0</c:v>
                </c:pt>
                <c:pt idx="19651">
                  <c:v>28</c:v>
                </c:pt>
                <c:pt idx="19652">
                  <c:v>27</c:v>
                </c:pt>
                <c:pt idx="19653">
                  <c:v>18</c:v>
                </c:pt>
                <c:pt idx="19654">
                  <c:v>0</c:v>
                </c:pt>
                <c:pt idx="19655">
                  <c:v>0</c:v>
                </c:pt>
                <c:pt idx="19656">
                  <c:v>480</c:v>
                </c:pt>
                <c:pt idx="19657">
                  <c:v>0</c:v>
                </c:pt>
                <c:pt idx="19658">
                  <c:v>0</c:v>
                </c:pt>
                <c:pt idx="19659">
                  <c:v>5</c:v>
                </c:pt>
                <c:pt idx="19660">
                  <c:v>72</c:v>
                </c:pt>
                <c:pt idx="19661">
                  <c:v>0</c:v>
                </c:pt>
                <c:pt idx="19662">
                  <c:v>5</c:v>
                </c:pt>
                <c:pt idx="19663">
                  <c:v>1</c:v>
                </c:pt>
                <c:pt idx="19664">
                  <c:v>3</c:v>
                </c:pt>
                <c:pt idx="19665">
                  <c:v>2</c:v>
                </c:pt>
                <c:pt idx="19666">
                  <c:v>1</c:v>
                </c:pt>
                <c:pt idx="19667">
                  <c:v>20</c:v>
                </c:pt>
                <c:pt idx="19668">
                  <c:v>0</c:v>
                </c:pt>
                <c:pt idx="19669">
                  <c:v>0</c:v>
                </c:pt>
                <c:pt idx="19670">
                  <c:v>0</c:v>
                </c:pt>
                <c:pt idx="19671">
                  <c:v>0</c:v>
                </c:pt>
                <c:pt idx="19672">
                  <c:v>0</c:v>
                </c:pt>
                <c:pt idx="19673">
                  <c:v>10</c:v>
                </c:pt>
                <c:pt idx="19674">
                  <c:v>25</c:v>
                </c:pt>
                <c:pt idx="19675">
                  <c:v>22</c:v>
                </c:pt>
                <c:pt idx="19676">
                  <c:v>56</c:v>
                </c:pt>
                <c:pt idx="19677">
                  <c:v>20</c:v>
                </c:pt>
                <c:pt idx="19678">
                  <c:v>30</c:v>
                </c:pt>
                <c:pt idx="19679">
                  <c:v>30</c:v>
                </c:pt>
                <c:pt idx="19680">
                  <c:v>20</c:v>
                </c:pt>
                <c:pt idx="19681">
                  <c:v>126</c:v>
                </c:pt>
                <c:pt idx="19682">
                  <c:v>0</c:v>
                </c:pt>
                <c:pt idx="19683">
                  <c:v>23</c:v>
                </c:pt>
                <c:pt idx="19684">
                  <c:v>19</c:v>
                </c:pt>
                <c:pt idx="19685">
                  <c:v>0</c:v>
                </c:pt>
                <c:pt idx="19686">
                  <c:v>2</c:v>
                </c:pt>
                <c:pt idx="19687">
                  <c:v>28</c:v>
                </c:pt>
                <c:pt idx="19688">
                  <c:v>0</c:v>
                </c:pt>
                <c:pt idx="19689">
                  <c:v>14</c:v>
                </c:pt>
                <c:pt idx="19690">
                  <c:v>29</c:v>
                </c:pt>
                <c:pt idx="19691">
                  <c:v>36</c:v>
                </c:pt>
                <c:pt idx="19692">
                  <c:v>1</c:v>
                </c:pt>
                <c:pt idx="19693">
                  <c:v>28</c:v>
                </c:pt>
                <c:pt idx="19694">
                  <c:v>365</c:v>
                </c:pt>
                <c:pt idx="19695">
                  <c:v>30</c:v>
                </c:pt>
                <c:pt idx="19696">
                  <c:v>23</c:v>
                </c:pt>
                <c:pt idx="19697">
                  <c:v>45</c:v>
                </c:pt>
                <c:pt idx="19698">
                  <c:v>3</c:v>
                </c:pt>
                <c:pt idx="19699">
                  <c:v>0</c:v>
                </c:pt>
                <c:pt idx="19700">
                  <c:v>29</c:v>
                </c:pt>
                <c:pt idx="19701">
                  <c:v>12</c:v>
                </c:pt>
                <c:pt idx="19702">
                  <c:v>0</c:v>
                </c:pt>
                <c:pt idx="19703">
                  <c:v>2</c:v>
                </c:pt>
                <c:pt idx="19704">
                  <c:v>1</c:v>
                </c:pt>
                <c:pt idx="19705">
                  <c:v>20</c:v>
                </c:pt>
                <c:pt idx="19706">
                  <c:v>0</c:v>
                </c:pt>
                <c:pt idx="19707">
                  <c:v>24</c:v>
                </c:pt>
                <c:pt idx="19708">
                  <c:v>1</c:v>
                </c:pt>
                <c:pt idx="19709">
                  <c:v>0</c:v>
                </c:pt>
                <c:pt idx="19710">
                  <c:v>0</c:v>
                </c:pt>
                <c:pt idx="19711">
                  <c:v>1</c:v>
                </c:pt>
                <c:pt idx="19712">
                  <c:v>21</c:v>
                </c:pt>
                <c:pt idx="19713">
                  <c:v>0</c:v>
                </c:pt>
                <c:pt idx="19714">
                  <c:v>3</c:v>
                </c:pt>
                <c:pt idx="19715">
                  <c:v>70</c:v>
                </c:pt>
                <c:pt idx="19716">
                  <c:v>5</c:v>
                </c:pt>
                <c:pt idx="19717">
                  <c:v>16</c:v>
                </c:pt>
                <c:pt idx="19718">
                  <c:v>3</c:v>
                </c:pt>
                <c:pt idx="19719">
                  <c:v>14</c:v>
                </c:pt>
                <c:pt idx="19720">
                  <c:v>0</c:v>
                </c:pt>
                <c:pt idx="19721">
                  <c:v>0</c:v>
                </c:pt>
                <c:pt idx="19722">
                  <c:v>20</c:v>
                </c:pt>
                <c:pt idx="19723">
                  <c:v>56</c:v>
                </c:pt>
                <c:pt idx="19724">
                  <c:v>0</c:v>
                </c:pt>
                <c:pt idx="19725">
                  <c:v>3</c:v>
                </c:pt>
                <c:pt idx="19726">
                  <c:v>0</c:v>
                </c:pt>
                <c:pt idx="19727">
                  <c:v>18</c:v>
                </c:pt>
                <c:pt idx="19728">
                  <c:v>21</c:v>
                </c:pt>
                <c:pt idx="19729">
                  <c:v>28</c:v>
                </c:pt>
                <c:pt idx="19730">
                  <c:v>0</c:v>
                </c:pt>
                <c:pt idx="19731">
                  <c:v>1</c:v>
                </c:pt>
                <c:pt idx="19732">
                  <c:v>30</c:v>
                </c:pt>
                <c:pt idx="19733">
                  <c:v>1</c:v>
                </c:pt>
                <c:pt idx="19734">
                  <c:v>0</c:v>
                </c:pt>
                <c:pt idx="19735">
                  <c:v>0</c:v>
                </c:pt>
                <c:pt idx="19736">
                  <c:v>9</c:v>
                </c:pt>
                <c:pt idx="19737">
                  <c:v>0</c:v>
                </c:pt>
                <c:pt idx="19738">
                  <c:v>3</c:v>
                </c:pt>
                <c:pt idx="19739">
                  <c:v>39</c:v>
                </c:pt>
                <c:pt idx="19740">
                  <c:v>0</c:v>
                </c:pt>
                <c:pt idx="19741">
                  <c:v>0</c:v>
                </c:pt>
                <c:pt idx="19742">
                  <c:v>0</c:v>
                </c:pt>
                <c:pt idx="19743">
                  <c:v>14</c:v>
                </c:pt>
                <c:pt idx="19744">
                  <c:v>11</c:v>
                </c:pt>
                <c:pt idx="19745">
                  <c:v>0</c:v>
                </c:pt>
                <c:pt idx="19746">
                  <c:v>0</c:v>
                </c:pt>
                <c:pt idx="19747">
                  <c:v>21</c:v>
                </c:pt>
                <c:pt idx="19748">
                  <c:v>1</c:v>
                </c:pt>
                <c:pt idx="19749">
                  <c:v>0</c:v>
                </c:pt>
                <c:pt idx="19750">
                  <c:v>0</c:v>
                </c:pt>
                <c:pt idx="19751">
                  <c:v>0</c:v>
                </c:pt>
                <c:pt idx="19752">
                  <c:v>4</c:v>
                </c:pt>
                <c:pt idx="19753">
                  <c:v>10</c:v>
                </c:pt>
                <c:pt idx="19754">
                  <c:v>1</c:v>
                </c:pt>
                <c:pt idx="19755">
                  <c:v>0</c:v>
                </c:pt>
                <c:pt idx="19756">
                  <c:v>0</c:v>
                </c:pt>
                <c:pt idx="19757">
                  <c:v>14</c:v>
                </c:pt>
                <c:pt idx="19758">
                  <c:v>14</c:v>
                </c:pt>
                <c:pt idx="19759">
                  <c:v>15</c:v>
                </c:pt>
                <c:pt idx="19760">
                  <c:v>0</c:v>
                </c:pt>
                <c:pt idx="19761">
                  <c:v>0</c:v>
                </c:pt>
                <c:pt idx="19762">
                  <c:v>21</c:v>
                </c:pt>
                <c:pt idx="19763">
                  <c:v>7</c:v>
                </c:pt>
                <c:pt idx="19764">
                  <c:v>4</c:v>
                </c:pt>
                <c:pt idx="19765">
                  <c:v>5</c:v>
                </c:pt>
                <c:pt idx="19766">
                  <c:v>0</c:v>
                </c:pt>
                <c:pt idx="19767">
                  <c:v>24</c:v>
                </c:pt>
                <c:pt idx="19768">
                  <c:v>0</c:v>
                </c:pt>
                <c:pt idx="19769">
                  <c:v>0</c:v>
                </c:pt>
                <c:pt idx="19770">
                  <c:v>0</c:v>
                </c:pt>
                <c:pt idx="19771">
                  <c:v>0</c:v>
                </c:pt>
                <c:pt idx="19772">
                  <c:v>0</c:v>
                </c:pt>
                <c:pt idx="19773">
                  <c:v>0</c:v>
                </c:pt>
                <c:pt idx="19774">
                  <c:v>0</c:v>
                </c:pt>
                <c:pt idx="19775">
                  <c:v>0</c:v>
                </c:pt>
                <c:pt idx="19776">
                  <c:v>8</c:v>
                </c:pt>
                <c:pt idx="19777">
                  <c:v>0</c:v>
                </c:pt>
                <c:pt idx="19778">
                  <c:v>21</c:v>
                </c:pt>
                <c:pt idx="19779">
                  <c:v>0</c:v>
                </c:pt>
                <c:pt idx="19780">
                  <c:v>11</c:v>
                </c:pt>
                <c:pt idx="19781">
                  <c:v>10</c:v>
                </c:pt>
                <c:pt idx="19782">
                  <c:v>0</c:v>
                </c:pt>
                <c:pt idx="19783">
                  <c:v>0</c:v>
                </c:pt>
                <c:pt idx="19784">
                  <c:v>90</c:v>
                </c:pt>
                <c:pt idx="19785">
                  <c:v>0</c:v>
                </c:pt>
                <c:pt idx="19786">
                  <c:v>12</c:v>
                </c:pt>
                <c:pt idx="19787">
                  <c:v>0</c:v>
                </c:pt>
                <c:pt idx="19788">
                  <c:v>0</c:v>
                </c:pt>
                <c:pt idx="19789">
                  <c:v>0</c:v>
                </c:pt>
                <c:pt idx="19790">
                  <c:v>20</c:v>
                </c:pt>
                <c:pt idx="19791">
                  <c:v>3</c:v>
                </c:pt>
                <c:pt idx="19792">
                  <c:v>15</c:v>
                </c:pt>
                <c:pt idx="19793">
                  <c:v>64</c:v>
                </c:pt>
                <c:pt idx="19794">
                  <c:v>0</c:v>
                </c:pt>
                <c:pt idx="19795">
                  <c:v>1</c:v>
                </c:pt>
                <c:pt idx="19796">
                  <c:v>0</c:v>
                </c:pt>
                <c:pt idx="19797">
                  <c:v>9</c:v>
                </c:pt>
                <c:pt idx="19798">
                  <c:v>1</c:v>
                </c:pt>
                <c:pt idx="19799">
                  <c:v>3</c:v>
                </c:pt>
                <c:pt idx="19800">
                  <c:v>100</c:v>
                </c:pt>
                <c:pt idx="19801">
                  <c:v>21</c:v>
                </c:pt>
                <c:pt idx="19802">
                  <c:v>0</c:v>
                </c:pt>
                <c:pt idx="19803">
                  <c:v>11</c:v>
                </c:pt>
                <c:pt idx="19804">
                  <c:v>0</c:v>
                </c:pt>
                <c:pt idx="19805">
                  <c:v>10</c:v>
                </c:pt>
                <c:pt idx="19806">
                  <c:v>0</c:v>
                </c:pt>
                <c:pt idx="19807">
                  <c:v>0</c:v>
                </c:pt>
                <c:pt idx="19808">
                  <c:v>10</c:v>
                </c:pt>
                <c:pt idx="19809">
                  <c:v>14</c:v>
                </c:pt>
                <c:pt idx="19810">
                  <c:v>56</c:v>
                </c:pt>
                <c:pt idx="19811">
                  <c:v>0</c:v>
                </c:pt>
                <c:pt idx="19812">
                  <c:v>8</c:v>
                </c:pt>
                <c:pt idx="19813">
                  <c:v>6</c:v>
                </c:pt>
                <c:pt idx="19814">
                  <c:v>2</c:v>
                </c:pt>
                <c:pt idx="19815">
                  <c:v>0</c:v>
                </c:pt>
                <c:pt idx="19816">
                  <c:v>0</c:v>
                </c:pt>
                <c:pt idx="19817">
                  <c:v>0</c:v>
                </c:pt>
                <c:pt idx="19818">
                  <c:v>46</c:v>
                </c:pt>
                <c:pt idx="19819">
                  <c:v>0</c:v>
                </c:pt>
                <c:pt idx="19820">
                  <c:v>28</c:v>
                </c:pt>
                <c:pt idx="19821">
                  <c:v>56</c:v>
                </c:pt>
                <c:pt idx="19822">
                  <c:v>0</c:v>
                </c:pt>
                <c:pt idx="19823">
                  <c:v>6</c:v>
                </c:pt>
                <c:pt idx="19824">
                  <c:v>0</c:v>
                </c:pt>
                <c:pt idx="19825">
                  <c:v>0</c:v>
                </c:pt>
                <c:pt idx="19826">
                  <c:v>28</c:v>
                </c:pt>
                <c:pt idx="19827">
                  <c:v>0</c:v>
                </c:pt>
                <c:pt idx="19828">
                  <c:v>30</c:v>
                </c:pt>
                <c:pt idx="19829">
                  <c:v>3</c:v>
                </c:pt>
                <c:pt idx="19830">
                  <c:v>2</c:v>
                </c:pt>
                <c:pt idx="19831">
                  <c:v>0</c:v>
                </c:pt>
                <c:pt idx="19832">
                  <c:v>28</c:v>
                </c:pt>
                <c:pt idx="19833">
                  <c:v>0</c:v>
                </c:pt>
                <c:pt idx="19834">
                  <c:v>4</c:v>
                </c:pt>
                <c:pt idx="19835">
                  <c:v>10</c:v>
                </c:pt>
                <c:pt idx="19836">
                  <c:v>2</c:v>
                </c:pt>
                <c:pt idx="19837">
                  <c:v>15</c:v>
                </c:pt>
                <c:pt idx="19838">
                  <c:v>9</c:v>
                </c:pt>
                <c:pt idx="19839">
                  <c:v>12</c:v>
                </c:pt>
                <c:pt idx="19840">
                  <c:v>3</c:v>
                </c:pt>
                <c:pt idx="19841">
                  <c:v>33</c:v>
                </c:pt>
                <c:pt idx="19842">
                  <c:v>10</c:v>
                </c:pt>
                <c:pt idx="19843">
                  <c:v>4</c:v>
                </c:pt>
                <c:pt idx="19844">
                  <c:v>18</c:v>
                </c:pt>
                <c:pt idx="19845">
                  <c:v>13</c:v>
                </c:pt>
                <c:pt idx="19846">
                  <c:v>2</c:v>
                </c:pt>
                <c:pt idx="19847">
                  <c:v>60</c:v>
                </c:pt>
                <c:pt idx="19848">
                  <c:v>0</c:v>
                </c:pt>
                <c:pt idx="19849">
                  <c:v>4</c:v>
                </c:pt>
                <c:pt idx="19850">
                  <c:v>6</c:v>
                </c:pt>
                <c:pt idx="19851">
                  <c:v>6</c:v>
                </c:pt>
                <c:pt idx="19852">
                  <c:v>0</c:v>
                </c:pt>
                <c:pt idx="19853">
                  <c:v>3</c:v>
                </c:pt>
                <c:pt idx="19854">
                  <c:v>0</c:v>
                </c:pt>
                <c:pt idx="19855">
                  <c:v>0</c:v>
                </c:pt>
                <c:pt idx="19856">
                  <c:v>7</c:v>
                </c:pt>
                <c:pt idx="19857">
                  <c:v>0</c:v>
                </c:pt>
                <c:pt idx="19858">
                  <c:v>0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2</c:v>
                </c:pt>
                <c:pt idx="19863">
                  <c:v>4</c:v>
                </c:pt>
                <c:pt idx="19864">
                  <c:v>1</c:v>
                </c:pt>
                <c:pt idx="19865">
                  <c:v>5</c:v>
                </c:pt>
                <c:pt idx="19866">
                  <c:v>0</c:v>
                </c:pt>
                <c:pt idx="19867">
                  <c:v>0</c:v>
                </c:pt>
                <c:pt idx="19868">
                  <c:v>18</c:v>
                </c:pt>
                <c:pt idx="19869">
                  <c:v>0</c:v>
                </c:pt>
                <c:pt idx="19870">
                  <c:v>7</c:v>
                </c:pt>
                <c:pt idx="19871">
                  <c:v>1</c:v>
                </c:pt>
                <c:pt idx="19872">
                  <c:v>20</c:v>
                </c:pt>
                <c:pt idx="19873">
                  <c:v>4</c:v>
                </c:pt>
                <c:pt idx="19874">
                  <c:v>0</c:v>
                </c:pt>
                <c:pt idx="19875">
                  <c:v>18</c:v>
                </c:pt>
                <c:pt idx="19876">
                  <c:v>0</c:v>
                </c:pt>
                <c:pt idx="19877">
                  <c:v>6</c:v>
                </c:pt>
                <c:pt idx="19878">
                  <c:v>30</c:v>
                </c:pt>
                <c:pt idx="19879">
                  <c:v>56</c:v>
                </c:pt>
                <c:pt idx="19880">
                  <c:v>1</c:v>
                </c:pt>
                <c:pt idx="19881">
                  <c:v>3</c:v>
                </c:pt>
                <c:pt idx="19882">
                  <c:v>20</c:v>
                </c:pt>
                <c:pt idx="19883">
                  <c:v>6</c:v>
                </c:pt>
                <c:pt idx="19884">
                  <c:v>7</c:v>
                </c:pt>
                <c:pt idx="19885">
                  <c:v>0</c:v>
                </c:pt>
                <c:pt idx="19886">
                  <c:v>10</c:v>
                </c:pt>
                <c:pt idx="19887">
                  <c:v>0</c:v>
                </c:pt>
                <c:pt idx="19888">
                  <c:v>16</c:v>
                </c:pt>
                <c:pt idx="19889">
                  <c:v>10</c:v>
                </c:pt>
                <c:pt idx="19890">
                  <c:v>69</c:v>
                </c:pt>
                <c:pt idx="19891">
                  <c:v>0</c:v>
                </c:pt>
                <c:pt idx="19892">
                  <c:v>0</c:v>
                </c:pt>
                <c:pt idx="19893">
                  <c:v>1</c:v>
                </c:pt>
                <c:pt idx="19894">
                  <c:v>0</c:v>
                </c:pt>
                <c:pt idx="19895">
                  <c:v>0</c:v>
                </c:pt>
                <c:pt idx="19896">
                  <c:v>0</c:v>
                </c:pt>
                <c:pt idx="19897">
                  <c:v>0</c:v>
                </c:pt>
                <c:pt idx="19898">
                  <c:v>0</c:v>
                </c:pt>
                <c:pt idx="19899">
                  <c:v>0</c:v>
                </c:pt>
                <c:pt idx="19900">
                  <c:v>0</c:v>
                </c:pt>
                <c:pt idx="19901">
                  <c:v>0</c:v>
                </c:pt>
                <c:pt idx="19902">
                  <c:v>0</c:v>
                </c:pt>
                <c:pt idx="19903">
                  <c:v>0</c:v>
                </c:pt>
                <c:pt idx="19904">
                  <c:v>0</c:v>
                </c:pt>
                <c:pt idx="19905">
                  <c:v>0</c:v>
                </c:pt>
                <c:pt idx="19906">
                  <c:v>6</c:v>
                </c:pt>
                <c:pt idx="19907">
                  <c:v>14</c:v>
                </c:pt>
                <c:pt idx="19908">
                  <c:v>4</c:v>
                </c:pt>
                <c:pt idx="19909">
                  <c:v>0</c:v>
                </c:pt>
                <c:pt idx="19910">
                  <c:v>6</c:v>
                </c:pt>
                <c:pt idx="19911">
                  <c:v>18</c:v>
                </c:pt>
                <c:pt idx="19912">
                  <c:v>28</c:v>
                </c:pt>
                <c:pt idx="19913">
                  <c:v>78</c:v>
                </c:pt>
                <c:pt idx="19914">
                  <c:v>0</c:v>
                </c:pt>
                <c:pt idx="19915">
                  <c:v>1</c:v>
                </c:pt>
                <c:pt idx="19916">
                  <c:v>0</c:v>
                </c:pt>
                <c:pt idx="19917">
                  <c:v>0</c:v>
                </c:pt>
                <c:pt idx="19918">
                  <c:v>4</c:v>
                </c:pt>
                <c:pt idx="19919">
                  <c:v>0</c:v>
                </c:pt>
                <c:pt idx="19920">
                  <c:v>0</c:v>
                </c:pt>
                <c:pt idx="19921">
                  <c:v>56</c:v>
                </c:pt>
                <c:pt idx="19922">
                  <c:v>2</c:v>
                </c:pt>
                <c:pt idx="19923">
                  <c:v>0</c:v>
                </c:pt>
                <c:pt idx="19924">
                  <c:v>6</c:v>
                </c:pt>
                <c:pt idx="19925">
                  <c:v>0</c:v>
                </c:pt>
                <c:pt idx="19926">
                  <c:v>16</c:v>
                </c:pt>
                <c:pt idx="19927">
                  <c:v>4</c:v>
                </c:pt>
                <c:pt idx="19928">
                  <c:v>21</c:v>
                </c:pt>
                <c:pt idx="19929">
                  <c:v>16</c:v>
                </c:pt>
                <c:pt idx="19930">
                  <c:v>0</c:v>
                </c:pt>
                <c:pt idx="19931">
                  <c:v>0</c:v>
                </c:pt>
                <c:pt idx="19932">
                  <c:v>7</c:v>
                </c:pt>
                <c:pt idx="19933">
                  <c:v>1</c:v>
                </c:pt>
                <c:pt idx="19934">
                  <c:v>1</c:v>
                </c:pt>
                <c:pt idx="19935">
                  <c:v>56</c:v>
                </c:pt>
                <c:pt idx="19936">
                  <c:v>0</c:v>
                </c:pt>
                <c:pt idx="19937">
                  <c:v>0</c:v>
                </c:pt>
                <c:pt idx="19938">
                  <c:v>0</c:v>
                </c:pt>
                <c:pt idx="19939">
                  <c:v>60</c:v>
                </c:pt>
                <c:pt idx="19940">
                  <c:v>0</c:v>
                </c:pt>
                <c:pt idx="19941">
                  <c:v>28</c:v>
                </c:pt>
                <c:pt idx="19942">
                  <c:v>0</c:v>
                </c:pt>
                <c:pt idx="19943">
                  <c:v>100</c:v>
                </c:pt>
                <c:pt idx="19944">
                  <c:v>1</c:v>
                </c:pt>
                <c:pt idx="19945">
                  <c:v>2</c:v>
                </c:pt>
                <c:pt idx="19946">
                  <c:v>4</c:v>
                </c:pt>
                <c:pt idx="19947">
                  <c:v>3</c:v>
                </c:pt>
                <c:pt idx="19948">
                  <c:v>6</c:v>
                </c:pt>
                <c:pt idx="19949">
                  <c:v>1</c:v>
                </c:pt>
                <c:pt idx="19950">
                  <c:v>0</c:v>
                </c:pt>
                <c:pt idx="19951">
                  <c:v>0</c:v>
                </c:pt>
                <c:pt idx="19952">
                  <c:v>6</c:v>
                </c:pt>
                <c:pt idx="19953">
                  <c:v>9</c:v>
                </c:pt>
                <c:pt idx="19954">
                  <c:v>0</c:v>
                </c:pt>
                <c:pt idx="19955">
                  <c:v>3</c:v>
                </c:pt>
                <c:pt idx="19956">
                  <c:v>4</c:v>
                </c:pt>
                <c:pt idx="19957">
                  <c:v>116</c:v>
                </c:pt>
                <c:pt idx="19958">
                  <c:v>0</c:v>
                </c:pt>
                <c:pt idx="19959">
                  <c:v>7</c:v>
                </c:pt>
                <c:pt idx="19960">
                  <c:v>20</c:v>
                </c:pt>
                <c:pt idx="19961">
                  <c:v>1</c:v>
                </c:pt>
                <c:pt idx="19962">
                  <c:v>3</c:v>
                </c:pt>
                <c:pt idx="19963">
                  <c:v>0</c:v>
                </c:pt>
                <c:pt idx="19964">
                  <c:v>0</c:v>
                </c:pt>
                <c:pt idx="19965">
                  <c:v>2</c:v>
                </c:pt>
                <c:pt idx="19966">
                  <c:v>4</c:v>
                </c:pt>
                <c:pt idx="19967">
                  <c:v>0</c:v>
                </c:pt>
                <c:pt idx="19968">
                  <c:v>12</c:v>
                </c:pt>
                <c:pt idx="19969">
                  <c:v>42</c:v>
                </c:pt>
                <c:pt idx="19970">
                  <c:v>0</c:v>
                </c:pt>
                <c:pt idx="19971">
                  <c:v>0</c:v>
                </c:pt>
                <c:pt idx="19972">
                  <c:v>4</c:v>
                </c:pt>
                <c:pt idx="19973">
                  <c:v>0</c:v>
                </c:pt>
                <c:pt idx="19974">
                  <c:v>540</c:v>
                </c:pt>
                <c:pt idx="19975">
                  <c:v>0</c:v>
                </c:pt>
                <c:pt idx="19976">
                  <c:v>0</c:v>
                </c:pt>
                <c:pt idx="19977">
                  <c:v>3</c:v>
                </c:pt>
                <c:pt idx="19978">
                  <c:v>0</c:v>
                </c:pt>
                <c:pt idx="19979">
                  <c:v>2</c:v>
                </c:pt>
                <c:pt idx="19980">
                  <c:v>1</c:v>
                </c:pt>
                <c:pt idx="19981">
                  <c:v>1</c:v>
                </c:pt>
                <c:pt idx="19982">
                  <c:v>0</c:v>
                </c:pt>
                <c:pt idx="19983">
                  <c:v>27</c:v>
                </c:pt>
                <c:pt idx="19984">
                  <c:v>29</c:v>
                </c:pt>
                <c:pt idx="19985">
                  <c:v>0</c:v>
                </c:pt>
                <c:pt idx="19986">
                  <c:v>0</c:v>
                </c:pt>
                <c:pt idx="19987">
                  <c:v>0</c:v>
                </c:pt>
                <c:pt idx="19988">
                  <c:v>1</c:v>
                </c:pt>
                <c:pt idx="19989">
                  <c:v>0</c:v>
                </c:pt>
                <c:pt idx="19990">
                  <c:v>0</c:v>
                </c:pt>
                <c:pt idx="19991">
                  <c:v>1</c:v>
                </c:pt>
                <c:pt idx="19992">
                  <c:v>0</c:v>
                </c:pt>
                <c:pt idx="19993">
                  <c:v>1</c:v>
                </c:pt>
                <c:pt idx="19994">
                  <c:v>12</c:v>
                </c:pt>
                <c:pt idx="19995">
                  <c:v>0</c:v>
                </c:pt>
                <c:pt idx="19996">
                  <c:v>0</c:v>
                </c:pt>
                <c:pt idx="19997">
                  <c:v>0</c:v>
                </c:pt>
                <c:pt idx="19998">
                  <c:v>1</c:v>
                </c:pt>
                <c:pt idx="19999">
                  <c:v>0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2</c:v>
                </c:pt>
                <c:pt idx="20004">
                  <c:v>0</c:v>
                </c:pt>
                <c:pt idx="20005">
                  <c:v>0</c:v>
                </c:pt>
                <c:pt idx="20006">
                  <c:v>30</c:v>
                </c:pt>
                <c:pt idx="20007">
                  <c:v>50</c:v>
                </c:pt>
                <c:pt idx="20008">
                  <c:v>12</c:v>
                </c:pt>
                <c:pt idx="20009">
                  <c:v>14</c:v>
                </c:pt>
                <c:pt idx="20010">
                  <c:v>14</c:v>
                </c:pt>
                <c:pt idx="20011">
                  <c:v>3</c:v>
                </c:pt>
                <c:pt idx="20012">
                  <c:v>5</c:v>
                </c:pt>
                <c:pt idx="20013">
                  <c:v>0</c:v>
                </c:pt>
                <c:pt idx="20014">
                  <c:v>0</c:v>
                </c:pt>
                <c:pt idx="20015">
                  <c:v>11</c:v>
                </c:pt>
                <c:pt idx="20016">
                  <c:v>0</c:v>
                </c:pt>
                <c:pt idx="20017">
                  <c:v>0</c:v>
                </c:pt>
                <c:pt idx="20018">
                  <c:v>4</c:v>
                </c:pt>
                <c:pt idx="20019">
                  <c:v>0</c:v>
                </c:pt>
                <c:pt idx="20020">
                  <c:v>0</c:v>
                </c:pt>
                <c:pt idx="20021">
                  <c:v>0</c:v>
                </c:pt>
                <c:pt idx="20022">
                  <c:v>0</c:v>
                </c:pt>
                <c:pt idx="20023">
                  <c:v>1</c:v>
                </c:pt>
                <c:pt idx="20024">
                  <c:v>23</c:v>
                </c:pt>
                <c:pt idx="20025">
                  <c:v>0</c:v>
                </c:pt>
                <c:pt idx="20026">
                  <c:v>84</c:v>
                </c:pt>
                <c:pt idx="20027">
                  <c:v>100</c:v>
                </c:pt>
                <c:pt idx="20028">
                  <c:v>20</c:v>
                </c:pt>
                <c:pt idx="20029">
                  <c:v>5</c:v>
                </c:pt>
                <c:pt idx="20030">
                  <c:v>0</c:v>
                </c:pt>
                <c:pt idx="20031">
                  <c:v>0</c:v>
                </c:pt>
                <c:pt idx="20032">
                  <c:v>11</c:v>
                </c:pt>
                <c:pt idx="20033">
                  <c:v>0</c:v>
                </c:pt>
                <c:pt idx="20034">
                  <c:v>0</c:v>
                </c:pt>
                <c:pt idx="20035">
                  <c:v>0</c:v>
                </c:pt>
                <c:pt idx="20036">
                  <c:v>2</c:v>
                </c:pt>
                <c:pt idx="20037">
                  <c:v>0</c:v>
                </c:pt>
                <c:pt idx="20038">
                  <c:v>0</c:v>
                </c:pt>
                <c:pt idx="20039">
                  <c:v>2</c:v>
                </c:pt>
                <c:pt idx="20040">
                  <c:v>12</c:v>
                </c:pt>
                <c:pt idx="20041">
                  <c:v>0</c:v>
                </c:pt>
                <c:pt idx="20042">
                  <c:v>26</c:v>
                </c:pt>
                <c:pt idx="20043">
                  <c:v>30</c:v>
                </c:pt>
                <c:pt idx="20044">
                  <c:v>0</c:v>
                </c:pt>
                <c:pt idx="20045">
                  <c:v>0</c:v>
                </c:pt>
                <c:pt idx="20046">
                  <c:v>0</c:v>
                </c:pt>
                <c:pt idx="20047">
                  <c:v>0</c:v>
                </c:pt>
                <c:pt idx="20048">
                  <c:v>0</c:v>
                </c:pt>
                <c:pt idx="20049">
                  <c:v>1</c:v>
                </c:pt>
                <c:pt idx="20050">
                  <c:v>0</c:v>
                </c:pt>
                <c:pt idx="20051">
                  <c:v>5</c:v>
                </c:pt>
                <c:pt idx="20052">
                  <c:v>2</c:v>
                </c:pt>
                <c:pt idx="20053">
                  <c:v>1</c:v>
                </c:pt>
                <c:pt idx="20054">
                  <c:v>0</c:v>
                </c:pt>
                <c:pt idx="20055">
                  <c:v>1</c:v>
                </c:pt>
                <c:pt idx="20056">
                  <c:v>10</c:v>
                </c:pt>
                <c:pt idx="20057">
                  <c:v>18</c:v>
                </c:pt>
                <c:pt idx="20058">
                  <c:v>9</c:v>
                </c:pt>
                <c:pt idx="20059">
                  <c:v>60</c:v>
                </c:pt>
                <c:pt idx="20060">
                  <c:v>9</c:v>
                </c:pt>
                <c:pt idx="20061">
                  <c:v>0</c:v>
                </c:pt>
                <c:pt idx="20062">
                  <c:v>0</c:v>
                </c:pt>
                <c:pt idx="20063">
                  <c:v>0</c:v>
                </c:pt>
                <c:pt idx="20064">
                  <c:v>28</c:v>
                </c:pt>
                <c:pt idx="20065">
                  <c:v>0</c:v>
                </c:pt>
                <c:pt idx="20066">
                  <c:v>0</c:v>
                </c:pt>
                <c:pt idx="20067">
                  <c:v>6</c:v>
                </c:pt>
                <c:pt idx="20068">
                  <c:v>6</c:v>
                </c:pt>
                <c:pt idx="20069">
                  <c:v>10</c:v>
                </c:pt>
                <c:pt idx="20070">
                  <c:v>9</c:v>
                </c:pt>
                <c:pt idx="20071">
                  <c:v>4</c:v>
                </c:pt>
                <c:pt idx="20072">
                  <c:v>0</c:v>
                </c:pt>
                <c:pt idx="20073">
                  <c:v>15</c:v>
                </c:pt>
                <c:pt idx="20074">
                  <c:v>14</c:v>
                </c:pt>
                <c:pt idx="20075">
                  <c:v>5</c:v>
                </c:pt>
                <c:pt idx="20076">
                  <c:v>7</c:v>
                </c:pt>
                <c:pt idx="20077">
                  <c:v>14</c:v>
                </c:pt>
                <c:pt idx="20078">
                  <c:v>2</c:v>
                </c:pt>
                <c:pt idx="20079">
                  <c:v>36</c:v>
                </c:pt>
                <c:pt idx="20080">
                  <c:v>30</c:v>
                </c:pt>
                <c:pt idx="20081">
                  <c:v>0</c:v>
                </c:pt>
                <c:pt idx="20082">
                  <c:v>0</c:v>
                </c:pt>
                <c:pt idx="20083">
                  <c:v>84</c:v>
                </c:pt>
                <c:pt idx="20084">
                  <c:v>0</c:v>
                </c:pt>
                <c:pt idx="20085">
                  <c:v>0</c:v>
                </c:pt>
                <c:pt idx="20086">
                  <c:v>5</c:v>
                </c:pt>
                <c:pt idx="20087">
                  <c:v>10</c:v>
                </c:pt>
                <c:pt idx="20088">
                  <c:v>0</c:v>
                </c:pt>
                <c:pt idx="20089">
                  <c:v>0</c:v>
                </c:pt>
                <c:pt idx="20090">
                  <c:v>0</c:v>
                </c:pt>
                <c:pt idx="20091">
                  <c:v>10</c:v>
                </c:pt>
                <c:pt idx="20092">
                  <c:v>0</c:v>
                </c:pt>
                <c:pt idx="20093">
                  <c:v>1</c:v>
                </c:pt>
                <c:pt idx="20094">
                  <c:v>0</c:v>
                </c:pt>
                <c:pt idx="20095">
                  <c:v>84</c:v>
                </c:pt>
                <c:pt idx="20096">
                  <c:v>6</c:v>
                </c:pt>
                <c:pt idx="20097">
                  <c:v>3</c:v>
                </c:pt>
                <c:pt idx="20098">
                  <c:v>4</c:v>
                </c:pt>
                <c:pt idx="20099">
                  <c:v>14</c:v>
                </c:pt>
                <c:pt idx="20100">
                  <c:v>28</c:v>
                </c:pt>
                <c:pt idx="20101">
                  <c:v>35</c:v>
                </c:pt>
                <c:pt idx="20102">
                  <c:v>20</c:v>
                </c:pt>
                <c:pt idx="20103">
                  <c:v>0</c:v>
                </c:pt>
                <c:pt idx="20104">
                  <c:v>0</c:v>
                </c:pt>
                <c:pt idx="20105">
                  <c:v>20</c:v>
                </c:pt>
                <c:pt idx="20106">
                  <c:v>0</c:v>
                </c:pt>
                <c:pt idx="20107">
                  <c:v>0</c:v>
                </c:pt>
                <c:pt idx="20108">
                  <c:v>24</c:v>
                </c:pt>
                <c:pt idx="20109">
                  <c:v>0</c:v>
                </c:pt>
                <c:pt idx="20110">
                  <c:v>4</c:v>
                </c:pt>
                <c:pt idx="20111">
                  <c:v>0</c:v>
                </c:pt>
                <c:pt idx="20112">
                  <c:v>2</c:v>
                </c:pt>
                <c:pt idx="20113">
                  <c:v>1</c:v>
                </c:pt>
                <c:pt idx="20114">
                  <c:v>32</c:v>
                </c:pt>
                <c:pt idx="20115">
                  <c:v>0</c:v>
                </c:pt>
                <c:pt idx="20116">
                  <c:v>0</c:v>
                </c:pt>
                <c:pt idx="20117">
                  <c:v>3</c:v>
                </c:pt>
                <c:pt idx="20118">
                  <c:v>1</c:v>
                </c:pt>
                <c:pt idx="20119">
                  <c:v>2</c:v>
                </c:pt>
                <c:pt idx="20120">
                  <c:v>1</c:v>
                </c:pt>
                <c:pt idx="20121">
                  <c:v>0</c:v>
                </c:pt>
                <c:pt idx="20122">
                  <c:v>4</c:v>
                </c:pt>
                <c:pt idx="20123">
                  <c:v>6</c:v>
                </c:pt>
                <c:pt idx="20124">
                  <c:v>0</c:v>
                </c:pt>
                <c:pt idx="20125">
                  <c:v>1</c:v>
                </c:pt>
                <c:pt idx="20126">
                  <c:v>0</c:v>
                </c:pt>
                <c:pt idx="20127">
                  <c:v>5</c:v>
                </c:pt>
                <c:pt idx="20128">
                  <c:v>11</c:v>
                </c:pt>
                <c:pt idx="20129">
                  <c:v>168</c:v>
                </c:pt>
                <c:pt idx="20130">
                  <c:v>105</c:v>
                </c:pt>
                <c:pt idx="20131">
                  <c:v>0</c:v>
                </c:pt>
                <c:pt idx="20132">
                  <c:v>0</c:v>
                </c:pt>
                <c:pt idx="20133">
                  <c:v>42</c:v>
                </c:pt>
                <c:pt idx="20134">
                  <c:v>10</c:v>
                </c:pt>
                <c:pt idx="20135">
                  <c:v>1</c:v>
                </c:pt>
                <c:pt idx="20136">
                  <c:v>3</c:v>
                </c:pt>
                <c:pt idx="20137">
                  <c:v>31</c:v>
                </c:pt>
                <c:pt idx="20138">
                  <c:v>30</c:v>
                </c:pt>
                <c:pt idx="20139">
                  <c:v>55</c:v>
                </c:pt>
                <c:pt idx="20140">
                  <c:v>2</c:v>
                </c:pt>
                <c:pt idx="20141">
                  <c:v>12</c:v>
                </c:pt>
                <c:pt idx="20142">
                  <c:v>0</c:v>
                </c:pt>
                <c:pt idx="20143">
                  <c:v>30</c:v>
                </c:pt>
                <c:pt idx="20144">
                  <c:v>40</c:v>
                </c:pt>
                <c:pt idx="20145">
                  <c:v>0</c:v>
                </c:pt>
                <c:pt idx="20146">
                  <c:v>4</c:v>
                </c:pt>
                <c:pt idx="20147">
                  <c:v>14</c:v>
                </c:pt>
                <c:pt idx="20148">
                  <c:v>0</c:v>
                </c:pt>
                <c:pt idx="20149">
                  <c:v>12</c:v>
                </c:pt>
                <c:pt idx="20150">
                  <c:v>0</c:v>
                </c:pt>
                <c:pt idx="20151">
                  <c:v>0</c:v>
                </c:pt>
                <c:pt idx="20152">
                  <c:v>6</c:v>
                </c:pt>
                <c:pt idx="20153">
                  <c:v>0</c:v>
                </c:pt>
                <c:pt idx="20154">
                  <c:v>5</c:v>
                </c:pt>
                <c:pt idx="20155">
                  <c:v>1</c:v>
                </c:pt>
                <c:pt idx="20156">
                  <c:v>10</c:v>
                </c:pt>
                <c:pt idx="20157">
                  <c:v>10</c:v>
                </c:pt>
                <c:pt idx="20158">
                  <c:v>8</c:v>
                </c:pt>
                <c:pt idx="20159">
                  <c:v>0</c:v>
                </c:pt>
                <c:pt idx="20160">
                  <c:v>0</c:v>
                </c:pt>
                <c:pt idx="20161">
                  <c:v>0</c:v>
                </c:pt>
                <c:pt idx="20162">
                  <c:v>12</c:v>
                </c:pt>
                <c:pt idx="20163">
                  <c:v>1</c:v>
                </c:pt>
                <c:pt idx="20164">
                  <c:v>6</c:v>
                </c:pt>
                <c:pt idx="20165">
                  <c:v>2</c:v>
                </c:pt>
                <c:pt idx="20166">
                  <c:v>0</c:v>
                </c:pt>
                <c:pt idx="20167">
                  <c:v>0</c:v>
                </c:pt>
                <c:pt idx="20168">
                  <c:v>21</c:v>
                </c:pt>
                <c:pt idx="20169">
                  <c:v>5</c:v>
                </c:pt>
                <c:pt idx="20170">
                  <c:v>10</c:v>
                </c:pt>
                <c:pt idx="20171">
                  <c:v>0</c:v>
                </c:pt>
                <c:pt idx="20172">
                  <c:v>5</c:v>
                </c:pt>
                <c:pt idx="20173">
                  <c:v>0</c:v>
                </c:pt>
                <c:pt idx="20174">
                  <c:v>16</c:v>
                </c:pt>
                <c:pt idx="20175">
                  <c:v>0</c:v>
                </c:pt>
                <c:pt idx="20176">
                  <c:v>0</c:v>
                </c:pt>
                <c:pt idx="20177">
                  <c:v>6</c:v>
                </c:pt>
                <c:pt idx="20178">
                  <c:v>0</c:v>
                </c:pt>
                <c:pt idx="20179">
                  <c:v>12</c:v>
                </c:pt>
                <c:pt idx="20180">
                  <c:v>27</c:v>
                </c:pt>
                <c:pt idx="20181">
                  <c:v>120</c:v>
                </c:pt>
                <c:pt idx="20182">
                  <c:v>7</c:v>
                </c:pt>
                <c:pt idx="20183">
                  <c:v>0</c:v>
                </c:pt>
                <c:pt idx="20184">
                  <c:v>6</c:v>
                </c:pt>
                <c:pt idx="20185">
                  <c:v>0</c:v>
                </c:pt>
                <c:pt idx="20186">
                  <c:v>11</c:v>
                </c:pt>
                <c:pt idx="20187">
                  <c:v>28</c:v>
                </c:pt>
                <c:pt idx="20188">
                  <c:v>42</c:v>
                </c:pt>
                <c:pt idx="20189">
                  <c:v>6</c:v>
                </c:pt>
                <c:pt idx="20190">
                  <c:v>21</c:v>
                </c:pt>
                <c:pt idx="20191">
                  <c:v>22</c:v>
                </c:pt>
                <c:pt idx="20192">
                  <c:v>4</c:v>
                </c:pt>
                <c:pt idx="20193">
                  <c:v>0</c:v>
                </c:pt>
                <c:pt idx="20194">
                  <c:v>2</c:v>
                </c:pt>
                <c:pt idx="20195">
                  <c:v>2</c:v>
                </c:pt>
                <c:pt idx="20196">
                  <c:v>0</c:v>
                </c:pt>
                <c:pt idx="20197">
                  <c:v>60</c:v>
                </c:pt>
                <c:pt idx="20198">
                  <c:v>0</c:v>
                </c:pt>
                <c:pt idx="20199">
                  <c:v>3</c:v>
                </c:pt>
                <c:pt idx="20200">
                  <c:v>2</c:v>
                </c:pt>
                <c:pt idx="20201">
                  <c:v>3</c:v>
                </c:pt>
                <c:pt idx="20202">
                  <c:v>24</c:v>
                </c:pt>
                <c:pt idx="20203">
                  <c:v>21</c:v>
                </c:pt>
                <c:pt idx="20204">
                  <c:v>30</c:v>
                </c:pt>
                <c:pt idx="20205">
                  <c:v>3</c:v>
                </c:pt>
                <c:pt idx="20206">
                  <c:v>1</c:v>
                </c:pt>
                <c:pt idx="20207">
                  <c:v>2</c:v>
                </c:pt>
                <c:pt idx="20208">
                  <c:v>1</c:v>
                </c:pt>
                <c:pt idx="20209">
                  <c:v>1</c:v>
                </c:pt>
                <c:pt idx="20210">
                  <c:v>18</c:v>
                </c:pt>
                <c:pt idx="20211">
                  <c:v>0</c:v>
                </c:pt>
                <c:pt idx="20212">
                  <c:v>8</c:v>
                </c:pt>
                <c:pt idx="20213">
                  <c:v>28</c:v>
                </c:pt>
                <c:pt idx="20214">
                  <c:v>0</c:v>
                </c:pt>
                <c:pt idx="20215">
                  <c:v>30</c:v>
                </c:pt>
                <c:pt idx="20216">
                  <c:v>0</c:v>
                </c:pt>
                <c:pt idx="20217">
                  <c:v>0</c:v>
                </c:pt>
                <c:pt idx="20218">
                  <c:v>0</c:v>
                </c:pt>
                <c:pt idx="20219">
                  <c:v>0</c:v>
                </c:pt>
                <c:pt idx="20220">
                  <c:v>0</c:v>
                </c:pt>
                <c:pt idx="20221">
                  <c:v>0</c:v>
                </c:pt>
                <c:pt idx="20222">
                  <c:v>0</c:v>
                </c:pt>
                <c:pt idx="20223">
                  <c:v>0</c:v>
                </c:pt>
                <c:pt idx="20224">
                  <c:v>0</c:v>
                </c:pt>
                <c:pt idx="20225">
                  <c:v>14</c:v>
                </c:pt>
                <c:pt idx="20226">
                  <c:v>0</c:v>
                </c:pt>
                <c:pt idx="20227">
                  <c:v>42</c:v>
                </c:pt>
                <c:pt idx="20228">
                  <c:v>0</c:v>
                </c:pt>
                <c:pt idx="20229">
                  <c:v>21</c:v>
                </c:pt>
                <c:pt idx="20230">
                  <c:v>21</c:v>
                </c:pt>
                <c:pt idx="20231">
                  <c:v>105</c:v>
                </c:pt>
                <c:pt idx="20232">
                  <c:v>105</c:v>
                </c:pt>
                <c:pt idx="20233">
                  <c:v>294</c:v>
                </c:pt>
                <c:pt idx="20234">
                  <c:v>40</c:v>
                </c:pt>
                <c:pt idx="20235">
                  <c:v>2</c:v>
                </c:pt>
                <c:pt idx="20236">
                  <c:v>9</c:v>
                </c:pt>
                <c:pt idx="20237">
                  <c:v>0</c:v>
                </c:pt>
                <c:pt idx="20238">
                  <c:v>38</c:v>
                </c:pt>
                <c:pt idx="20239">
                  <c:v>0</c:v>
                </c:pt>
                <c:pt idx="20240">
                  <c:v>17</c:v>
                </c:pt>
                <c:pt idx="20241">
                  <c:v>16</c:v>
                </c:pt>
                <c:pt idx="20242">
                  <c:v>0</c:v>
                </c:pt>
                <c:pt idx="20243">
                  <c:v>0</c:v>
                </c:pt>
                <c:pt idx="20244">
                  <c:v>15</c:v>
                </c:pt>
                <c:pt idx="20245">
                  <c:v>0</c:v>
                </c:pt>
                <c:pt idx="20246">
                  <c:v>0</c:v>
                </c:pt>
                <c:pt idx="20247">
                  <c:v>24</c:v>
                </c:pt>
                <c:pt idx="20248">
                  <c:v>14</c:v>
                </c:pt>
                <c:pt idx="20249">
                  <c:v>0</c:v>
                </c:pt>
                <c:pt idx="20250">
                  <c:v>28</c:v>
                </c:pt>
                <c:pt idx="20251">
                  <c:v>10</c:v>
                </c:pt>
                <c:pt idx="20252">
                  <c:v>2</c:v>
                </c:pt>
                <c:pt idx="20253">
                  <c:v>0</c:v>
                </c:pt>
                <c:pt idx="20254">
                  <c:v>0</c:v>
                </c:pt>
                <c:pt idx="20255">
                  <c:v>0</c:v>
                </c:pt>
                <c:pt idx="20256">
                  <c:v>84</c:v>
                </c:pt>
                <c:pt idx="20257">
                  <c:v>50</c:v>
                </c:pt>
                <c:pt idx="20258">
                  <c:v>2</c:v>
                </c:pt>
                <c:pt idx="20259">
                  <c:v>16</c:v>
                </c:pt>
                <c:pt idx="20260">
                  <c:v>0</c:v>
                </c:pt>
                <c:pt idx="20261">
                  <c:v>0</c:v>
                </c:pt>
                <c:pt idx="20262">
                  <c:v>0</c:v>
                </c:pt>
                <c:pt idx="20263">
                  <c:v>0</c:v>
                </c:pt>
                <c:pt idx="20264">
                  <c:v>5</c:v>
                </c:pt>
                <c:pt idx="20265">
                  <c:v>4</c:v>
                </c:pt>
                <c:pt idx="20266">
                  <c:v>5</c:v>
                </c:pt>
                <c:pt idx="20267">
                  <c:v>0</c:v>
                </c:pt>
                <c:pt idx="20268">
                  <c:v>2</c:v>
                </c:pt>
                <c:pt idx="20269">
                  <c:v>2</c:v>
                </c:pt>
                <c:pt idx="20270">
                  <c:v>18</c:v>
                </c:pt>
                <c:pt idx="20271">
                  <c:v>1</c:v>
                </c:pt>
                <c:pt idx="20272">
                  <c:v>0</c:v>
                </c:pt>
                <c:pt idx="20273">
                  <c:v>0</c:v>
                </c:pt>
                <c:pt idx="20274">
                  <c:v>28</c:v>
                </c:pt>
                <c:pt idx="20275">
                  <c:v>0</c:v>
                </c:pt>
                <c:pt idx="20276">
                  <c:v>0</c:v>
                </c:pt>
                <c:pt idx="20277">
                  <c:v>0</c:v>
                </c:pt>
                <c:pt idx="20278">
                  <c:v>0</c:v>
                </c:pt>
                <c:pt idx="20279">
                  <c:v>0</c:v>
                </c:pt>
                <c:pt idx="20280">
                  <c:v>0</c:v>
                </c:pt>
                <c:pt idx="20281">
                  <c:v>0</c:v>
                </c:pt>
                <c:pt idx="20282">
                  <c:v>0</c:v>
                </c:pt>
                <c:pt idx="20283">
                  <c:v>12</c:v>
                </c:pt>
                <c:pt idx="20284">
                  <c:v>25</c:v>
                </c:pt>
                <c:pt idx="20285">
                  <c:v>0</c:v>
                </c:pt>
                <c:pt idx="20286">
                  <c:v>12</c:v>
                </c:pt>
                <c:pt idx="20287">
                  <c:v>0</c:v>
                </c:pt>
                <c:pt idx="20288">
                  <c:v>30</c:v>
                </c:pt>
                <c:pt idx="20289">
                  <c:v>0</c:v>
                </c:pt>
                <c:pt idx="20290">
                  <c:v>2</c:v>
                </c:pt>
                <c:pt idx="20291">
                  <c:v>6</c:v>
                </c:pt>
                <c:pt idx="20292">
                  <c:v>0</c:v>
                </c:pt>
                <c:pt idx="20293">
                  <c:v>0</c:v>
                </c:pt>
                <c:pt idx="20294">
                  <c:v>21</c:v>
                </c:pt>
                <c:pt idx="20295">
                  <c:v>0</c:v>
                </c:pt>
                <c:pt idx="20296">
                  <c:v>0</c:v>
                </c:pt>
                <c:pt idx="20297">
                  <c:v>0</c:v>
                </c:pt>
                <c:pt idx="20298">
                  <c:v>0</c:v>
                </c:pt>
                <c:pt idx="20299">
                  <c:v>0</c:v>
                </c:pt>
                <c:pt idx="20300">
                  <c:v>0</c:v>
                </c:pt>
                <c:pt idx="20301">
                  <c:v>0</c:v>
                </c:pt>
                <c:pt idx="20302">
                  <c:v>30</c:v>
                </c:pt>
                <c:pt idx="20303">
                  <c:v>0</c:v>
                </c:pt>
                <c:pt idx="20304">
                  <c:v>0</c:v>
                </c:pt>
                <c:pt idx="20305">
                  <c:v>0</c:v>
                </c:pt>
                <c:pt idx="20306">
                  <c:v>10</c:v>
                </c:pt>
                <c:pt idx="20307">
                  <c:v>0</c:v>
                </c:pt>
                <c:pt idx="20308">
                  <c:v>2</c:v>
                </c:pt>
                <c:pt idx="20309">
                  <c:v>0</c:v>
                </c:pt>
                <c:pt idx="20310">
                  <c:v>0</c:v>
                </c:pt>
                <c:pt idx="20311">
                  <c:v>0</c:v>
                </c:pt>
                <c:pt idx="20312">
                  <c:v>0</c:v>
                </c:pt>
                <c:pt idx="20313">
                  <c:v>3</c:v>
                </c:pt>
                <c:pt idx="20314">
                  <c:v>6</c:v>
                </c:pt>
                <c:pt idx="20315">
                  <c:v>0</c:v>
                </c:pt>
                <c:pt idx="20316">
                  <c:v>98</c:v>
                </c:pt>
                <c:pt idx="20317">
                  <c:v>56</c:v>
                </c:pt>
                <c:pt idx="20318">
                  <c:v>2</c:v>
                </c:pt>
                <c:pt idx="20319">
                  <c:v>10</c:v>
                </c:pt>
                <c:pt idx="20320">
                  <c:v>28</c:v>
                </c:pt>
                <c:pt idx="20321">
                  <c:v>0</c:v>
                </c:pt>
                <c:pt idx="20322">
                  <c:v>0</c:v>
                </c:pt>
                <c:pt idx="20323">
                  <c:v>2</c:v>
                </c:pt>
                <c:pt idx="20324">
                  <c:v>5</c:v>
                </c:pt>
                <c:pt idx="20325">
                  <c:v>112</c:v>
                </c:pt>
                <c:pt idx="20326">
                  <c:v>0</c:v>
                </c:pt>
                <c:pt idx="20327">
                  <c:v>3</c:v>
                </c:pt>
                <c:pt idx="20328">
                  <c:v>100</c:v>
                </c:pt>
                <c:pt idx="20329">
                  <c:v>0</c:v>
                </c:pt>
                <c:pt idx="20330">
                  <c:v>0</c:v>
                </c:pt>
                <c:pt idx="20331">
                  <c:v>42</c:v>
                </c:pt>
                <c:pt idx="20332">
                  <c:v>0</c:v>
                </c:pt>
                <c:pt idx="20333">
                  <c:v>0</c:v>
                </c:pt>
                <c:pt idx="20334">
                  <c:v>0</c:v>
                </c:pt>
                <c:pt idx="20335">
                  <c:v>0</c:v>
                </c:pt>
                <c:pt idx="20336">
                  <c:v>63</c:v>
                </c:pt>
                <c:pt idx="20337">
                  <c:v>0</c:v>
                </c:pt>
                <c:pt idx="20338">
                  <c:v>2</c:v>
                </c:pt>
                <c:pt idx="20339">
                  <c:v>0</c:v>
                </c:pt>
                <c:pt idx="20340">
                  <c:v>84</c:v>
                </c:pt>
                <c:pt idx="20341">
                  <c:v>0</c:v>
                </c:pt>
                <c:pt idx="20342">
                  <c:v>90</c:v>
                </c:pt>
                <c:pt idx="20343">
                  <c:v>6</c:v>
                </c:pt>
                <c:pt idx="20344">
                  <c:v>2</c:v>
                </c:pt>
                <c:pt idx="20345">
                  <c:v>28</c:v>
                </c:pt>
                <c:pt idx="20346">
                  <c:v>21</c:v>
                </c:pt>
                <c:pt idx="20347">
                  <c:v>84</c:v>
                </c:pt>
                <c:pt idx="20348">
                  <c:v>6</c:v>
                </c:pt>
                <c:pt idx="20349">
                  <c:v>28</c:v>
                </c:pt>
                <c:pt idx="20350">
                  <c:v>0</c:v>
                </c:pt>
                <c:pt idx="20351">
                  <c:v>0</c:v>
                </c:pt>
                <c:pt idx="20352">
                  <c:v>4</c:v>
                </c:pt>
                <c:pt idx="20353">
                  <c:v>0</c:v>
                </c:pt>
                <c:pt idx="20354">
                  <c:v>24</c:v>
                </c:pt>
                <c:pt idx="20355">
                  <c:v>0</c:v>
                </c:pt>
                <c:pt idx="20356">
                  <c:v>20</c:v>
                </c:pt>
                <c:pt idx="20357">
                  <c:v>1</c:v>
                </c:pt>
                <c:pt idx="20358">
                  <c:v>80</c:v>
                </c:pt>
                <c:pt idx="20359">
                  <c:v>1</c:v>
                </c:pt>
                <c:pt idx="20360">
                  <c:v>7</c:v>
                </c:pt>
                <c:pt idx="20361">
                  <c:v>0</c:v>
                </c:pt>
                <c:pt idx="20362">
                  <c:v>0</c:v>
                </c:pt>
                <c:pt idx="20363">
                  <c:v>3</c:v>
                </c:pt>
                <c:pt idx="20364">
                  <c:v>2</c:v>
                </c:pt>
                <c:pt idx="20365">
                  <c:v>0</c:v>
                </c:pt>
                <c:pt idx="20366">
                  <c:v>1</c:v>
                </c:pt>
                <c:pt idx="20367">
                  <c:v>4</c:v>
                </c:pt>
                <c:pt idx="20368">
                  <c:v>0</c:v>
                </c:pt>
                <c:pt idx="20369">
                  <c:v>36</c:v>
                </c:pt>
                <c:pt idx="20370">
                  <c:v>8</c:v>
                </c:pt>
                <c:pt idx="20371">
                  <c:v>30</c:v>
                </c:pt>
                <c:pt idx="20372">
                  <c:v>6</c:v>
                </c:pt>
                <c:pt idx="20373">
                  <c:v>32</c:v>
                </c:pt>
                <c:pt idx="20374">
                  <c:v>35</c:v>
                </c:pt>
                <c:pt idx="20375">
                  <c:v>0</c:v>
                </c:pt>
                <c:pt idx="20376">
                  <c:v>0</c:v>
                </c:pt>
                <c:pt idx="20377">
                  <c:v>9</c:v>
                </c:pt>
                <c:pt idx="20378">
                  <c:v>0</c:v>
                </c:pt>
                <c:pt idx="20379">
                  <c:v>17</c:v>
                </c:pt>
                <c:pt idx="20380">
                  <c:v>0</c:v>
                </c:pt>
                <c:pt idx="20381">
                  <c:v>0</c:v>
                </c:pt>
                <c:pt idx="20382">
                  <c:v>0</c:v>
                </c:pt>
                <c:pt idx="20383">
                  <c:v>90</c:v>
                </c:pt>
                <c:pt idx="20384">
                  <c:v>0</c:v>
                </c:pt>
                <c:pt idx="20385">
                  <c:v>0</c:v>
                </c:pt>
                <c:pt idx="20386">
                  <c:v>30</c:v>
                </c:pt>
                <c:pt idx="20387">
                  <c:v>0</c:v>
                </c:pt>
                <c:pt idx="20388">
                  <c:v>0</c:v>
                </c:pt>
                <c:pt idx="20389">
                  <c:v>0</c:v>
                </c:pt>
                <c:pt idx="20390">
                  <c:v>12</c:v>
                </c:pt>
                <c:pt idx="20391">
                  <c:v>6</c:v>
                </c:pt>
                <c:pt idx="20392">
                  <c:v>0</c:v>
                </c:pt>
                <c:pt idx="20393">
                  <c:v>0</c:v>
                </c:pt>
                <c:pt idx="20394">
                  <c:v>1</c:v>
                </c:pt>
                <c:pt idx="20395">
                  <c:v>0</c:v>
                </c:pt>
                <c:pt idx="20396">
                  <c:v>0</c:v>
                </c:pt>
                <c:pt idx="20397">
                  <c:v>0</c:v>
                </c:pt>
                <c:pt idx="20398">
                  <c:v>0</c:v>
                </c:pt>
                <c:pt idx="20399">
                  <c:v>5</c:v>
                </c:pt>
                <c:pt idx="20400">
                  <c:v>0</c:v>
                </c:pt>
                <c:pt idx="20401">
                  <c:v>3</c:v>
                </c:pt>
                <c:pt idx="20402">
                  <c:v>2</c:v>
                </c:pt>
                <c:pt idx="20403">
                  <c:v>0</c:v>
                </c:pt>
                <c:pt idx="20404">
                  <c:v>25</c:v>
                </c:pt>
                <c:pt idx="20405">
                  <c:v>0</c:v>
                </c:pt>
                <c:pt idx="20406">
                  <c:v>15</c:v>
                </c:pt>
                <c:pt idx="20407">
                  <c:v>0</c:v>
                </c:pt>
                <c:pt idx="20408">
                  <c:v>6</c:v>
                </c:pt>
                <c:pt idx="20409">
                  <c:v>0</c:v>
                </c:pt>
                <c:pt idx="20410">
                  <c:v>0</c:v>
                </c:pt>
                <c:pt idx="20411">
                  <c:v>0</c:v>
                </c:pt>
                <c:pt idx="20412">
                  <c:v>0</c:v>
                </c:pt>
                <c:pt idx="20413">
                  <c:v>22</c:v>
                </c:pt>
                <c:pt idx="20414">
                  <c:v>0</c:v>
                </c:pt>
                <c:pt idx="20415">
                  <c:v>0</c:v>
                </c:pt>
                <c:pt idx="20416">
                  <c:v>0</c:v>
                </c:pt>
                <c:pt idx="20417">
                  <c:v>1</c:v>
                </c:pt>
                <c:pt idx="20418">
                  <c:v>0</c:v>
                </c:pt>
                <c:pt idx="20419">
                  <c:v>0</c:v>
                </c:pt>
                <c:pt idx="20420">
                  <c:v>3</c:v>
                </c:pt>
                <c:pt idx="20421">
                  <c:v>21</c:v>
                </c:pt>
                <c:pt idx="20422">
                  <c:v>0</c:v>
                </c:pt>
                <c:pt idx="20423">
                  <c:v>0</c:v>
                </c:pt>
                <c:pt idx="20424">
                  <c:v>8</c:v>
                </c:pt>
                <c:pt idx="20425">
                  <c:v>0</c:v>
                </c:pt>
                <c:pt idx="20426">
                  <c:v>0</c:v>
                </c:pt>
                <c:pt idx="20427">
                  <c:v>3</c:v>
                </c:pt>
                <c:pt idx="20428">
                  <c:v>6</c:v>
                </c:pt>
                <c:pt idx="20429">
                  <c:v>0</c:v>
                </c:pt>
                <c:pt idx="20430">
                  <c:v>1</c:v>
                </c:pt>
                <c:pt idx="20431">
                  <c:v>0</c:v>
                </c:pt>
                <c:pt idx="20432">
                  <c:v>0</c:v>
                </c:pt>
                <c:pt idx="20433">
                  <c:v>16</c:v>
                </c:pt>
                <c:pt idx="20434">
                  <c:v>5</c:v>
                </c:pt>
                <c:pt idx="20435">
                  <c:v>13</c:v>
                </c:pt>
                <c:pt idx="20436">
                  <c:v>15</c:v>
                </c:pt>
                <c:pt idx="20437">
                  <c:v>18</c:v>
                </c:pt>
                <c:pt idx="20438">
                  <c:v>0</c:v>
                </c:pt>
                <c:pt idx="20439">
                  <c:v>12</c:v>
                </c:pt>
                <c:pt idx="20440">
                  <c:v>100</c:v>
                </c:pt>
                <c:pt idx="20441">
                  <c:v>13</c:v>
                </c:pt>
                <c:pt idx="20442">
                  <c:v>14</c:v>
                </c:pt>
                <c:pt idx="20443">
                  <c:v>12</c:v>
                </c:pt>
                <c:pt idx="20444">
                  <c:v>0</c:v>
                </c:pt>
                <c:pt idx="20445">
                  <c:v>3</c:v>
                </c:pt>
                <c:pt idx="20446">
                  <c:v>0</c:v>
                </c:pt>
                <c:pt idx="20447">
                  <c:v>0</c:v>
                </c:pt>
                <c:pt idx="20448">
                  <c:v>4</c:v>
                </c:pt>
                <c:pt idx="20449">
                  <c:v>14</c:v>
                </c:pt>
                <c:pt idx="20450">
                  <c:v>0</c:v>
                </c:pt>
                <c:pt idx="20451">
                  <c:v>0</c:v>
                </c:pt>
                <c:pt idx="20452">
                  <c:v>0</c:v>
                </c:pt>
                <c:pt idx="20453">
                  <c:v>250</c:v>
                </c:pt>
                <c:pt idx="20454">
                  <c:v>9</c:v>
                </c:pt>
                <c:pt idx="20455">
                  <c:v>0</c:v>
                </c:pt>
                <c:pt idx="20456">
                  <c:v>6</c:v>
                </c:pt>
                <c:pt idx="20457">
                  <c:v>4</c:v>
                </c:pt>
                <c:pt idx="20458">
                  <c:v>28</c:v>
                </c:pt>
                <c:pt idx="20459">
                  <c:v>13</c:v>
                </c:pt>
                <c:pt idx="20460">
                  <c:v>21</c:v>
                </c:pt>
                <c:pt idx="20461">
                  <c:v>0</c:v>
                </c:pt>
                <c:pt idx="20462">
                  <c:v>5</c:v>
                </c:pt>
                <c:pt idx="20463">
                  <c:v>0</c:v>
                </c:pt>
                <c:pt idx="20464">
                  <c:v>12</c:v>
                </c:pt>
                <c:pt idx="20465">
                  <c:v>6</c:v>
                </c:pt>
                <c:pt idx="20466">
                  <c:v>0</c:v>
                </c:pt>
                <c:pt idx="20467">
                  <c:v>0</c:v>
                </c:pt>
                <c:pt idx="20468">
                  <c:v>0</c:v>
                </c:pt>
                <c:pt idx="20469">
                  <c:v>28</c:v>
                </c:pt>
                <c:pt idx="20470">
                  <c:v>1</c:v>
                </c:pt>
                <c:pt idx="20471">
                  <c:v>60</c:v>
                </c:pt>
                <c:pt idx="20472">
                  <c:v>147</c:v>
                </c:pt>
                <c:pt idx="20473">
                  <c:v>0</c:v>
                </c:pt>
                <c:pt idx="20474">
                  <c:v>0</c:v>
                </c:pt>
                <c:pt idx="20475">
                  <c:v>7</c:v>
                </c:pt>
                <c:pt idx="20476">
                  <c:v>0</c:v>
                </c:pt>
                <c:pt idx="20477">
                  <c:v>3</c:v>
                </c:pt>
                <c:pt idx="20478">
                  <c:v>0</c:v>
                </c:pt>
                <c:pt idx="20479">
                  <c:v>1</c:v>
                </c:pt>
                <c:pt idx="20480">
                  <c:v>14</c:v>
                </c:pt>
                <c:pt idx="20481">
                  <c:v>120</c:v>
                </c:pt>
                <c:pt idx="20482">
                  <c:v>28</c:v>
                </c:pt>
                <c:pt idx="20483">
                  <c:v>3</c:v>
                </c:pt>
                <c:pt idx="20484">
                  <c:v>2</c:v>
                </c:pt>
                <c:pt idx="20485">
                  <c:v>12</c:v>
                </c:pt>
                <c:pt idx="20486">
                  <c:v>84</c:v>
                </c:pt>
                <c:pt idx="20487">
                  <c:v>3</c:v>
                </c:pt>
                <c:pt idx="20488">
                  <c:v>80</c:v>
                </c:pt>
                <c:pt idx="20489">
                  <c:v>4</c:v>
                </c:pt>
                <c:pt idx="20490">
                  <c:v>0</c:v>
                </c:pt>
                <c:pt idx="20491">
                  <c:v>0</c:v>
                </c:pt>
                <c:pt idx="20492">
                  <c:v>57</c:v>
                </c:pt>
                <c:pt idx="20493">
                  <c:v>15</c:v>
                </c:pt>
                <c:pt idx="20494">
                  <c:v>6</c:v>
                </c:pt>
                <c:pt idx="20495">
                  <c:v>0</c:v>
                </c:pt>
                <c:pt idx="20496">
                  <c:v>45</c:v>
                </c:pt>
                <c:pt idx="20497">
                  <c:v>280</c:v>
                </c:pt>
                <c:pt idx="20498">
                  <c:v>15</c:v>
                </c:pt>
                <c:pt idx="20499">
                  <c:v>9</c:v>
                </c:pt>
                <c:pt idx="20500">
                  <c:v>30</c:v>
                </c:pt>
                <c:pt idx="20501">
                  <c:v>2</c:v>
                </c:pt>
                <c:pt idx="20502">
                  <c:v>16</c:v>
                </c:pt>
                <c:pt idx="20503">
                  <c:v>1</c:v>
                </c:pt>
                <c:pt idx="20504">
                  <c:v>4</c:v>
                </c:pt>
                <c:pt idx="20505">
                  <c:v>0</c:v>
                </c:pt>
                <c:pt idx="20506">
                  <c:v>1</c:v>
                </c:pt>
                <c:pt idx="20507">
                  <c:v>0</c:v>
                </c:pt>
                <c:pt idx="20508">
                  <c:v>0</c:v>
                </c:pt>
                <c:pt idx="20509">
                  <c:v>0</c:v>
                </c:pt>
                <c:pt idx="20510">
                  <c:v>0</c:v>
                </c:pt>
                <c:pt idx="20511">
                  <c:v>16</c:v>
                </c:pt>
                <c:pt idx="20512">
                  <c:v>0</c:v>
                </c:pt>
                <c:pt idx="20513">
                  <c:v>0</c:v>
                </c:pt>
                <c:pt idx="20514">
                  <c:v>30</c:v>
                </c:pt>
                <c:pt idx="20515">
                  <c:v>140</c:v>
                </c:pt>
                <c:pt idx="20516">
                  <c:v>112</c:v>
                </c:pt>
                <c:pt idx="20517">
                  <c:v>28</c:v>
                </c:pt>
                <c:pt idx="20518">
                  <c:v>140</c:v>
                </c:pt>
                <c:pt idx="20519">
                  <c:v>75</c:v>
                </c:pt>
                <c:pt idx="20520">
                  <c:v>14</c:v>
                </c:pt>
                <c:pt idx="20521">
                  <c:v>30</c:v>
                </c:pt>
                <c:pt idx="20522">
                  <c:v>60</c:v>
                </c:pt>
                <c:pt idx="20523">
                  <c:v>0</c:v>
                </c:pt>
                <c:pt idx="20524">
                  <c:v>24</c:v>
                </c:pt>
                <c:pt idx="20525">
                  <c:v>11</c:v>
                </c:pt>
                <c:pt idx="20526">
                  <c:v>5</c:v>
                </c:pt>
                <c:pt idx="20527">
                  <c:v>7</c:v>
                </c:pt>
                <c:pt idx="20528">
                  <c:v>0</c:v>
                </c:pt>
                <c:pt idx="20529">
                  <c:v>0</c:v>
                </c:pt>
                <c:pt idx="20530">
                  <c:v>90</c:v>
                </c:pt>
                <c:pt idx="20531">
                  <c:v>0</c:v>
                </c:pt>
                <c:pt idx="20532">
                  <c:v>0</c:v>
                </c:pt>
                <c:pt idx="20533">
                  <c:v>20</c:v>
                </c:pt>
                <c:pt idx="20534">
                  <c:v>3</c:v>
                </c:pt>
                <c:pt idx="20535">
                  <c:v>1</c:v>
                </c:pt>
                <c:pt idx="20536">
                  <c:v>28</c:v>
                </c:pt>
                <c:pt idx="20537">
                  <c:v>0</c:v>
                </c:pt>
                <c:pt idx="20538">
                  <c:v>12</c:v>
                </c:pt>
                <c:pt idx="20539">
                  <c:v>7</c:v>
                </c:pt>
                <c:pt idx="20540">
                  <c:v>12</c:v>
                </c:pt>
                <c:pt idx="20541">
                  <c:v>0</c:v>
                </c:pt>
                <c:pt idx="20542">
                  <c:v>65</c:v>
                </c:pt>
                <c:pt idx="20543">
                  <c:v>0</c:v>
                </c:pt>
                <c:pt idx="20544">
                  <c:v>0</c:v>
                </c:pt>
                <c:pt idx="20545">
                  <c:v>10</c:v>
                </c:pt>
                <c:pt idx="20546">
                  <c:v>50</c:v>
                </c:pt>
                <c:pt idx="20547">
                  <c:v>20</c:v>
                </c:pt>
                <c:pt idx="20548">
                  <c:v>0</c:v>
                </c:pt>
                <c:pt idx="20549">
                  <c:v>0</c:v>
                </c:pt>
                <c:pt idx="20550">
                  <c:v>0</c:v>
                </c:pt>
                <c:pt idx="20551">
                  <c:v>4</c:v>
                </c:pt>
                <c:pt idx="20552">
                  <c:v>3</c:v>
                </c:pt>
                <c:pt idx="20553">
                  <c:v>0</c:v>
                </c:pt>
                <c:pt idx="20554">
                  <c:v>0</c:v>
                </c:pt>
                <c:pt idx="20555">
                  <c:v>0</c:v>
                </c:pt>
                <c:pt idx="20556">
                  <c:v>0</c:v>
                </c:pt>
                <c:pt idx="20557">
                  <c:v>0</c:v>
                </c:pt>
                <c:pt idx="20558">
                  <c:v>63</c:v>
                </c:pt>
                <c:pt idx="20559">
                  <c:v>56</c:v>
                </c:pt>
                <c:pt idx="20560">
                  <c:v>42</c:v>
                </c:pt>
                <c:pt idx="20561">
                  <c:v>65</c:v>
                </c:pt>
                <c:pt idx="20562">
                  <c:v>33</c:v>
                </c:pt>
                <c:pt idx="20563">
                  <c:v>105</c:v>
                </c:pt>
                <c:pt idx="20564">
                  <c:v>63</c:v>
                </c:pt>
                <c:pt idx="20565">
                  <c:v>0</c:v>
                </c:pt>
                <c:pt idx="20566">
                  <c:v>0</c:v>
                </c:pt>
                <c:pt idx="20567">
                  <c:v>0</c:v>
                </c:pt>
                <c:pt idx="20568">
                  <c:v>16</c:v>
                </c:pt>
                <c:pt idx="20569">
                  <c:v>5</c:v>
                </c:pt>
                <c:pt idx="20570">
                  <c:v>0</c:v>
                </c:pt>
                <c:pt idx="20571">
                  <c:v>0</c:v>
                </c:pt>
                <c:pt idx="20572">
                  <c:v>3</c:v>
                </c:pt>
                <c:pt idx="20573">
                  <c:v>2</c:v>
                </c:pt>
                <c:pt idx="20574">
                  <c:v>0</c:v>
                </c:pt>
                <c:pt idx="20575">
                  <c:v>0</c:v>
                </c:pt>
                <c:pt idx="20576">
                  <c:v>0</c:v>
                </c:pt>
                <c:pt idx="20577">
                  <c:v>5</c:v>
                </c:pt>
                <c:pt idx="20578">
                  <c:v>6</c:v>
                </c:pt>
                <c:pt idx="20579">
                  <c:v>0</c:v>
                </c:pt>
                <c:pt idx="20580">
                  <c:v>15</c:v>
                </c:pt>
                <c:pt idx="20581">
                  <c:v>3</c:v>
                </c:pt>
                <c:pt idx="20582">
                  <c:v>0</c:v>
                </c:pt>
                <c:pt idx="20583">
                  <c:v>16</c:v>
                </c:pt>
                <c:pt idx="20584">
                  <c:v>4</c:v>
                </c:pt>
                <c:pt idx="20585">
                  <c:v>0</c:v>
                </c:pt>
                <c:pt idx="20586">
                  <c:v>84</c:v>
                </c:pt>
                <c:pt idx="20587">
                  <c:v>0</c:v>
                </c:pt>
                <c:pt idx="20588">
                  <c:v>0</c:v>
                </c:pt>
                <c:pt idx="20589">
                  <c:v>0</c:v>
                </c:pt>
                <c:pt idx="20590">
                  <c:v>19</c:v>
                </c:pt>
                <c:pt idx="20591">
                  <c:v>0</c:v>
                </c:pt>
                <c:pt idx="20592">
                  <c:v>0</c:v>
                </c:pt>
                <c:pt idx="20593">
                  <c:v>4</c:v>
                </c:pt>
                <c:pt idx="20594">
                  <c:v>0</c:v>
                </c:pt>
                <c:pt idx="20595">
                  <c:v>20</c:v>
                </c:pt>
                <c:pt idx="20596">
                  <c:v>7</c:v>
                </c:pt>
                <c:pt idx="20597">
                  <c:v>10</c:v>
                </c:pt>
                <c:pt idx="20598">
                  <c:v>0</c:v>
                </c:pt>
                <c:pt idx="20599">
                  <c:v>0</c:v>
                </c:pt>
                <c:pt idx="20600">
                  <c:v>0</c:v>
                </c:pt>
                <c:pt idx="20601">
                  <c:v>0</c:v>
                </c:pt>
                <c:pt idx="20602">
                  <c:v>4</c:v>
                </c:pt>
                <c:pt idx="20603">
                  <c:v>20</c:v>
                </c:pt>
                <c:pt idx="20604">
                  <c:v>6</c:v>
                </c:pt>
                <c:pt idx="20605">
                  <c:v>2</c:v>
                </c:pt>
                <c:pt idx="20606">
                  <c:v>56</c:v>
                </c:pt>
                <c:pt idx="20607">
                  <c:v>12</c:v>
                </c:pt>
                <c:pt idx="20608">
                  <c:v>4</c:v>
                </c:pt>
                <c:pt idx="20609">
                  <c:v>60</c:v>
                </c:pt>
                <c:pt idx="20610">
                  <c:v>0</c:v>
                </c:pt>
                <c:pt idx="20611">
                  <c:v>0</c:v>
                </c:pt>
                <c:pt idx="20612">
                  <c:v>4</c:v>
                </c:pt>
                <c:pt idx="20613">
                  <c:v>0</c:v>
                </c:pt>
                <c:pt idx="20614">
                  <c:v>0</c:v>
                </c:pt>
                <c:pt idx="20615">
                  <c:v>0</c:v>
                </c:pt>
                <c:pt idx="20616">
                  <c:v>0</c:v>
                </c:pt>
                <c:pt idx="20617">
                  <c:v>1</c:v>
                </c:pt>
                <c:pt idx="20618">
                  <c:v>0</c:v>
                </c:pt>
                <c:pt idx="20619">
                  <c:v>2</c:v>
                </c:pt>
                <c:pt idx="20620">
                  <c:v>6</c:v>
                </c:pt>
                <c:pt idx="20621">
                  <c:v>0</c:v>
                </c:pt>
                <c:pt idx="20622">
                  <c:v>19</c:v>
                </c:pt>
                <c:pt idx="20623">
                  <c:v>0</c:v>
                </c:pt>
                <c:pt idx="20624">
                  <c:v>0</c:v>
                </c:pt>
                <c:pt idx="20625">
                  <c:v>0</c:v>
                </c:pt>
                <c:pt idx="20626">
                  <c:v>63</c:v>
                </c:pt>
                <c:pt idx="20627">
                  <c:v>30</c:v>
                </c:pt>
                <c:pt idx="20628">
                  <c:v>0</c:v>
                </c:pt>
                <c:pt idx="20629">
                  <c:v>11</c:v>
                </c:pt>
                <c:pt idx="20630">
                  <c:v>6</c:v>
                </c:pt>
                <c:pt idx="20631">
                  <c:v>0</c:v>
                </c:pt>
                <c:pt idx="20632">
                  <c:v>20</c:v>
                </c:pt>
                <c:pt idx="20633">
                  <c:v>0</c:v>
                </c:pt>
                <c:pt idx="20634">
                  <c:v>0</c:v>
                </c:pt>
                <c:pt idx="20635">
                  <c:v>44</c:v>
                </c:pt>
                <c:pt idx="20636">
                  <c:v>90</c:v>
                </c:pt>
                <c:pt idx="20637">
                  <c:v>0</c:v>
                </c:pt>
                <c:pt idx="20638">
                  <c:v>2</c:v>
                </c:pt>
                <c:pt idx="20639">
                  <c:v>1</c:v>
                </c:pt>
                <c:pt idx="20640">
                  <c:v>0</c:v>
                </c:pt>
                <c:pt idx="20641">
                  <c:v>0</c:v>
                </c:pt>
                <c:pt idx="20642">
                  <c:v>0</c:v>
                </c:pt>
                <c:pt idx="20643">
                  <c:v>0</c:v>
                </c:pt>
                <c:pt idx="20644">
                  <c:v>15</c:v>
                </c:pt>
                <c:pt idx="20645">
                  <c:v>16</c:v>
                </c:pt>
                <c:pt idx="20646">
                  <c:v>0</c:v>
                </c:pt>
                <c:pt idx="20647">
                  <c:v>0</c:v>
                </c:pt>
                <c:pt idx="20648">
                  <c:v>19</c:v>
                </c:pt>
                <c:pt idx="20649">
                  <c:v>0</c:v>
                </c:pt>
                <c:pt idx="20650">
                  <c:v>9</c:v>
                </c:pt>
                <c:pt idx="20651">
                  <c:v>0</c:v>
                </c:pt>
                <c:pt idx="20652">
                  <c:v>6</c:v>
                </c:pt>
                <c:pt idx="20653">
                  <c:v>30</c:v>
                </c:pt>
                <c:pt idx="20654">
                  <c:v>28</c:v>
                </c:pt>
                <c:pt idx="20655">
                  <c:v>0</c:v>
                </c:pt>
                <c:pt idx="20656">
                  <c:v>0</c:v>
                </c:pt>
                <c:pt idx="20657">
                  <c:v>4</c:v>
                </c:pt>
                <c:pt idx="20658">
                  <c:v>0</c:v>
                </c:pt>
                <c:pt idx="20659">
                  <c:v>6</c:v>
                </c:pt>
                <c:pt idx="20660">
                  <c:v>12</c:v>
                </c:pt>
                <c:pt idx="20661">
                  <c:v>0</c:v>
                </c:pt>
                <c:pt idx="20662">
                  <c:v>13</c:v>
                </c:pt>
                <c:pt idx="20663">
                  <c:v>0</c:v>
                </c:pt>
                <c:pt idx="20664">
                  <c:v>0</c:v>
                </c:pt>
                <c:pt idx="20665">
                  <c:v>0</c:v>
                </c:pt>
                <c:pt idx="20666">
                  <c:v>15</c:v>
                </c:pt>
                <c:pt idx="20667">
                  <c:v>6</c:v>
                </c:pt>
                <c:pt idx="20668">
                  <c:v>12</c:v>
                </c:pt>
                <c:pt idx="20669">
                  <c:v>8</c:v>
                </c:pt>
                <c:pt idx="20670">
                  <c:v>9</c:v>
                </c:pt>
                <c:pt idx="20671">
                  <c:v>0</c:v>
                </c:pt>
                <c:pt idx="20672">
                  <c:v>0</c:v>
                </c:pt>
                <c:pt idx="20673">
                  <c:v>2</c:v>
                </c:pt>
                <c:pt idx="20674">
                  <c:v>2</c:v>
                </c:pt>
                <c:pt idx="20675">
                  <c:v>0</c:v>
                </c:pt>
                <c:pt idx="20676">
                  <c:v>0</c:v>
                </c:pt>
                <c:pt idx="20677">
                  <c:v>10</c:v>
                </c:pt>
                <c:pt idx="20678">
                  <c:v>4</c:v>
                </c:pt>
                <c:pt idx="20679">
                  <c:v>0</c:v>
                </c:pt>
                <c:pt idx="20680">
                  <c:v>2</c:v>
                </c:pt>
                <c:pt idx="20681">
                  <c:v>4</c:v>
                </c:pt>
                <c:pt idx="20682">
                  <c:v>30</c:v>
                </c:pt>
                <c:pt idx="20683">
                  <c:v>0</c:v>
                </c:pt>
                <c:pt idx="20684">
                  <c:v>0</c:v>
                </c:pt>
                <c:pt idx="20685">
                  <c:v>0</c:v>
                </c:pt>
                <c:pt idx="20686">
                  <c:v>0</c:v>
                </c:pt>
                <c:pt idx="20687">
                  <c:v>0</c:v>
                </c:pt>
                <c:pt idx="20688">
                  <c:v>20</c:v>
                </c:pt>
                <c:pt idx="20689">
                  <c:v>0</c:v>
                </c:pt>
                <c:pt idx="20690">
                  <c:v>0</c:v>
                </c:pt>
                <c:pt idx="20691">
                  <c:v>0</c:v>
                </c:pt>
                <c:pt idx="20692">
                  <c:v>4</c:v>
                </c:pt>
                <c:pt idx="20693">
                  <c:v>0</c:v>
                </c:pt>
                <c:pt idx="20694">
                  <c:v>0</c:v>
                </c:pt>
                <c:pt idx="20695">
                  <c:v>0</c:v>
                </c:pt>
                <c:pt idx="20696">
                  <c:v>15</c:v>
                </c:pt>
                <c:pt idx="20697">
                  <c:v>7</c:v>
                </c:pt>
                <c:pt idx="20698">
                  <c:v>0</c:v>
                </c:pt>
                <c:pt idx="20699">
                  <c:v>2</c:v>
                </c:pt>
                <c:pt idx="20700">
                  <c:v>0</c:v>
                </c:pt>
                <c:pt idx="20701">
                  <c:v>0</c:v>
                </c:pt>
                <c:pt idx="20702">
                  <c:v>2</c:v>
                </c:pt>
                <c:pt idx="20703">
                  <c:v>14</c:v>
                </c:pt>
                <c:pt idx="20704">
                  <c:v>0</c:v>
                </c:pt>
                <c:pt idx="20705">
                  <c:v>0</c:v>
                </c:pt>
                <c:pt idx="20706">
                  <c:v>0</c:v>
                </c:pt>
                <c:pt idx="20707">
                  <c:v>3</c:v>
                </c:pt>
                <c:pt idx="20708">
                  <c:v>0</c:v>
                </c:pt>
                <c:pt idx="20709">
                  <c:v>2</c:v>
                </c:pt>
                <c:pt idx="20710">
                  <c:v>28</c:v>
                </c:pt>
                <c:pt idx="20711">
                  <c:v>0</c:v>
                </c:pt>
                <c:pt idx="20712">
                  <c:v>0</c:v>
                </c:pt>
                <c:pt idx="20713">
                  <c:v>60</c:v>
                </c:pt>
                <c:pt idx="20714">
                  <c:v>0</c:v>
                </c:pt>
                <c:pt idx="20715">
                  <c:v>9</c:v>
                </c:pt>
                <c:pt idx="20716">
                  <c:v>0</c:v>
                </c:pt>
                <c:pt idx="20717">
                  <c:v>12</c:v>
                </c:pt>
                <c:pt idx="20718">
                  <c:v>8</c:v>
                </c:pt>
                <c:pt idx="20719">
                  <c:v>0</c:v>
                </c:pt>
                <c:pt idx="20720">
                  <c:v>0</c:v>
                </c:pt>
                <c:pt idx="20721">
                  <c:v>0</c:v>
                </c:pt>
                <c:pt idx="20722">
                  <c:v>3</c:v>
                </c:pt>
                <c:pt idx="20723">
                  <c:v>0</c:v>
                </c:pt>
                <c:pt idx="20724">
                  <c:v>1</c:v>
                </c:pt>
                <c:pt idx="20725">
                  <c:v>4</c:v>
                </c:pt>
                <c:pt idx="20726">
                  <c:v>1</c:v>
                </c:pt>
                <c:pt idx="20727">
                  <c:v>0</c:v>
                </c:pt>
                <c:pt idx="20728">
                  <c:v>26</c:v>
                </c:pt>
                <c:pt idx="20729">
                  <c:v>6</c:v>
                </c:pt>
                <c:pt idx="20730">
                  <c:v>0</c:v>
                </c:pt>
                <c:pt idx="20731">
                  <c:v>0</c:v>
                </c:pt>
                <c:pt idx="20732">
                  <c:v>0</c:v>
                </c:pt>
                <c:pt idx="20733">
                  <c:v>0</c:v>
                </c:pt>
                <c:pt idx="20734">
                  <c:v>0</c:v>
                </c:pt>
                <c:pt idx="20735">
                  <c:v>25</c:v>
                </c:pt>
                <c:pt idx="20736">
                  <c:v>0</c:v>
                </c:pt>
                <c:pt idx="20737">
                  <c:v>0</c:v>
                </c:pt>
                <c:pt idx="20738">
                  <c:v>7</c:v>
                </c:pt>
                <c:pt idx="20739">
                  <c:v>0</c:v>
                </c:pt>
                <c:pt idx="20740">
                  <c:v>28</c:v>
                </c:pt>
                <c:pt idx="20741">
                  <c:v>0</c:v>
                </c:pt>
                <c:pt idx="20742">
                  <c:v>7</c:v>
                </c:pt>
                <c:pt idx="20743">
                  <c:v>21</c:v>
                </c:pt>
                <c:pt idx="20744">
                  <c:v>35</c:v>
                </c:pt>
                <c:pt idx="20745">
                  <c:v>33</c:v>
                </c:pt>
                <c:pt idx="20746">
                  <c:v>48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26</c:v>
                </c:pt>
                <c:pt idx="20751">
                  <c:v>60</c:v>
                </c:pt>
                <c:pt idx="20752">
                  <c:v>4</c:v>
                </c:pt>
                <c:pt idx="20753">
                  <c:v>28</c:v>
                </c:pt>
                <c:pt idx="20754">
                  <c:v>0</c:v>
                </c:pt>
                <c:pt idx="20755">
                  <c:v>56</c:v>
                </c:pt>
                <c:pt idx="20756">
                  <c:v>28</c:v>
                </c:pt>
                <c:pt idx="20757">
                  <c:v>0</c:v>
                </c:pt>
                <c:pt idx="20758">
                  <c:v>3</c:v>
                </c:pt>
                <c:pt idx="20759">
                  <c:v>2</c:v>
                </c:pt>
                <c:pt idx="20760">
                  <c:v>0</c:v>
                </c:pt>
                <c:pt idx="20761">
                  <c:v>0</c:v>
                </c:pt>
                <c:pt idx="20762">
                  <c:v>0</c:v>
                </c:pt>
                <c:pt idx="20763">
                  <c:v>4</c:v>
                </c:pt>
                <c:pt idx="20764">
                  <c:v>0</c:v>
                </c:pt>
                <c:pt idx="20765">
                  <c:v>0</c:v>
                </c:pt>
                <c:pt idx="20766">
                  <c:v>6</c:v>
                </c:pt>
                <c:pt idx="20767">
                  <c:v>0</c:v>
                </c:pt>
                <c:pt idx="20768">
                  <c:v>0</c:v>
                </c:pt>
                <c:pt idx="20769">
                  <c:v>6</c:v>
                </c:pt>
                <c:pt idx="20770">
                  <c:v>14</c:v>
                </c:pt>
                <c:pt idx="20771">
                  <c:v>1</c:v>
                </c:pt>
                <c:pt idx="20772">
                  <c:v>3</c:v>
                </c:pt>
                <c:pt idx="20773">
                  <c:v>15</c:v>
                </c:pt>
                <c:pt idx="20774">
                  <c:v>15</c:v>
                </c:pt>
                <c:pt idx="20775">
                  <c:v>0</c:v>
                </c:pt>
                <c:pt idx="20776">
                  <c:v>150</c:v>
                </c:pt>
                <c:pt idx="20777">
                  <c:v>27</c:v>
                </c:pt>
                <c:pt idx="20778">
                  <c:v>15</c:v>
                </c:pt>
                <c:pt idx="20779">
                  <c:v>0</c:v>
                </c:pt>
                <c:pt idx="20780">
                  <c:v>14</c:v>
                </c:pt>
                <c:pt idx="20781">
                  <c:v>4</c:v>
                </c:pt>
                <c:pt idx="20782">
                  <c:v>30</c:v>
                </c:pt>
                <c:pt idx="20783">
                  <c:v>4</c:v>
                </c:pt>
                <c:pt idx="20784">
                  <c:v>22</c:v>
                </c:pt>
                <c:pt idx="20785">
                  <c:v>42</c:v>
                </c:pt>
                <c:pt idx="20786">
                  <c:v>25</c:v>
                </c:pt>
                <c:pt idx="20787">
                  <c:v>0</c:v>
                </c:pt>
                <c:pt idx="20788">
                  <c:v>0</c:v>
                </c:pt>
                <c:pt idx="20789">
                  <c:v>0</c:v>
                </c:pt>
                <c:pt idx="20790">
                  <c:v>12</c:v>
                </c:pt>
                <c:pt idx="20791">
                  <c:v>0</c:v>
                </c:pt>
                <c:pt idx="20792">
                  <c:v>0</c:v>
                </c:pt>
                <c:pt idx="20793">
                  <c:v>0</c:v>
                </c:pt>
                <c:pt idx="20794">
                  <c:v>0</c:v>
                </c:pt>
                <c:pt idx="20795">
                  <c:v>0</c:v>
                </c:pt>
                <c:pt idx="20796">
                  <c:v>0</c:v>
                </c:pt>
                <c:pt idx="20797">
                  <c:v>1</c:v>
                </c:pt>
                <c:pt idx="20798">
                  <c:v>0</c:v>
                </c:pt>
                <c:pt idx="20799">
                  <c:v>9</c:v>
                </c:pt>
                <c:pt idx="20800">
                  <c:v>0</c:v>
                </c:pt>
                <c:pt idx="20801">
                  <c:v>15</c:v>
                </c:pt>
                <c:pt idx="20802">
                  <c:v>0</c:v>
                </c:pt>
                <c:pt idx="20803">
                  <c:v>4</c:v>
                </c:pt>
                <c:pt idx="20804">
                  <c:v>13</c:v>
                </c:pt>
                <c:pt idx="20805">
                  <c:v>0</c:v>
                </c:pt>
                <c:pt idx="20806">
                  <c:v>3</c:v>
                </c:pt>
                <c:pt idx="20807">
                  <c:v>10</c:v>
                </c:pt>
                <c:pt idx="20808">
                  <c:v>28</c:v>
                </c:pt>
                <c:pt idx="20809">
                  <c:v>0</c:v>
                </c:pt>
                <c:pt idx="20810">
                  <c:v>0</c:v>
                </c:pt>
                <c:pt idx="20811">
                  <c:v>0</c:v>
                </c:pt>
                <c:pt idx="20812">
                  <c:v>11</c:v>
                </c:pt>
                <c:pt idx="20813">
                  <c:v>73</c:v>
                </c:pt>
                <c:pt idx="20814">
                  <c:v>48</c:v>
                </c:pt>
                <c:pt idx="20815">
                  <c:v>2</c:v>
                </c:pt>
                <c:pt idx="20816">
                  <c:v>18</c:v>
                </c:pt>
                <c:pt idx="20817">
                  <c:v>18</c:v>
                </c:pt>
                <c:pt idx="20818">
                  <c:v>36</c:v>
                </c:pt>
                <c:pt idx="20819">
                  <c:v>28</c:v>
                </c:pt>
                <c:pt idx="20820">
                  <c:v>0</c:v>
                </c:pt>
                <c:pt idx="20821">
                  <c:v>0</c:v>
                </c:pt>
                <c:pt idx="20822">
                  <c:v>10</c:v>
                </c:pt>
                <c:pt idx="20823">
                  <c:v>12</c:v>
                </c:pt>
                <c:pt idx="20824">
                  <c:v>0</c:v>
                </c:pt>
                <c:pt idx="20825">
                  <c:v>13</c:v>
                </c:pt>
                <c:pt idx="20826">
                  <c:v>0</c:v>
                </c:pt>
                <c:pt idx="20827">
                  <c:v>0</c:v>
                </c:pt>
                <c:pt idx="20828">
                  <c:v>3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2</c:v>
                </c:pt>
                <c:pt idx="20833">
                  <c:v>1</c:v>
                </c:pt>
                <c:pt idx="20834">
                  <c:v>3</c:v>
                </c:pt>
                <c:pt idx="20835">
                  <c:v>0</c:v>
                </c:pt>
                <c:pt idx="20836">
                  <c:v>0</c:v>
                </c:pt>
                <c:pt idx="20837">
                  <c:v>10</c:v>
                </c:pt>
                <c:pt idx="20838">
                  <c:v>28</c:v>
                </c:pt>
                <c:pt idx="20839">
                  <c:v>0</c:v>
                </c:pt>
                <c:pt idx="20840">
                  <c:v>1</c:v>
                </c:pt>
                <c:pt idx="20841">
                  <c:v>7</c:v>
                </c:pt>
                <c:pt idx="20842">
                  <c:v>1</c:v>
                </c:pt>
                <c:pt idx="20843">
                  <c:v>2</c:v>
                </c:pt>
                <c:pt idx="20844">
                  <c:v>0</c:v>
                </c:pt>
                <c:pt idx="20845">
                  <c:v>12</c:v>
                </c:pt>
                <c:pt idx="20846">
                  <c:v>0</c:v>
                </c:pt>
                <c:pt idx="20847">
                  <c:v>2</c:v>
                </c:pt>
                <c:pt idx="20848">
                  <c:v>0</c:v>
                </c:pt>
                <c:pt idx="20849">
                  <c:v>0</c:v>
                </c:pt>
                <c:pt idx="20850">
                  <c:v>0</c:v>
                </c:pt>
                <c:pt idx="20851">
                  <c:v>1</c:v>
                </c:pt>
                <c:pt idx="20852">
                  <c:v>5</c:v>
                </c:pt>
                <c:pt idx="20853">
                  <c:v>3</c:v>
                </c:pt>
                <c:pt idx="20854">
                  <c:v>0</c:v>
                </c:pt>
                <c:pt idx="20855">
                  <c:v>0</c:v>
                </c:pt>
                <c:pt idx="20856">
                  <c:v>4</c:v>
                </c:pt>
                <c:pt idx="20857">
                  <c:v>2</c:v>
                </c:pt>
                <c:pt idx="20858">
                  <c:v>6</c:v>
                </c:pt>
                <c:pt idx="20859">
                  <c:v>0</c:v>
                </c:pt>
                <c:pt idx="20860">
                  <c:v>0</c:v>
                </c:pt>
                <c:pt idx="20861">
                  <c:v>2</c:v>
                </c:pt>
                <c:pt idx="20862">
                  <c:v>0</c:v>
                </c:pt>
                <c:pt idx="20863">
                  <c:v>0</c:v>
                </c:pt>
                <c:pt idx="20864">
                  <c:v>0</c:v>
                </c:pt>
                <c:pt idx="20865">
                  <c:v>4</c:v>
                </c:pt>
                <c:pt idx="20866">
                  <c:v>0</c:v>
                </c:pt>
                <c:pt idx="20867">
                  <c:v>15</c:v>
                </c:pt>
                <c:pt idx="20868">
                  <c:v>2</c:v>
                </c:pt>
                <c:pt idx="20869">
                  <c:v>4</c:v>
                </c:pt>
                <c:pt idx="20870">
                  <c:v>0</c:v>
                </c:pt>
                <c:pt idx="20871">
                  <c:v>1</c:v>
                </c:pt>
                <c:pt idx="20872">
                  <c:v>0</c:v>
                </c:pt>
                <c:pt idx="20873">
                  <c:v>0</c:v>
                </c:pt>
                <c:pt idx="20874">
                  <c:v>2</c:v>
                </c:pt>
                <c:pt idx="20875">
                  <c:v>0</c:v>
                </c:pt>
                <c:pt idx="20876">
                  <c:v>28</c:v>
                </c:pt>
                <c:pt idx="20877">
                  <c:v>0</c:v>
                </c:pt>
                <c:pt idx="20878">
                  <c:v>45</c:v>
                </c:pt>
                <c:pt idx="20879">
                  <c:v>60</c:v>
                </c:pt>
                <c:pt idx="20880">
                  <c:v>30</c:v>
                </c:pt>
                <c:pt idx="20881">
                  <c:v>0</c:v>
                </c:pt>
                <c:pt idx="20882">
                  <c:v>0</c:v>
                </c:pt>
                <c:pt idx="20883">
                  <c:v>0</c:v>
                </c:pt>
                <c:pt idx="20884">
                  <c:v>0</c:v>
                </c:pt>
                <c:pt idx="20885">
                  <c:v>3</c:v>
                </c:pt>
                <c:pt idx="20886">
                  <c:v>0</c:v>
                </c:pt>
                <c:pt idx="20887">
                  <c:v>0</c:v>
                </c:pt>
                <c:pt idx="20888">
                  <c:v>0</c:v>
                </c:pt>
                <c:pt idx="20889">
                  <c:v>0</c:v>
                </c:pt>
                <c:pt idx="20890">
                  <c:v>7</c:v>
                </c:pt>
                <c:pt idx="20891">
                  <c:v>5</c:v>
                </c:pt>
                <c:pt idx="20892">
                  <c:v>6</c:v>
                </c:pt>
                <c:pt idx="20893">
                  <c:v>0</c:v>
                </c:pt>
                <c:pt idx="20894">
                  <c:v>2</c:v>
                </c:pt>
                <c:pt idx="20895">
                  <c:v>0</c:v>
                </c:pt>
                <c:pt idx="20896">
                  <c:v>0</c:v>
                </c:pt>
                <c:pt idx="20897">
                  <c:v>0</c:v>
                </c:pt>
                <c:pt idx="20898">
                  <c:v>20</c:v>
                </c:pt>
                <c:pt idx="20899">
                  <c:v>63</c:v>
                </c:pt>
                <c:pt idx="20900">
                  <c:v>1</c:v>
                </c:pt>
                <c:pt idx="20901">
                  <c:v>60</c:v>
                </c:pt>
                <c:pt idx="20902">
                  <c:v>2</c:v>
                </c:pt>
                <c:pt idx="20903">
                  <c:v>2</c:v>
                </c:pt>
                <c:pt idx="20904">
                  <c:v>18</c:v>
                </c:pt>
                <c:pt idx="20905">
                  <c:v>18</c:v>
                </c:pt>
                <c:pt idx="20906">
                  <c:v>0</c:v>
                </c:pt>
                <c:pt idx="20907">
                  <c:v>0</c:v>
                </c:pt>
                <c:pt idx="20908">
                  <c:v>18</c:v>
                </c:pt>
                <c:pt idx="20909">
                  <c:v>0</c:v>
                </c:pt>
                <c:pt idx="20910">
                  <c:v>0</c:v>
                </c:pt>
                <c:pt idx="20911">
                  <c:v>0</c:v>
                </c:pt>
                <c:pt idx="20912">
                  <c:v>1</c:v>
                </c:pt>
                <c:pt idx="20913">
                  <c:v>0</c:v>
                </c:pt>
                <c:pt idx="20914">
                  <c:v>0</c:v>
                </c:pt>
                <c:pt idx="20915">
                  <c:v>18</c:v>
                </c:pt>
                <c:pt idx="20916">
                  <c:v>14</c:v>
                </c:pt>
                <c:pt idx="20917">
                  <c:v>8</c:v>
                </c:pt>
                <c:pt idx="20918">
                  <c:v>40</c:v>
                </c:pt>
                <c:pt idx="20919">
                  <c:v>8</c:v>
                </c:pt>
                <c:pt idx="20920">
                  <c:v>0</c:v>
                </c:pt>
                <c:pt idx="20921">
                  <c:v>105</c:v>
                </c:pt>
                <c:pt idx="20922">
                  <c:v>0</c:v>
                </c:pt>
                <c:pt idx="20923">
                  <c:v>5</c:v>
                </c:pt>
                <c:pt idx="20924">
                  <c:v>1</c:v>
                </c:pt>
                <c:pt idx="20925">
                  <c:v>112</c:v>
                </c:pt>
                <c:pt idx="20926">
                  <c:v>4</c:v>
                </c:pt>
                <c:pt idx="20927">
                  <c:v>9</c:v>
                </c:pt>
                <c:pt idx="20928">
                  <c:v>0</c:v>
                </c:pt>
                <c:pt idx="20929">
                  <c:v>0</c:v>
                </c:pt>
                <c:pt idx="20930">
                  <c:v>0</c:v>
                </c:pt>
                <c:pt idx="20931">
                  <c:v>0</c:v>
                </c:pt>
                <c:pt idx="20932">
                  <c:v>3</c:v>
                </c:pt>
                <c:pt idx="20933">
                  <c:v>10</c:v>
                </c:pt>
                <c:pt idx="20934">
                  <c:v>780</c:v>
                </c:pt>
                <c:pt idx="20935">
                  <c:v>1</c:v>
                </c:pt>
                <c:pt idx="20936">
                  <c:v>0</c:v>
                </c:pt>
                <c:pt idx="20937">
                  <c:v>9</c:v>
                </c:pt>
                <c:pt idx="20938">
                  <c:v>0</c:v>
                </c:pt>
                <c:pt idx="20939">
                  <c:v>0</c:v>
                </c:pt>
                <c:pt idx="20940">
                  <c:v>0</c:v>
                </c:pt>
                <c:pt idx="20941">
                  <c:v>0</c:v>
                </c:pt>
                <c:pt idx="20942">
                  <c:v>1</c:v>
                </c:pt>
                <c:pt idx="20943">
                  <c:v>3</c:v>
                </c:pt>
                <c:pt idx="20944">
                  <c:v>0</c:v>
                </c:pt>
                <c:pt idx="20945">
                  <c:v>3</c:v>
                </c:pt>
                <c:pt idx="20946">
                  <c:v>0</c:v>
                </c:pt>
                <c:pt idx="20947">
                  <c:v>14</c:v>
                </c:pt>
                <c:pt idx="20948">
                  <c:v>6</c:v>
                </c:pt>
                <c:pt idx="20949">
                  <c:v>6</c:v>
                </c:pt>
                <c:pt idx="20950">
                  <c:v>0</c:v>
                </c:pt>
                <c:pt idx="20951">
                  <c:v>3</c:v>
                </c:pt>
                <c:pt idx="20952">
                  <c:v>5</c:v>
                </c:pt>
                <c:pt idx="20953">
                  <c:v>8</c:v>
                </c:pt>
                <c:pt idx="20954">
                  <c:v>0</c:v>
                </c:pt>
                <c:pt idx="20955">
                  <c:v>3</c:v>
                </c:pt>
                <c:pt idx="20956">
                  <c:v>2</c:v>
                </c:pt>
                <c:pt idx="20957">
                  <c:v>8</c:v>
                </c:pt>
                <c:pt idx="20958">
                  <c:v>0</c:v>
                </c:pt>
                <c:pt idx="20959">
                  <c:v>28</c:v>
                </c:pt>
                <c:pt idx="20960">
                  <c:v>0</c:v>
                </c:pt>
                <c:pt idx="20961">
                  <c:v>14</c:v>
                </c:pt>
                <c:pt idx="20962">
                  <c:v>13</c:v>
                </c:pt>
                <c:pt idx="20963">
                  <c:v>4</c:v>
                </c:pt>
                <c:pt idx="20964">
                  <c:v>0</c:v>
                </c:pt>
                <c:pt idx="20965">
                  <c:v>20</c:v>
                </c:pt>
                <c:pt idx="20966">
                  <c:v>0</c:v>
                </c:pt>
                <c:pt idx="20967">
                  <c:v>4</c:v>
                </c:pt>
                <c:pt idx="20968">
                  <c:v>0</c:v>
                </c:pt>
                <c:pt idx="20969">
                  <c:v>0</c:v>
                </c:pt>
                <c:pt idx="20970">
                  <c:v>0</c:v>
                </c:pt>
                <c:pt idx="20971">
                  <c:v>58</c:v>
                </c:pt>
                <c:pt idx="20972">
                  <c:v>28</c:v>
                </c:pt>
                <c:pt idx="20973">
                  <c:v>1</c:v>
                </c:pt>
                <c:pt idx="20974">
                  <c:v>0</c:v>
                </c:pt>
                <c:pt idx="20975">
                  <c:v>0</c:v>
                </c:pt>
                <c:pt idx="20976">
                  <c:v>3</c:v>
                </c:pt>
                <c:pt idx="20977">
                  <c:v>14</c:v>
                </c:pt>
                <c:pt idx="20978">
                  <c:v>0</c:v>
                </c:pt>
                <c:pt idx="20979">
                  <c:v>0</c:v>
                </c:pt>
                <c:pt idx="20980">
                  <c:v>0</c:v>
                </c:pt>
                <c:pt idx="20981">
                  <c:v>30</c:v>
                </c:pt>
                <c:pt idx="20982">
                  <c:v>1</c:v>
                </c:pt>
                <c:pt idx="20983">
                  <c:v>3</c:v>
                </c:pt>
                <c:pt idx="20984">
                  <c:v>7</c:v>
                </c:pt>
                <c:pt idx="20985">
                  <c:v>3</c:v>
                </c:pt>
                <c:pt idx="20986">
                  <c:v>24</c:v>
                </c:pt>
                <c:pt idx="20987">
                  <c:v>0</c:v>
                </c:pt>
                <c:pt idx="20988">
                  <c:v>0</c:v>
                </c:pt>
                <c:pt idx="20989">
                  <c:v>0</c:v>
                </c:pt>
                <c:pt idx="20990">
                  <c:v>6</c:v>
                </c:pt>
                <c:pt idx="20991">
                  <c:v>8</c:v>
                </c:pt>
                <c:pt idx="20992">
                  <c:v>30</c:v>
                </c:pt>
                <c:pt idx="20993">
                  <c:v>90</c:v>
                </c:pt>
                <c:pt idx="20994">
                  <c:v>60</c:v>
                </c:pt>
                <c:pt idx="20995">
                  <c:v>0</c:v>
                </c:pt>
                <c:pt idx="20996">
                  <c:v>0</c:v>
                </c:pt>
                <c:pt idx="20997">
                  <c:v>5</c:v>
                </c:pt>
                <c:pt idx="20998">
                  <c:v>22</c:v>
                </c:pt>
                <c:pt idx="20999">
                  <c:v>6</c:v>
                </c:pt>
                <c:pt idx="21000">
                  <c:v>56</c:v>
                </c:pt>
                <c:pt idx="21001">
                  <c:v>3</c:v>
                </c:pt>
                <c:pt idx="21002">
                  <c:v>0</c:v>
                </c:pt>
                <c:pt idx="21003">
                  <c:v>12</c:v>
                </c:pt>
                <c:pt idx="21004">
                  <c:v>0</c:v>
                </c:pt>
                <c:pt idx="21005">
                  <c:v>14</c:v>
                </c:pt>
                <c:pt idx="21006">
                  <c:v>0</c:v>
                </c:pt>
                <c:pt idx="21007">
                  <c:v>32</c:v>
                </c:pt>
                <c:pt idx="21008">
                  <c:v>84</c:v>
                </c:pt>
                <c:pt idx="21009">
                  <c:v>12</c:v>
                </c:pt>
                <c:pt idx="21010">
                  <c:v>21</c:v>
                </c:pt>
                <c:pt idx="21011">
                  <c:v>6</c:v>
                </c:pt>
                <c:pt idx="21012">
                  <c:v>25</c:v>
                </c:pt>
                <c:pt idx="21013">
                  <c:v>0</c:v>
                </c:pt>
                <c:pt idx="21014">
                  <c:v>0</c:v>
                </c:pt>
                <c:pt idx="21015">
                  <c:v>15</c:v>
                </c:pt>
                <c:pt idx="21016">
                  <c:v>22</c:v>
                </c:pt>
                <c:pt idx="21017">
                  <c:v>2</c:v>
                </c:pt>
                <c:pt idx="21018">
                  <c:v>0</c:v>
                </c:pt>
                <c:pt idx="21019">
                  <c:v>0</c:v>
                </c:pt>
                <c:pt idx="21020">
                  <c:v>0</c:v>
                </c:pt>
                <c:pt idx="21021">
                  <c:v>80</c:v>
                </c:pt>
                <c:pt idx="21022">
                  <c:v>1</c:v>
                </c:pt>
                <c:pt idx="21023">
                  <c:v>25</c:v>
                </c:pt>
                <c:pt idx="21024">
                  <c:v>0</c:v>
                </c:pt>
                <c:pt idx="21025">
                  <c:v>6</c:v>
                </c:pt>
                <c:pt idx="21026">
                  <c:v>9</c:v>
                </c:pt>
                <c:pt idx="21027">
                  <c:v>0</c:v>
                </c:pt>
                <c:pt idx="21028">
                  <c:v>12</c:v>
                </c:pt>
                <c:pt idx="21029">
                  <c:v>6</c:v>
                </c:pt>
                <c:pt idx="21030">
                  <c:v>1</c:v>
                </c:pt>
                <c:pt idx="21031">
                  <c:v>4</c:v>
                </c:pt>
                <c:pt idx="21032">
                  <c:v>2</c:v>
                </c:pt>
                <c:pt idx="21033">
                  <c:v>0</c:v>
                </c:pt>
                <c:pt idx="21034">
                  <c:v>1</c:v>
                </c:pt>
                <c:pt idx="21035">
                  <c:v>16</c:v>
                </c:pt>
                <c:pt idx="21036">
                  <c:v>0</c:v>
                </c:pt>
                <c:pt idx="21037">
                  <c:v>0</c:v>
                </c:pt>
                <c:pt idx="21038">
                  <c:v>0</c:v>
                </c:pt>
                <c:pt idx="21039">
                  <c:v>2</c:v>
                </c:pt>
                <c:pt idx="21040">
                  <c:v>0</c:v>
                </c:pt>
                <c:pt idx="21041">
                  <c:v>0</c:v>
                </c:pt>
                <c:pt idx="21042">
                  <c:v>0</c:v>
                </c:pt>
                <c:pt idx="21043">
                  <c:v>10</c:v>
                </c:pt>
                <c:pt idx="21044">
                  <c:v>0</c:v>
                </c:pt>
                <c:pt idx="21045">
                  <c:v>0</c:v>
                </c:pt>
                <c:pt idx="21046">
                  <c:v>0</c:v>
                </c:pt>
                <c:pt idx="21047">
                  <c:v>4</c:v>
                </c:pt>
                <c:pt idx="21048">
                  <c:v>6</c:v>
                </c:pt>
                <c:pt idx="21049">
                  <c:v>0</c:v>
                </c:pt>
                <c:pt idx="21050">
                  <c:v>0</c:v>
                </c:pt>
                <c:pt idx="21051">
                  <c:v>0</c:v>
                </c:pt>
                <c:pt idx="21052">
                  <c:v>0</c:v>
                </c:pt>
                <c:pt idx="21053">
                  <c:v>30</c:v>
                </c:pt>
                <c:pt idx="21054">
                  <c:v>0</c:v>
                </c:pt>
                <c:pt idx="21055">
                  <c:v>8</c:v>
                </c:pt>
                <c:pt idx="21056">
                  <c:v>0</c:v>
                </c:pt>
                <c:pt idx="21057">
                  <c:v>0</c:v>
                </c:pt>
                <c:pt idx="21058">
                  <c:v>7</c:v>
                </c:pt>
                <c:pt idx="21059">
                  <c:v>0</c:v>
                </c:pt>
                <c:pt idx="21060">
                  <c:v>5</c:v>
                </c:pt>
                <c:pt idx="21061">
                  <c:v>10</c:v>
                </c:pt>
                <c:pt idx="21062">
                  <c:v>0</c:v>
                </c:pt>
                <c:pt idx="21063">
                  <c:v>6</c:v>
                </c:pt>
                <c:pt idx="21064">
                  <c:v>0</c:v>
                </c:pt>
                <c:pt idx="21065">
                  <c:v>1</c:v>
                </c:pt>
                <c:pt idx="21066">
                  <c:v>0</c:v>
                </c:pt>
                <c:pt idx="21067">
                  <c:v>6</c:v>
                </c:pt>
                <c:pt idx="21068">
                  <c:v>84</c:v>
                </c:pt>
                <c:pt idx="21069">
                  <c:v>12</c:v>
                </c:pt>
                <c:pt idx="21070">
                  <c:v>20</c:v>
                </c:pt>
                <c:pt idx="21071">
                  <c:v>90</c:v>
                </c:pt>
                <c:pt idx="21072">
                  <c:v>12</c:v>
                </c:pt>
                <c:pt idx="21073">
                  <c:v>30</c:v>
                </c:pt>
                <c:pt idx="21074">
                  <c:v>1</c:v>
                </c:pt>
                <c:pt idx="21075">
                  <c:v>3</c:v>
                </c:pt>
                <c:pt idx="21076">
                  <c:v>4</c:v>
                </c:pt>
                <c:pt idx="21077">
                  <c:v>1</c:v>
                </c:pt>
                <c:pt idx="21078">
                  <c:v>22</c:v>
                </c:pt>
                <c:pt idx="21079">
                  <c:v>13</c:v>
                </c:pt>
                <c:pt idx="21080">
                  <c:v>0</c:v>
                </c:pt>
                <c:pt idx="21081">
                  <c:v>0</c:v>
                </c:pt>
                <c:pt idx="21082">
                  <c:v>0</c:v>
                </c:pt>
                <c:pt idx="21083">
                  <c:v>5</c:v>
                </c:pt>
                <c:pt idx="21084">
                  <c:v>0</c:v>
                </c:pt>
                <c:pt idx="21085">
                  <c:v>29</c:v>
                </c:pt>
                <c:pt idx="21086">
                  <c:v>0</c:v>
                </c:pt>
                <c:pt idx="21087">
                  <c:v>4</c:v>
                </c:pt>
                <c:pt idx="21088">
                  <c:v>0</c:v>
                </c:pt>
                <c:pt idx="21089">
                  <c:v>0</c:v>
                </c:pt>
                <c:pt idx="21090">
                  <c:v>0</c:v>
                </c:pt>
                <c:pt idx="21091">
                  <c:v>0</c:v>
                </c:pt>
                <c:pt idx="21092">
                  <c:v>0</c:v>
                </c:pt>
                <c:pt idx="21093">
                  <c:v>27</c:v>
                </c:pt>
                <c:pt idx="21094">
                  <c:v>0</c:v>
                </c:pt>
                <c:pt idx="21095">
                  <c:v>24</c:v>
                </c:pt>
                <c:pt idx="21096">
                  <c:v>3</c:v>
                </c:pt>
                <c:pt idx="21097">
                  <c:v>0</c:v>
                </c:pt>
                <c:pt idx="21098">
                  <c:v>0</c:v>
                </c:pt>
                <c:pt idx="21099">
                  <c:v>5</c:v>
                </c:pt>
                <c:pt idx="21100">
                  <c:v>36</c:v>
                </c:pt>
                <c:pt idx="21101">
                  <c:v>0</c:v>
                </c:pt>
                <c:pt idx="21102">
                  <c:v>15</c:v>
                </c:pt>
                <c:pt idx="21103">
                  <c:v>0</c:v>
                </c:pt>
                <c:pt idx="21104">
                  <c:v>0</c:v>
                </c:pt>
                <c:pt idx="21105">
                  <c:v>28</c:v>
                </c:pt>
                <c:pt idx="21106">
                  <c:v>0</c:v>
                </c:pt>
                <c:pt idx="21107">
                  <c:v>9</c:v>
                </c:pt>
                <c:pt idx="21108">
                  <c:v>72</c:v>
                </c:pt>
                <c:pt idx="21109">
                  <c:v>0</c:v>
                </c:pt>
                <c:pt idx="21110">
                  <c:v>60</c:v>
                </c:pt>
                <c:pt idx="21111">
                  <c:v>6</c:v>
                </c:pt>
                <c:pt idx="21112">
                  <c:v>16</c:v>
                </c:pt>
                <c:pt idx="21113">
                  <c:v>10</c:v>
                </c:pt>
                <c:pt idx="21114">
                  <c:v>0</c:v>
                </c:pt>
                <c:pt idx="21115">
                  <c:v>5</c:v>
                </c:pt>
                <c:pt idx="21116">
                  <c:v>12</c:v>
                </c:pt>
                <c:pt idx="21117">
                  <c:v>4</c:v>
                </c:pt>
                <c:pt idx="21118">
                  <c:v>3</c:v>
                </c:pt>
                <c:pt idx="21119">
                  <c:v>0</c:v>
                </c:pt>
                <c:pt idx="21120">
                  <c:v>28</c:v>
                </c:pt>
                <c:pt idx="21121">
                  <c:v>1</c:v>
                </c:pt>
                <c:pt idx="21122">
                  <c:v>0</c:v>
                </c:pt>
                <c:pt idx="21123">
                  <c:v>0</c:v>
                </c:pt>
                <c:pt idx="21124">
                  <c:v>3</c:v>
                </c:pt>
                <c:pt idx="21125">
                  <c:v>0</c:v>
                </c:pt>
                <c:pt idx="21126">
                  <c:v>0</c:v>
                </c:pt>
                <c:pt idx="21127">
                  <c:v>2</c:v>
                </c:pt>
                <c:pt idx="21128">
                  <c:v>0</c:v>
                </c:pt>
                <c:pt idx="21129">
                  <c:v>4</c:v>
                </c:pt>
                <c:pt idx="21130">
                  <c:v>4</c:v>
                </c:pt>
                <c:pt idx="21131">
                  <c:v>4</c:v>
                </c:pt>
                <c:pt idx="21132">
                  <c:v>0</c:v>
                </c:pt>
                <c:pt idx="21133">
                  <c:v>0</c:v>
                </c:pt>
                <c:pt idx="21134">
                  <c:v>4</c:v>
                </c:pt>
                <c:pt idx="21135">
                  <c:v>2</c:v>
                </c:pt>
                <c:pt idx="21136">
                  <c:v>35</c:v>
                </c:pt>
                <c:pt idx="21137">
                  <c:v>0</c:v>
                </c:pt>
                <c:pt idx="21138">
                  <c:v>0</c:v>
                </c:pt>
                <c:pt idx="21139">
                  <c:v>0</c:v>
                </c:pt>
                <c:pt idx="21140">
                  <c:v>90</c:v>
                </c:pt>
                <c:pt idx="21141">
                  <c:v>6</c:v>
                </c:pt>
                <c:pt idx="21142">
                  <c:v>30</c:v>
                </c:pt>
                <c:pt idx="21143">
                  <c:v>10</c:v>
                </c:pt>
                <c:pt idx="21144">
                  <c:v>112</c:v>
                </c:pt>
                <c:pt idx="21145">
                  <c:v>0</c:v>
                </c:pt>
                <c:pt idx="21146">
                  <c:v>28</c:v>
                </c:pt>
                <c:pt idx="21147">
                  <c:v>12</c:v>
                </c:pt>
                <c:pt idx="21148">
                  <c:v>7</c:v>
                </c:pt>
                <c:pt idx="21149">
                  <c:v>5</c:v>
                </c:pt>
                <c:pt idx="21150">
                  <c:v>0</c:v>
                </c:pt>
                <c:pt idx="21151">
                  <c:v>0</c:v>
                </c:pt>
                <c:pt idx="21152">
                  <c:v>24</c:v>
                </c:pt>
                <c:pt idx="21153">
                  <c:v>18</c:v>
                </c:pt>
                <c:pt idx="21154">
                  <c:v>15</c:v>
                </c:pt>
                <c:pt idx="21155">
                  <c:v>5</c:v>
                </c:pt>
                <c:pt idx="21156">
                  <c:v>0</c:v>
                </c:pt>
                <c:pt idx="21157">
                  <c:v>2</c:v>
                </c:pt>
                <c:pt idx="21158">
                  <c:v>2</c:v>
                </c:pt>
                <c:pt idx="21159">
                  <c:v>28</c:v>
                </c:pt>
                <c:pt idx="21160">
                  <c:v>0</c:v>
                </c:pt>
                <c:pt idx="21161">
                  <c:v>0</c:v>
                </c:pt>
                <c:pt idx="21162">
                  <c:v>10</c:v>
                </c:pt>
                <c:pt idx="21163">
                  <c:v>3</c:v>
                </c:pt>
                <c:pt idx="21164">
                  <c:v>8</c:v>
                </c:pt>
                <c:pt idx="21165">
                  <c:v>2</c:v>
                </c:pt>
                <c:pt idx="21166">
                  <c:v>2</c:v>
                </c:pt>
                <c:pt idx="21167">
                  <c:v>27</c:v>
                </c:pt>
                <c:pt idx="21168">
                  <c:v>32</c:v>
                </c:pt>
                <c:pt idx="21169">
                  <c:v>4</c:v>
                </c:pt>
                <c:pt idx="21170">
                  <c:v>40</c:v>
                </c:pt>
                <c:pt idx="21171">
                  <c:v>0</c:v>
                </c:pt>
                <c:pt idx="21172">
                  <c:v>0</c:v>
                </c:pt>
                <c:pt idx="21173">
                  <c:v>0</c:v>
                </c:pt>
                <c:pt idx="21174">
                  <c:v>0</c:v>
                </c:pt>
                <c:pt idx="21175">
                  <c:v>18</c:v>
                </c:pt>
                <c:pt idx="21176">
                  <c:v>22</c:v>
                </c:pt>
                <c:pt idx="21177">
                  <c:v>0</c:v>
                </c:pt>
                <c:pt idx="21178">
                  <c:v>9</c:v>
                </c:pt>
                <c:pt idx="21179">
                  <c:v>0</c:v>
                </c:pt>
                <c:pt idx="21180">
                  <c:v>0</c:v>
                </c:pt>
                <c:pt idx="21181">
                  <c:v>0</c:v>
                </c:pt>
                <c:pt idx="21182">
                  <c:v>60</c:v>
                </c:pt>
                <c:pt idx="21183">
                  <c:v>30</c:v>
                </c:pt>
                <c:pt idx="21184">
                  <c:v>3</c:v>
                </c:pt>
                <c:pt idx="21185">
                  <c:v>3</c:v>
                </c:pt>
                <c:pt idx="21186">
                  <c:v>10</c:v>
                </c:pt>
                <c:pt idx="21187">
                  <c:v>6</c:v>
                </c:pt>
                <c:pt idx="21188">
                  <c:v>0</c:v>
                </c:pt>
                <c:pt idx="21189">
                  <c:v>9</c:v>
                </c:pt>
                <c:pt idx="21190">
                  <c:v>30</c:v>
                </c:pt>
                <c:pt idx="21191">
                  <c:v>0</c:v>
                </c:pt>
                <c:pt idx="21192">
                  <c:v>0</c:v>
                </c:pt>
                <c:pt idx="21193">
                  <c:v>20</c:v>
                </c:pt>
                <c:pt idx="21194">
                  <c:v>8</c:v>
                </c:pt>
                <c:pt idx="21195">
                  <c:v>10</c:v>
                </c:pt>
                <c:pt idx="21196">
                  <c:v>0</c:v>
                </c:pt>
                <c:pt idx="21197">
                  <c:v>7</c:v>
                </c:pt>
                <c:pt idx="21198">
                  <c:v>60</c:v>
                </c:pt>
                <c:pt idx="21199">
                  <c:v>2</c:v>
                </c:pt>
                <c:pt idx="21200">
                  <c:v>22</c:v>
                </c:pt>
                <c:pt idx="21201">
                  <c:v>4</c:v>
                </c:pt>
                <c:pt idx="21202">
                  <c:v>0</c:v>
                </c:pt>
                <c:pt idx="21203">
                  <c:v>0</c:v>
                </c:pt>
                <c:pt idx="21204">
                  <c:v>0</c:v>
                </c:pt>
                <c:pt idx="21205">
                  <c:v>0</c:v>
                </c:pt>
                <c:pt idx="21206">
                  <c:v>1</c:v>
                </c:pt>
                <c:pt idx="21207">
                  <c:v>6</c:v>
                </c:pt>
                <c:pt idx="21208">
                  <c:v>14</c:v>
                </c:pt>
                <c:pt idx="21209">
                  <c:v>4</c:v>
                </c:pt>
                <c:pt idx="21210">
                  <c:v>0</c:v>
                </c:pt>
                <c:pt idx="21211">
                  <c:v>1</c:v>
                </c:pt>
                <c:pt idx="21212">
                  <c:v>10</c:v>
                </c:pt>
                <c:pt idx="21213">
                  <c:v>2</c:v>
                </c:pt>
                <c:pt idx="21214">
                  <c:v>0</c:v>
                </c:pt>
                <c:pt idx="21215">
                  <c:v>25</c:v>
                </c:pt>
                <c:pt idx="21216">
                  <c:v>0</c:v>
                </c:pt>
                <c:pt idx="21217">
                  <c:v>80</c:v>
                </c:pt>
                <c:pt idx="21218">
                  <c:v>20</c:v>
                </c:pt>
                <c:pt idx="21219">
                  <c:v>40</c:v>
                </c:pt>
                <c:pt idx="21220">
                  <c:v>1</c:v>
                </c:pt>
                <c:pt idx="21221">
                  <c:v>90</c:v>
                </c:pt>
                <c:pt idx="21222">
                  <c:v>0</c:v>
                </c:pt>
                <c:pt idx="21223">
                  <c:v>0</c:v>
                </c:pt>
                <c:pt idx="21224">
                  <c:v>1</c:v>
                </c:pt>
                <c:pt idx="21225">
                  <c:v>1</c:v>
                </c:pt>
                <c:pt idx="21226">
                  <c:v>3</c:v>
                </c:pt>
                <c:pt idx="21227">
                  <c:v>1</c:v>
                </c:pt>
                <c:pt idx="21228">
                  <c:v>30</c:v>
                </c:pt>
                <c:pt idx="21229">
                  <c:v>0</c:v>
                </c:pt>
                <c:pt idx="21230">
                  <c:v>0</c:v>
                </c:pt>
                <c:pt idx="21231">
                  <c:v>90</c:v>
                </c:pt>
                <c:pt idx="21232">
                  <c:v>0</c:v>
                </c:pt>
                <c:pt idx="21233">
                  <c:v>0</c:v>
                </c:pt>
                <c:pt idx="21234">
                  <c:v>0</c:v>
                </c:pt>
                <c:pt idx="21235">
                  <c:v>0</c:v>
                </c:pt>
                <c:pt idx="21236">
                  <c:v>2</c:v>
                </c:pt>
                <c:pt idx="21237">
                  <c:v>2</c:v>
                </c:pt>
                <c:pt idx="21238">
                  <c:v>0</c:v>
                </c:pt>
                <c:pt idx="21239">
                  <c:v>0</c:v>
                </c:pt>
                <c:pt idx="21240">
                  <c:v>0</c:v>
                </c:pt>
                <c:pt idx="21241">
                  <c:v>0</c:v>
                </c:pt>
                <c:pt idx="21242">
                  <c:v>10</c:v>
                </c:pt>
                <c:pt idx="21243">
                  <c:v>3</c:v>
                </c:pt>
                <c:pt idx="21244">
                  <c:v>9</c:v>
                </c:pt>
                <c:pt idx="21245">
                  <c:v>12</c:v>
                </c:pt>
                <c:pt idx="21246">
                  <c:v>0</c:v>
                </c:pt>
                <c:pt idx="21247">
                  <c:v>4</c:v>
                </c:pt>
                <c:pt idx="21248">
                  <c:v>2</c:v>
                </c:pt>
                <c:pt idx="21249">
                  <c:v>0</c:v>
                </c:pt>
                <c:pt idx="21250">
                  <c:v>0</c:v>
                </c:pt>
                <c:pt idx="21251">
                  <c:v>3</c:v>
                </c:pt>
                <c:pt idx="21252">
                  <c:v>15</c:v>
                </c:pt>
                <c:pt idx="21253">
                  <c:v>30</c:v>
                </c:pt>
                <c:pt idx="21254">
                  <c:v>15</c:v>
                </c:pt>
                <c:pt idx="21255">
                  <c:v>0</c:v>
                </c:pt>
                <c:pt idx="21256">
                  <c:v>1</c:v>
                </c:pt>
                <c:pt idx="21257">
                  <c:v>0</c:v>
                </c:pt>
                <c:pt idx="21258">
                  <c:v>6</c:v>
                </c:pt>
                <c:pt idx="21259">
                  <c:v>0</c:v>
                </c:pt>
                <c:pt idx="21260">
                  <c:v>0</c:v>
                </c:pt>
                <c:pt idx="21261">
                  <c:v>5</c:v>
                </c:pt>
                <c:pt idx="21262">
                  <c:v>0</c:v>
                </c:pt>
                <c:pt idx="21263">
                  <c:v>0</c:v>
                </c:pt>
                <c:pt idx="21264">
                  <c:v>8</c:v>
                </c:pt>
                <c:pt idx="21265">
                  <c:v>0</c:v>
                </c:pt>
                <c:pt idx="21266">
                  <c:v>0</c:v>
                </c:pt>
                <c:pt idx="21267">
                  <c:v>0</c:v>
                </c:pt>
                <c:pt idx="21268">
                  <c:v>0</c:v>
                </c:pt>
                <c:pt idx="21269">
                  <c:v>28</c:v>
                </c:pt>
                <c:pt idx="21270">
                  <c:v>20</c:v>
                </c:pt>
                <c:pt idx="21271">
                  <c:v>0</c:v>
                </c:pt>
                <c:pt idx="21272">
                  <c:v>0</c:v>
                </c:pt>
                <c:pt idx="21273">
                  <c:v>0</c:v>
                </c:pt>
                <c:pt idx="21274">
                  <c:v>0</c:v>
                </c:pt>
                <c:pt idx="21275">
                  <c:v>0</c:v>
                </c:pt>
                <c:pt idx="21276">
                  <c:v>1</c:v>
                </c:pt>
                <c:pt idx="21277">
                  <c:v>0</c:v>
                </c:pt>
                <c:pt idx="21278">
                  <c:v>1</c:v>
                </c:pt>
                <c:pt idx="21279">
                  <c:v>8</c:v>
                </c:pt>
                <c:pt idx="21280">
                  <c:v>2</c:v>
                </c:pt>
                <c:pt idx="21281">
                  <c:v>0</c:v>
                </c:pt>
                <c:pt idx="21282">
                  <c:v>2</c:v>
                </c:pt>
                <c:pt idx="21283">
                  <c:v>0</c:v>
                </c:pt>
                <c:pt idx="21284">
                  <c:v>0</c:v>
                </c:pt>
                <c:pt idx="21285">
                  <c:v>0</c:v>
                </c:pt>
                <c:pt idx="21286">
                  <c:v>0</c:v>
                </c:pt>
                <c:pt idx="21287">
                  <c:v>10</c:v>
                </c:pt>
                <c:pt idx="21288">
                  <c:v>0</c:v>
                </c:pt>
                <c:pt idx="21289">
                  <c:v>0</c:v>
                </c:pt>
                <c:pt idx="21290">
                  <c:v>0</c:v>
                </c:pt>
                <c:pt idx="21291">
                  <c:v>20</c:v>
                </c:pt>
                <c:pt idx="21292">
                  <c:v>60</c:v>
                </c:pt>
                <c:pt idx="21293">
                  <c:v>0</c:v>
                </c:pt>
                <c:pt idx="21294">
                  <c:v>0</c:v>
                </c:pt>
                <c:pt idx="21295">
                  <c:v>0</c:v>
                </c:pt>
                <c:pt idx="21296">
                  <c:v>0</c:v>
                </c:pt>
                <c:pt idx="21297">
                  <c:v>0</c:v>
                </c:pt>
                <c:pt idx="21298">
                  <c:v>58</c:v>
                </c:pt>
                <c:pt idx="21299">
                  <c:v>0</c:v>
                </c:pt>
                <c:pt idx="21300">
                  <c:v>28</c:v>
                </c:pt>
                <c:pt idx="21301">
                  <c:v>2</c:v>
                </c:pt>
                <c:pt idx="21302">
                  <c:v>0</c:v>
                </c:pt>
                <c:pt idx="21303">
                  <c:v>0</c:v>
                </c:pt>
                <c:pt idx="21304">
                  <c:v>8</c:v>
                </c:pt>
                <c:pt idx="21305">
                  <c:v>0</c:v>
                </c:pt>
                <c:pt idx="21306">
                  <c:v>18</c:v>
                </c:pt>
                <c:pt idx="21307">
                  <c:v>0</c:v>
                </c:pt>
                <c:pt idx="21308">
                  <c:v>1</c:v>
                </c:pt>
                <c:pt idx="21309">
                  <c:v>9</c:v>
                </c:pt>
                <c:pt idx="21310">
                  <c:v>0</c:v>
                </c:pt>
                <c:pt idx="21311">
                  <c:v>4</c:v>
                </c:pt>
                <c:pt idx="21312">
                  <c:v>0</c:v>
                </c:pt>
                <c:pt idx="21313">
                  <c:v>0</c:v>
                </c:pt>
                <c:pt idx="21314">
                  <c:v>0</c:v>
                </c:pt>
                <c:pt idx="21315">
                  <c:v>0</c:v>
                </c:pt>
                <c:pt idx="21316">
                  <c:v>0</c:v>
                </c:pt>
                <c:pt idx="21317">
                  <c:v>0</c:v>
                </c:pt>
                <c:pt idx="21318">
                  <c:v>30</c:v>
                </c:pt>
                <c:pt idx="21319">
                  <c:v>0</c:v>
                </c:pt>
                <c:pt idx="21320">
                  <c:v>0</c:v>
                </c:pt>
                <c:pt idx="21321">
                  <c:v>21</c:v>
                </c:pt>
                <c:pt idx="21322">
                  <c:v>0</c:v>
                </c:pt>
                <c:pt idx="21323">
                  <c:v>0</c:v>
                </c:pt>
                <c:pt idx="21324">
                  <c:v>0</c:v>
                </c:pt>
                <c:pt idx="21325">
                  <c:v>0</c:v>
                </c:pt>
                <c:pt idx="21326">
                  <c:v>0</c:v>
                </c:pt>
                <c:pt idx="21327">
                  <c:v>4</c:v>
                </c:pt>
                <c:pt idx="21328">
                  <c:v>2</c:v>
                </c:pt>
                <c:pt idx="21329">
                  <c:v>1</c:v>
                </c:pt>
                <c:pt idx="21330">
                  <c:v>21</c:v>
                </c:pt>
                <c:pt idx="21331">
                  <c:v>4</c:v>
                </c:pt>
                <c:pt idx="21332">
                  <c:v>0</c:v>
                </c:pt>
                <c:pt idx="21333">
                  <c:v>50</c:v>
                </c:pt>
                <c:pt idx="21334">
                  <c:v>6</c:v>
                </c:pt>
                <c:pt idx="21335">
                  <c:v>6</c:v>
                </c:pt>
                <c:pt idx="21336">
                  <c:v>1</c:v>
                </c:pt>
                <c:pt idx="21337">
                  <c:v>0</c:v>
                </c:pt>
                <c:pt idx="21338">
                  <c:v>10</c:v>
                </c:pt>
                <c:pt idx="21339">
                  <c:v>0</c:v>
                </c:pt>
                <c:pt idx="21340">
                  <c:v>5</c:v>
                </c:pt>
                <c:pt idx="21341">
                  <c:v>0</c:v>
                </c:pt>
                <c:pt idx="21342">
                  <c:v>6</c:v>
                </c:pt>
                <c:pt idx="21343">
                  <c:v>2</c:v>
                </c:pt>
                <c:pt idx="21344">
                  <c:v>3</c:v>
                </c:pt>
                <c:pt idx="21345">
                  <c:v>0</c:v>
                </c:pt>
                <c:pt idx="21346">
                  <c:v>20</c:v>
                </c:pt>
                <c:pt idx="21347">
                  <c:v>1</c:v>
                </c:pt>
                <c:pt idx="21348">
                  <c:v>3</c:v>
                </c:pt>
                <c:pt idx="21349">
                  <c:v>20</c:v>
                </c:pt>
                <c:pt idx="21350">
                  <c:v>0</c:v>
                </c:pt>
                <c:pt idx="21351">
                  <c:v>0</c:v>
                </c:pt>
                <c:pt idx="21352">
                  <c:v>10</c:v>
                </c:pt>
                <c:pt idx="21353">
                  <c:v>0</c:v>
                </c:pt>
                <c:pt idx="21354">
                  <c:v>24</c:v>
                </c:pt>
                <c:pt idx="21355">
                  <c:v>64</c:v>
                </c:pt>
                <c:pt idx="21356">
                  <c:v>0</c:v>
                </c:pt>
                <c:pt idx="21357">
                  <c:v>0</c:v>
                </c:pt>
                <c:pt idx="21358">
                  <c:v>12</c:v>
                </c:pt>
                <c:pt idx="21359">
                  <c:v>0</c:v>
                </c:pt>
                <c:pt idx="21360">
                  <c:v>20</c:v>
                </c:pt>
                <c:pt idx="21361">
                  <c:v>0</c:v>
                </c:pt>
                <c:pt idx="21362">
                  <c:v>11</c:v>
                </c:pt>
                <c:pt idx="21363">
                  <c:v>12</c:v>
                </c:pt>
                <c:pt idx="21364">
                  <c:v>0</c:v>
                </c:pt>
                <c:pt idx="21365">
                  <c:v>6</c:v>
                </c:pt>
                <c:pt idx="21366">
                  <c:v>0</c:v>
                </c:pt>
                <c:pt idx="21367">
                  <c:v>3</c:v>
                </c:pt>
                <c:pt idx="21368">
                  <c:v>8</c:v>
                </c:pt>
                <c:pt idx="21369">
                  <c:v>0</c:v>
                </c:pt>
                <c:pt idx="21370">
                  <c:v>0</c:v>
                </c:pt>
                <c:pt idx="21371">
                  <c:v>0</c:v>
                </c:pt>
                <c:pt idx="21372">
                  <c:v>0</c:v>
                </c:pt>
                <c:pt idx="21373">
                  <c:v>0</c:v>
                </c:pt>
                <c:pt idx="21374">
                  <c:v>9</c:v>
                </c:pt>
                <c:pt idx="21375">
                  <c:v>1</c:v>
                </c:pt>
                <c:pt idx="21376">
                  <c:v>1</c:v>
                </c:pt>
                <c:pt idx="21377">
                  <c:v>9</c:v>
                </c:pt>
                <c:pt idx="21378">
                  <c:v>4</c:v>
                </c:pt>
                <c:pt idx="21379">
                  <c:v>2</c:v>
                </c:pt>
                <c:pt idx="21380">
                  <c:v>13</c:v>
                </c:pt>
                <c:pt idx="21381">
                  <c:v>5</c:v>
                </c:pt>
                <c:pt idx="21382">
                  <c:v>28</c:v>
                </c:pt>
                <c:pt idx="21383">
                  <c:v>1</c:v>
                </c:pt>
                <c:pt idx="21384">
                  <c:v>3</c:v>
                </c:pt>
                <c:pt idx="21385">
                  <c:v>29</c:v>
                </c:pt>
                <c:pt idx="21386">
                  <c:v>0</c:v>
                </c:pt>
                <c:pt idx="21387">
                  <c:v>1</c:v>
                </c:pt>
                <c:pt idx="21388">
                  <c:v>16</c:v>
                </c:pt>
                <c:pt idx="21389">
                  <c:v>0</c:v>
                </c:pt>
                <c:pt idx="21390">
                  <c:v>1</c:v>
                </c:pt>
                <c:pt idx="21391">
                  <c:v>14</c:v>
                </c:pt>
                <c:pt idx="21392">
                  <c:v>0</c:v>
                </c:pt>
                <c:pt idx="21393">
                  <c:v>42</c:v>
                </c:pt>
                <c:pt idx="21394">
                  <c:v>3</c:v>
                </c:pt>
                <c:pt idx="21395">
                  <c:v>4</c:v>
                </c:pt>
                <c:pt idx="21396">
                  <c:v>2</c:v>
                </c:pt>
                <c:pt idx="21397">
                  <c:v>0</c:v>
                </c:pt>
                <c:pt idx="21398">
                  <c:v>0</c:v>
                </c:pt>
                <c:pt idx="21399">
                  <c:v>0</c:v>
                </c:pt>
                <c:pt idx="21400">
                  <c:v>1</c:v>
                </c:pt>
                <c:pt idx="21401">
                  <c:v>0</c:v>
                </c:pt>
                <c:pt idx="21402">
                  <c:v>2</c:v>
                </c:pt>
                <c:pt idx="21403">
                  <c:v>10</c:v>
                </c:pt>
                <c:pt idx="21404">
                  <c:v>4</c:v>
                </c:pt>
                <c:pt idx="21405">
                  <c:v>0</c:v>
                </c:pt>
                <c:pt idx="21406">
                  <c:v>2</c:v>
                </c:pt>
                <c:pt idx="21407">
                  <c:v>2</c:v>
                </c:pt>
                <c:pt idx="21408">
                  <c:v>0</c:v>
                </c:pt>
                <c:pt idx="21409">
                  <c:v>0</c:v>
                </c:pt>
                <c:pt idx="21410">
                  <c:v>1</c:v>
                </c:pt>
                <c:pt idx="21411">
                  <c:v>55</c:v>
                </c:pt>
                <c:pt idx="21412">
                  <c:v>0</c:v>
                </c:pt>
                <c:pt idx="21413">
                  <c:v>0</c:v>
                </c:pt>
                <c:pt idx="21414">
                  <c:v>0</c:v>
                </c:pt>
                <c:pt idx="21415">
                  <c:v>0</c:v>
                </c:pt>
                <c:pt idx="21416">
                  <c:v>20</c:v>
                </c:pt>
                <c:pt idx="21417">
                  <c:v>9</c:v>
                </c:pt>
                <c:pt idx="21418">
                  <c:v>0</c:v>
                </c:pt>
                <c:pt idx="21419">
                  <c:v>7</c:v>
                </c:pt>
                <c:pt idx="21420">
                  <c:v>0</c:v>
                </c:pt>
                <c:pt idx="21421">
                  <c:v>10</c:v>
                </c:pt>
                <c:pt idx="21422">
                  <c:v>1</c:v>
                </c:pt>
                <c:pt idx="21423">
                  <c:v>0</c:v>
                </c:pt>
                <c:pt idx="21424">
                  <c:v>0</c:v>
                </c:pt>
                <c:pt idx="21425">
                  <c:v>0</c:v>
                </c:pt>
                <c:pt idx="21426">
                  <c:v>4</c:v>
                </c:pt>
                <c:pt idx="21427">
                  <c:v>0</c:v>
                </c:pt>
                <c:pt idx="21428">
                  <c:v>7</c:v>
                </c:pt>
                <c:pt idx="21429">
                  <c:v>10</c:v>
                </c:pt>
                <c:pt idx="21430">
                  <c:v>60</c:v>
                </c:pt>
                <c:pt idx="21431">
                  <c:v>0</c:v>
                </c:pt>
                <c:pt idx="21432">
                  <c:v>10</c:v>
                </c:pt>
                <c:pt idx="21433">
                  <c:v>1</c:v>
                </c:pt>
                <c:pt idx="21434">
                  <c:v>0</c:v>
                </c:pt>
                <c:pt idx="21435">
                  <c:v>0</c:v>
                </c:pt>
                <c:pt idx="21436">
                  <c:v>6</c:v>
                </c:pt>
                <c:pt idx="21437">
                  <c:v>3</c:v>
                </c:pt>
                <c:pt idx="21438">
                  <c:v>1</c:v>
                </c:pt>
                <c:pt idx="21439">
                  <c:v>2</c:v>
                </c:pt>
                <c:pt idx="21440">
                  <c:v>0</c:v>
                </c:pt>
                <c:pt idx="21441">
                  <c:v>9</c:v>
                </c:pt>
                <c:pt idx="21442">
                  <c:v>0</c:v>
                </c:pt>
                <c:pt idx="21443">
                  <c:v>5</c:v>
                </c:pt>
                <c:pt idx="21444">
                  <c:v>1</c:v>
                </c:pt>
                <c:pt idx="21445">
                  <c:v>4</c:v>
                </c:pt>
                <c:pt idx="21446">
                  <c:v>0</c:v>
                </c:pt>
                <c:pt idx="21447">
                  <c:v>2</c:v>
                </c:pt>
                <c:pt idx="21448">
                  <c:v>2</c:v>
                </c:pt>
                <c:pt idx="21449">
                  <c:v>3</c:v>
                </c:pt>
                <c:pt idx="21450">
                  <c:v>0</c:v>
                </c:pt>
                <c:pt idx="21451">
                  <c:v>0</c:v>
                </c:pt>
                <c:pt idx="21452">
                  <c:v>0</c:v>
                </c:pt>
                <c:pt idx="21453">
                  <c:v>1</c:v>
                </c:pt>
                <c:pt idx="21454">
                  <c:v>84</c:v>
                </c:pt>
                <c:pt idx="21455">
                  <c:v>3</c:v>
                </c:pt>
                <c:pt idx="21456">
                  <c:v>0</c:v>
                </c:pt>
                <c:pt idx="21457">
                  <c:v>0</c:v>
                </c:pt>
                <c:pt idx="21458">
                  <c:v>0</c:v>
                </c:pt>
                <c:pt idx="21459">
                  <c:v>42</c:v>
                </c:pt>
                <c:pt idx="21460">
                  <c:v>4</c:v>
                </c:pt>
                <c:pt idx="21461">
                  <c:v>0</c:v>
                </c:pt>
                <c:pt idx="21462">
                  <c:v>0</c:v>
                </c:pt>
                <c:pt idx="21463">
                  <c:v>0</c:v>
                </c:pt>
                <c:pt idx="21464">
                  <c:v>0</c:v>
                </c:pt>
                <c:pt idx="21465">
                  <c:v>0</c:v>
                </c:pt>
                <c:pt idx="21466">
                  <c:v>0</c:v>
                </c:pt>
                <c:pt idx="21467">
                  <c:v>0</c:v>
                </c:pt>
                <c:pt idx="21468">
                  <c:v>1</c:v>
                </c:pt>
                <c:pt idx="21469">
                  <c:v>4</c:v>
                </c:pt>
                <c:pt idx="21470">
                  <c:v>0</c:v>
                </c:pt>
                <c:pt idx="21471">
                  <c:v>0</c:v>
                </c:pt>
                <c:pt idx="21472">
                  <c:v>7</c:v>
                </c:pt>
                <c:pt idx="21473">
                  <c:v>56</c:v>
                </c:pt>
                <c:pt idx="21474">
                  <c:v>0</c:v>
                </c:pt>
                <c:pt idx="21475">
                  <c:v>0</c:v>
                </c:pt>
                <c:pt idx="21476">
                  <c:v>0</c:v>
                </c:pt>
                <c:pt idx="21477">
                  <c:v>0</c:v>
                </c:pt>
                <c:pt idx="21478">
                  <c:v>2</c:v>
                </c:pt>
                <c:pt idx="21479">
                  <c:v>0</c:v>
                </c:pt>
                <c:pt idx="21480">
                  <c:v>0</c:v>
                </c:pt>
                <c:pt idx="21481">
                  <c:v>0</c:v>
                </c:pt>
                <c:pt idx="21482">
                  <c:v>0</c:v>
                </c:pt>
                <c:pt idx="21483">
                  <c:v>0</c:v>
                </c:pt>
                <c:pt idx="21484">
                  <c:v>0</c:v>
                </c:pt>
                <c:pt idx="21485">
                  <c:v>0</c:v>
                </c:pt>
                <c:pt idx="21486">
                  <c:v>0</c:v>
                </c:pt>
                <c:pt idx="21487">
                  <c:v>0</c:v>
                </c:pt>
                <c:pt idx="21488">
                  <c:v>4</c:v>
                </c:pt>
                <c:pt idx="21489">
                  <c:v>3</c:v>
                </c:pt>
                <c:pt idx="21490">
                  <c:v>0</c:v>
                </c:pt>
                <c:pt idx="21491">
                  <c:v>270</c:v>
                </c:pt>
                <c:pt idx="21492">
                  <c:v>9</c:v>
                </c:pt>
                <c:pt idx="21493">
                  <c:v>30</c:v>
                </c:pt>
                <c:pt idx="21494">
                  <c:v>0</c:v>
                </c:pt>
                <c:pt idx="21495">
                  <c:v>0</c:v>
                </c:pt>
                <c:pt idx="21496">
                  <c:v>14</c:v>
                </c:pt>
                <c:pt idx="21497">
                  <c:v>0</c:v>
                </c:pt>
                <c:pt idx="21498">
                  <c:v>1</c:v>
                </c:pt>
                <c:pt idx="21499">
                  <c:v>0</c:v>
                </c:pt>
                <c:pt idx="21500">
                  <c:v>0</c:v>
                </c:pt>
                <c:pt idx="21501">
                  <c:v>0</c:v>
                </c:pt>
                <c:pt idx="21502">
                  <c:v>1</c:v>
                </c:pt>
                <c:pt idx="21503">
                  <c:v>20</c:v>
                </c:pt>
                <c:pt idx="21504">
                  <c:v>0</c:v>
                </c:pt>
                <c:pt idx="21505">
                  <c:v>0</c:v>
                </c:pt>
                <c:pt idx="21506">
                  <c:v>6</c:v>
                </c:pt>
                <c:pt idx="21507">
                  <c:v>12</c:v>
                </c:pt>
                <c:pt idx="21508">
                  <c:v>0</c:v>
                </c:pt>
                <c:pt idx="21509">
                  <c:v>1</c:v>
                </c:pt>
                <c:pt idx="21510">
                  <c:v>5</c:v>
                </c:pt>
                <c:pt idx="21511">
                  <c:v>8</c:v>
                </c:pt>
                <c:pt idx="21512">
                  <c:v>0</c:v>
                </c:pt>
                <c:pt idx="21513">
                  <c:v>0</c:v>
                </c:pt>
                <c:pt idx="21514">
                  <c:v>0</c:v>
                </c:pt>
                <c:pt idx="21515">
                  <c:v>0</c:v>
                </c:pt>
                <c:pt idx="21516">
                  <c:v>0</c:v>
                </c:pt>
                <c:pt idx="21517">
                  <c:v>7</c:v>
                </c:pt>
                <c:pt idx="21518">
                  <c:v>1</c:v>
                </c:pt>
                <c:pt idx="21519">
                  <c:v>0</c:v>
                </c:pt>
                <c:pt idx="21520">
                  <c:v>10</c:v>
                </c:pt>
                <c:pt idx="21521">
                  <c:v>56</c:v>
                </c:pt>
                <c:pt idx="21522">
                  <c:v>4</c:v>
                </c:pt>
                <c:pt idx="21523">
                  <c:v>2</c:v>
                </c:pt>
                <c:pt idx="21524">
                  <c:v>4</c:v>
                </c:pt>
                <c:pt idx="21525">
                  <c:v>0</c:v>
                </c:pt>
                <c:pt idx="21526">
                  <c:v>1</c:v>
                </c:pt>
                <c:pt idx="21527">
                  <c:v>1</c:v>
                </c:pt>
                <c:pt idx="21528">
                  <c:v>0</c:v>
                </c:pt>
                <c:pt idx="21529">
                  <c:v>2</c:v>
                </c:pt>
                <c:pt idx="21530">
                  <c:v>0</c:v>
                </c:pt>
                <c:pt idx="21531">
                  <c:v>2</c:v>
                </c:pt>
                <c:pt idx="21532">
                  <c:v>1</c:v>
                </c:pt>
                <c:pt idx="21533">
                  <c:v>0</c:v>
                </c:pt>
                <c:pt idx="21534">
                  <c:v>0</c:v>
                </c:pt>
                <c:pt idx="21535">
                  <c:v>20</c:v>
                </c:pt>
                <c:pt idx="21536">
                  <c:v>0</c:v>
                </c:pt>
                <c:pt idx="21537">
                  <c:v>0</c:v>
                </c:pt>
                <c:pt idx="21538">
                  <c:v>0</c:v>
                </c:pt>
                <c:pt idx="21539">
                  <c:v>1</c:v>
                </c:pt>
                <c:pt idx="21540">
                  <c:v>0</c:v>
                </c:pt>
                <c:pt idx="21541">
                  <c:v>2</c:v>
                </c:pt>
                <c:pt idx="21542">
                  <c:v>1</c:v>
                </c:pt>
                <c:pt idx="21543">
                  <c:v>0</c:v>
                </c:pt>
                <c:pt idx="21544">
                  <c:v>1</c:v>
                </c:pt>
                <c:pt idx="21545">
                  <c:v>0</c:v>
                </c:pt>
                <c:pt idx="21546">
                  <c:v>3</c:v>
                </c:pt>
                <c:pt idx="21547">
                  <c:v>1</c:v>
                </c:pt>
                <c:pt idx="21548">
                  <c:v>0</c:v>
                </c:pt>
                <c:pt idx="21549">
                  <c:v>28</c:v>
                </c:pt>
                <c:pt idx="21550">
                  <c:v>8</c:v>
                </c:pt>
                <c:pt idx="21551">
                  <c:v>10</c:v>
                </c:pt>
                <c:pt idx="21552">
                  <c:v>2</c:v>
                </c:pt>
                <c:pt idx="21553">
                  <c:v>2</c:v>
                </c:pt>
                <c:pt idx="21554">
                  <c:v>5</c:v>
                </c:pt>
                <c:pt idx="21555">
                  <c:v>15</c:v>
                </c:pt>
                <c:pt idx="21556">
                  <c:v>0</c:v>
                </c:pt>
                <c:pt idx="21557">
                  <c:v>90</c:v>
                </c:pt>
                <c:pt idx="21558">
                  <c:v>0</c:v>
                </c:pt>
                <c:pt idx="21559">
                  <c:v>4</c:v>
                </c:pt>
                <c:pt idx="21560">
                  <c:v>0</c:v>
                </c:pt>
                <c:pt idx="21561">
                  <c:v>6</c:v>
                </c:pt>
                <c:pt idx="21562">
                  <c:v>0</c:v>
                </c:pt>
                <c:pt idx="21563">
                  <c:v>2</c:v>
                </c:pt>
                <c:pt idx="21564">
                  <c:v>0</c:v>
                </c:pt>
                <c:pt idx="21565">
                  <c:v>0</c:v>
                </c:pt>
                <c:pt idx="21566">
                  <c:v>3</c:v>
                </c:pt>
                <c:pt idx="21567">
                  <c:v>4</c:v>
                </c:pt>
                <c:pt idx="21568">
                  <c:v>0</c:v>
                </c:pt>
                <c:pt idx="21569">
                  <c:v>6</c:v>
                </c:pt>
                <c:pt idx="21570">
                  <c:v>2</c:v>
                </c:pt>
                <c:pt idx="21571">
                  <c:v>0</c:v>
                </c:pt>
                <c:pt idx="21572">
                  <c:v>0</c:v>
                </c:pt>
                <c:pt idx="21573">
                  <c:v>60</c:v>
                </c:pt>
                <c:pt idx="21574">
                  <c:v>10</c:v>
                </c:pt>
                <c:pt idx="21575">
                  <c:v>15</c:v>
                </c:pt>
                <c:pt idx="21576">
                  <c:v>11</c:v>
                </c:pt>
                <c:pt idx="21577">
                  <c:v>0</c:v>
                </c:pt>
                <c:pt idx="21578">
                  <c:v>0</c:v>
                </c:pt>
                <c:pt idx="21579">
                  <c:v>0</c:v>
                </c:pt>
                <c:pt idx="21580">
                  <c:v>0</c:v>
                </c:pt>
                <c:pt idx="21581">
                  <c:v>4</c:v>
                </c:pt>
                <c:pt idx="21582">
                  <c:v>0</c:v>
                </c:pt>
                <c:pt idx="21583">
                  <c:v>4</c:v>
                </c:pt>
                <c:pt idx="21584">
                  <c:v>24</c:v>
                </c:pt>
                <c:pt idx="21585">
                  <c:v>2</c:v>
                </c:pt>
                <c:pt idx="21586">
                  <c:v>0</c:v>
                </c:pt>
                <c:pt idx="21587">
                  <c:v>3</c:v>
                </c:pt>
                <c:pt idx="21588">
                  <c:v>0</c:v>
                </c:pt>
                <c:pt idx="21589">
                  <c:v>0</c:v>
                </c:pt>
                <c:pt idx="21590">
                  <c:v>15</c:v>
                </c:pt>
                <c:pt idx="21591">
                  <c:v>2</c:v>
                </c:pt>
                <c:pt idx="21592">
                  <c:v>0</c:v>
                </c:pt>
                <c:pt idx="21593">
                  <c:v>6</c:v>
                </c:pt>
                <c:pt idx="21594">
                  <c:v>6</c:v>
                </c:pt>
                <c:pt idx="21595">
                  <c:v>0</c:v>
                </c:pt>
                <c:pt idx="21596">
                  <c:v>0</c:v>
                </c:pt>
                <c:pt idx="21597">
                  <c:v>0</c:v>
                </c:pt>
                <c:pt idx="21598">
                  <c:v>0</c:v>
                </c:pt>
                <c:pt idx="21599">
                  <c:v>0</c:v>
                </c:pt>
                <c:pt idx="21600">
                  <c:v>0</c:v>
                </c:pt>
                <c:pt idx="21601">
                  <c:v>0</c:v>
                </c:pt>
                <c:pt idx="21602">
                  <c:v>0</c:v>
                </c:pt>
                <c:pt idx="21603">
                  <c:v>0</c:v>
                </c:pt>
                <c:pt idx="21604">
                  <c:v>0</c:v>
                </c:pt>
                <c:pt idx="21605">
                  <c:v>0</c:v>
                </c:pt>
                <c:pt idx="21606">
                  <c:v>10</c:v>
                </c:pt>
                <c:pt idx="21607">
                  <c:v>0</c:v>
                </c:pt>
                <c:pt idx="21608">
                  <c:v>3</c:v>
                </c:pt>
                <c:pt idx="21609">
                  <c:v>18</c:v>
                </c:pt>
                <c:pt idx="21610">
                  <c:v>9</c:v>
                </c:pt>
                <c:pt idx="21611">
                  <c:v>6</c:v>
                </c:pt>
                <c:pt idx="21612">
                  <c:v>0</c:v>
                </c:pt>
                <c:pt idx="21613">
                  <c:v>8</c:v>
                </c:pt>
                <c:pt idx="21614">
                  <c:v>9</c:v>
                </c:pt>
                <c:pt idx="21615">
                  <c:v>4</c:v>
                </c:pt>
                <c:pt idx="21616">
                  <c:v>0</c:v>
                </c:pt>
                <c:pt idx="21617">
                  <c:v>6</c:v>
                </c:pt>
                <c:pt idx="21618">
                  <c:v>5</c:v>
                </c:pt>
                <c:pt idx="21619">
                  <c:v>1</c:v>
                </c:pt>
                <c:pt idx="21620">
                  <c:v>0</c:v>
                </c:pt>
                <c:pt idx="21621">
                  <c:v>0</c:v>
                </c:pt>
                <c:pt idx="21622">
                  <c:v>8</c:v>
                </c:pt>
                <c:pt idx="21623">
                  <c:v>1</c:v>
                </c:pt>
                <c:pt idx="21624">
                  <c:v>4</c:v>
                </c:pt>
                <c:pt idx="21625">
                  <c:v>1</c:v>
                </c:pt>
                <c:pt idx="21626">
                  <c:v>0</c:v>
                </c:pt>
                <c:pt idx="21627">
                  <c:v>12</c:v>
                </c:pt>
                <c:pt idx="21628">
                  <c:v>0</c:v>
                </c:pt>
                <c:pt idx="21629">
                  <c:v>7</c:v>
                </c:pt>
                <c:pt idx="21630">
                  <c:v>4</c:v>
                </c:pt>
                <c:pt idx="21631">
                  <c:v>2</c:v>
                </c:pt>
                <c:pt idx="21632">
                  <c:v>4</c:v>
                </c:pt>
                <c:pt idx="21633">
                  <c:v>6</c:v>
                </c:pt>
                <c:pt idx="21634">
                  <c:v>0</c:v>
                </c:pt>
                <c:pt idx="21635">
                  <c:v>1</c:v>
                </c:pt>
                <c:pt idx="21636">
                  <c:v>0</c:v>
                </c:pt>
                <c:pt idx="21637">
                  <c:v>0</c:v>
                </c:pt>
                <c:pt idx="21638">
                  <c:v>28</c:v>
                </c:pt>
                <c:pt idx="21639">
                  <c:v>0</c:v>
                </c:pt>
                <c:pt idx="21640">
                  <c:v>10</c:v>
                </c:pt>
                <c:pt idx="21641">
                  <c:v>2</c:v>
                </c:pt>
                <c:pt idx="21642">
                  <c:v>0</c:v>
                </c:pt>
                <c:pt idx="21643">
                  <c:v>0</c:v>
                </c:pt>
                <c:pt idx="21644">
                  <c:v>0</c:v>
                </c:pt>
                <c:pt idx="21645">
                  <c:v>3</c:v>
                </c:pt>
                <c:pt idx="21646">
                  <c:v>0</c:v>
                </c:pt>
                <c:pt idx="21647">
                  <c:v>2</c:v>
                </c:pt>
                <c:pt idx="21648">
                  <c:v>0</c:v>
                </c:pt>
                <c:pt idx="21649">
                  <c:v>0</c:v>
                </c:pt>
                <c:pt idx="21650">
                  <c:v>15</c:v>
                </c:pt>
                <c:pt idx="21651">
                  <c:v>1</c:v>
                </c:pt>
                <c:pt idx="21652">
                  <c:v>2</c:v>
                </c:pt>
                <c:pt idx="21653">
                  <c:v>0</c:v>
                </c:pt>
                <c:pt idx="21654">
                  <c:v>21</c:v>
                </c:pt>
                <c:pt idx="21655">
                  <c:v>0</c:v>
                </c:pt>
                <c:pt idx="21656">
                  <c:v>0</c:v>
                </c:pt>
                <c:pt idx="21657">
                  <c:v>1</c:v>
                </c:pt>
                <c:pt idx="21658">
                  <c:v>0</c:v>
                </c:pt>
                <c:pt idx="21659">
                  <c:v>2</c:v>
                </c:pt>
                <c:pt idx="21660">
                  <c:v>0</c:v>
                </c:pt>
                <c:pt idx="21661">
                  <c:v>0</c:v>
                </c:pt>
                <c:pt idx="21662">
                  <c:v>1</c:v>
                </c:pt>
                <c:pt idx="21663">
                  <c:v>0</c:v>
                </c:pt>
                <c:pt idx="21664">
                  <c:v>1</c:v>
                </c:pt>
                <c:pt idx="21665">
                  <c:v>2</c:v>
                </c:pt>
                <c:pt idx="21666">
                  <c:v>0</c:v>
                </c:pt>
                <c:pt idx="21667">
                  <c:v>7</c:v>
                </c:pt>
                <c:pt idx="21668">
                  <c:v>0</c:v>
                </c:pt>
                <c:pt idx="21669">
                  <c:v>15</c:v>
                </c:pt>
                <c:pt idx="21670">
                  <c:v>0</c:v>
                </c:pt>
                <c:pt idx="21671">
                  <c:v>0</c:v>
                </c:pt>
                <c:pt idx="21672">
                  <c:v>6</c:v>
                </c:pt>
                <c:pt idx="21673">
                  <c:v>0</c:v>
                </c:pt>
                <c:pt idx="21674">
                  <c:v>0</c:v>
                </c:pt>
                <c:pt idx="21675">
                  <c:v>10</c:v>
                </c:pt>
                <c:pt idx="21676">
                  <c:v>0</c:v>
                </c:pt>
                <c:pt idx="21677">
                  <c:v>1</c:v>
                </c:pt>
                <c:pt idx="21678">
                  <c:v>3</c:v>
                </c:pt>
                <c:pt idx="21679">
                  <c:v>0</c:v>
                </c:pt>
                <c:pt idx="21680">
                  <c:v>29</c:v>
                </c:pt>
                <c:pt idx="21681">
                  <c:v>0</c:v>
                </c:pt>
                <c:pt idx="21682">
                  <c:v>0</c:v>
                </c:pt>
                <c:pt idx="21683">
                  <c:v>60</c:v>
                </c:pt>
                <c:pt idx="21684">
                  <c:v>0</c:v>
                </c:pt>
                <c:pt idx="21685">
                  <c:v>1</c:v>
                </c:pt>
                <c:pt idx="21686">
                  <c:v>0</c:v>
                </c:pt>
                <c:pt idx="21687">
                  <c:v>0</c:v>
                </c:pt>
                <c:pt idx="21688">
                  <c:v>0</c:v>
                </c:pt>
                <c:pt idx="21689">
                  <c:v>0</c:v>
                </c:pt>
                <c:pt idx="21690">
                  <c:v>0</c:v>
                </c:pt>
                <c:pt idx="21691">
                  <c:v>0</c:v>
                </c:pt>
                <c:pt idx="21692">
                  <c:v>0</c:v>
                </c:pt>
                <c:pt idx="21693">
                  <c:v>2</c:v>
                </c:pt>
                <c:pt idx="21694">
                  <c:v>0</c:v>
                </c:pt>
                <c:pt idx="21695">
                  <c:v>0</c:v>
                </c:pt>
                <c:pt idx="21696">
                  <c:v>0</c:v>
                </c:pt>
                <c:pt idx="21697">
                  <c:v>10</c:v>
                </c:pt>
                <c:pt idx="21698">
                  <c:v>0</c:v>
                </c:pt>
                <c:pt idx="21699">
                  <c:v>0</c:v>
                </c:pt>
                <c:pt idx="21700">
                  <c:v>0</c:v>
                </c:pt>
                <c:pt idx="21701">
                  <c:v>0</c:v>
                </c:pt>
                <c:pt idx="21702">
                  <c:v>3</c:v>
                </c:pt>
                <c:pt idx="21703">
                  <c:v>0</c:v>
                </c:pt>
                <c:pt idx="21704">
                  <c:v>6</c:v>
                </c:pt>
                <c:pt idx="21705">
                  <c:v>0</c:v>
                </c:pt>
                <c:pt idx="21706">
                  <c:v>0</c:v>
                </c:pt>
                <c:pt idx="21707">
                  <c:v>0</c:v>
                </c:pt>
                <c:pt idx="21708">
                  <c:v>2</c:v>
                </c:pt>
                <c:pt idx="21709">
                  <c:v>1</c:v>
                </c:pt>
                <c:pt idx="21710">
                  <c:v>0</c:v>
                </c:pt>
                <c:pt idx="21711">
                  <c:v>3</c:v>
                </c:pt>
                <c:pt idx="21712">
                  <c:v>22</c:v>
                </c:pt>
                <c:pt idx="21713">
                  <c:v>0</c:v>
                </c:pt>
                <c:pt idx="21714">
                  <c:v>0</c:v>
                </c:pt>
                <c:pt idx="21715">
                  <c:v>2</c:v>
                </c:pt>
                <c:pt idx="21716">
                  <c:v>0</c:v>
                </c:pt>
                <c:pt idx="21717">
                  <c:v>1</c:v>
                </c:pt>
                <c:pt idx="21718">
                  <c:v>0</c:v>
                </c:pt>
                <c:pt idx="21719">
                  <c:v>1</c:v>
                </c:pt>
                <c:pt idx="21720">
                  <c:v>1</c:v>
                </c:pt>
                <c:pt idx="21721">
                  <c:v>6</c:v>
                </c:pt>
                <c:pt idx="21722">
                  <c:v>3</c:v>
                </c:pt>
                <c:pt idx="21723">
                  <c:v>14</c:v>
                </c:pt>
                <c:pt idx="21724">
                  <c:v>11</c:v>
                </c:pt>
                <c:pt idx="21725">
                  <c:v>4</c:v>
                </c:pt>
                <c:pt idx="21726">
                  <c:v>1</c:v>
                </c:pt>
                <c:pt idx="21727">
                  <c:v>0</c:v>
                </c:pt>
                <c:pt idx="21728">
                  <c:v>1</c:v>
                </c:pt>
                <c:pt idx="21729">
                  <c:v>7</c:v>
                </c:pt>
                <c:pt idx="21730">
                  <c:v>22</c:v>
                </c:pt>
                <c:pt idx="21731">
                  <c:v>1</c:v>
                </c:pt>
                <c:pt idx="21732">
                  <c:v>1</c:v>
                </c:pt>
                <c:pt idx="21733">
                  <c:v>30</c:v>
                </c:pt>
                <c:pt idx="21734">
                  <c:v>0</c:v>
                </c:pt>
                <c:pt idx="21735">
                  <c:v>18</c:v>
                </c:pt>
                <c:pt idx="21736">
                  <c:v>0</c:v>
                </c:pt>
                <c:pt idx="21737">
                  <c:v>0</c:v>
                </c:pt>
                <c:pt idx="21738">
                  <c:v>0</c:v>
                </c:pt>
                <c:pt idx="21739">
                  <c:v>2</c:v>
                </c:pt>
                <c:pt idx="21740">
                  <c:v>50</c:v>
                </c:pt>
                <c:pt idx="21741">
                  <c:v>1</c:v>
                </c:pt>
                <c:pt idx="21742">
                  <c:v>7</c:v>
                </c:pt>
                <c:pt idx="21743">
                  <c:v>3</c:v>
                </c:pt>
                <c:pt idx="21744">
                  <c:v>0</c:v>
                </c:pt>
                <c:pt idx="21745">
                  <c:v>2</c:v>
                </c:pt>
                <c:pt idx="21746">
                  <c:v>0</c:v>
                </c:pt>
                <c:pt idx="21747">
                  <c:v>4</c:v>
                </c:pt>
                <c:pt idx="21748">
                  <c:v>1</c:v>
                </c:pt>
                <c:pt idx="21749">
                  <c:v>0</c:v>
                </c:pt>
                <c:pt idx="21750">
                  <c:v>0</c:v>
                </c:pt>
                <c:pt idx="21751">
                  <c:v>2</c:v>
                </c:pt>
                <c:pt idx="21752">
                  <c:v>1</c:v>
                </c:pt>
                <c:pt idx="21753">
                  <c:v>1</c:v>
                </c:pt>
                <c:pt idx="21754">
                  <c:v>0</c:v>
                </c:pt>
                <c:pt idx="21755">
                  <c:v>1</c:v>
                </c:pt>
                <c:pt idx="21756">
                  <c:v>0</c:v>
                </c:pt>
                <c:pt idx="21757">
                  <c:v>0</c:v>
                </c:pt>
                <c:pt idx="21758">
                  <c:v>8</c:v>
                </c:pt>
                <c:pt idx="21759">
                  <c:v>0</c:v>
                </c:pt>
                <c:pt idx="21760">
                  <c:v>0</c:v>
                </c:pt>
                <c:pt idx="21761">
                  <c:v>13</c:v>
                </c:pt>
                <c:pt idx="21762">
                  <c:v>11</c:v>
                </c:pt>
                <c:pt idx="21763">
                  <c:v>90</c:v>
                </c:pt>
                <c:pt idx="21764">
                  <c:v>63</c:v>
                </c:pt>
                <c:pt idx="21765">
                  <c:v>270</c:v>
                </c:pt>
                <c:pt idx="21766">
                  <c:v>0</c:v>
                </c:pt>
                <c:pt idx="21767">
                  <c:v>2</c:v>
                </c:pt>
                <c:pt idx="21768">
                  <c:v>0</c:v>
                </c:pt>
                <c:pt idx="21769">
                  <c:v>0</c:v>
                </c:pt>
                <c:pt idx="21770">
                  <c:v>1</c:v>
                </c:pt>
                <c:pt idx="21771">
                  <c:v>0</c:v>
                </c:pt>
                <c:pt idx="21772">
                  <c:v>30</c:v>
                </c:pt>
                <c:pt idx="21773">
                  <c:v>0</c:v>
                </c:pt>
                <c:pt idx="21774">
                  <c:v>0</c:v>
                </c:pt>
                <c:pt idx="21775">
                  <c:v>0</c:v>
                </c:pt>
                <c:pt idx="21776">
                  <c:v>8</c:v>
                </c:pt>
                <c:pt idx="21777">
                  <c:v>0</c:v>
                </c:pt>
                <c:pt idx="21778">
                  <c:v>2</c:v>
                </c:pt>
                <c:pt idx="21779">
                  <c:v>0</c:v>
                </c:pt>
                <c:pt idx="21780">
                  <c:v>0</c:v>
                </c:pt>
                <c:pt idx="21781">
                  <c:v>0</c:v>
                </c:pt>
                <c:pt idx="21782">
                  <c:v>0</c:v>
                </c:pt>
                <c:pt idx="21783">
                  <c:v>0</c:v>
                </c:pt>
                <c:pt idx="21784">
                  <c:v>28</c:v>
                </c:pt>
                <c:pt idx="21785">
                  <c:v>0</c:v>
                </c:pt>
                <c:pt idx="21786">
                  <c:v>0</c:v>
                </c:pt>
                <c:pt idx="21787">
                  <c:v>56</c:v>
                </c:pt>
                <c:pt idx="21788">
                  <c:v>0</c:v>
                </c:pt>
                <c:pt idx="21789">
                  <c:v>3</c:v>
                </c:pt>
                <c:pt idx="21790">
                  <c:v>0</c:v>
                </c:pt>
                <c:pt idx="21791">
                  <c:v>0</c:v>
                </c:pt>
                <c:pt idx="21792">
                  <c:v>0</c:v>
                </c:pt>
                <c:pt idx="21793">
                  <c:v>0</c:v>
                </c:pt>
                <c:pt idx="21794">
                  <c:v>0</c:v>
                </c:pt>
                <c:pt idx="21795">
                  <c:v>1</c:v>
                </c:pt>
                <c:pt idx="21796">
                  <c:v>7</c:v>
                </c:pt>
                <c:pt idx="21797">
                  <c:v>0</c:v>
                </c:pt>
                <c:pt idx="21798">
                  <c:v>1</c:v>
                </c:pt>
                <c:pt idx="21799">
                  <c:v>0</c:v>
                </c:pt>
                <c:pt idx="21800">
                  <c:v>0</c:v>
                </c:pt>
                <c:pt idx="21801">
                  <c:v>0</c:v>
                </c:pt>
                <c:pt idx="21802">
                  <c:v>10</c:v>
                </c:pt>
                <c:pt idx="21803">
                  <c:v>0</c:v>
                </c:pt>
                <c:pt idx="21804">
                  <c:v>1</c:v>
                </c:pt>
                <c:pt idx="21805">
                  <c:v>0</c:v>
                </c:pt>
                <c:pt idx="21806">
                  <c:v>0</c:v>
                </c:pt>
                <c:pt idx="21807">
                  <c:v>8</c:v>
                </c:pt>
                <c:pt idx="21808">
                  <c:v>0</c:v>
                </c:pt>
                <c:pt idx="21809">
                  <c:v>0</c:v>
                </c:pt>
                <c:pt idx="21810">
                  <c:v>9</c:v>
                </c:pt>
                <c:pt idx="21811">
                  <c:v>2</c:v>
                </c:pt>
                <c:pt idx="21812">
                  <c:v>84</c:v>
                </c:pt>
                <c:pt idx="21813">
                  <c:v>2</c:v>
                </c:pt>
                <c:pt idx="21814">
                  <c:v>3</c:v>
                </c:pt>
                <c:pt idx="21815">
                  <c:v>1</c:v>
                </c:pt>
                <c:pt idx="21816">
                  <c:v>0</c:v>
                </c:pt>
                <c:pt idx="21817">
                  <c:v>1</c:v>
                </c:pt>
                <c:pt idx="21818">
                  <c:v>28</c:v>
                </c:pt>
                <c:pt idx="21819">
                  <c:v>0</c:v>
                </c:pt>
                <c:pt idx="21820">
                  <c:v>0</c:v>
                </c:pt>
                <c:pt idx="21821">
                  <c:v>0</c:v>
                </c:pt>
                <c:pt idx="21822">
                  <c:v>21</c:v>
                </c:pt>
                <c:pt idx="21823">
                  <c:v>3</c:v>
                </c:pt>
                <c:pt idx="21824">
                  <c:v>0</c:v>
                </c:pt>
                <c:pt idx="21825">
                  <c:v>2</c:v>
                </c:pt>
                <c:pt idx="21826">
                  <c:v>0</c:v>
                </c:pt>
                <c:pt idx="21827">
                  <c:v>0</c:v>
                </c:pt>
                <c:pt idx="21828">
                  <c:v>0</c:v>
                </c:pt>
                <c:pt idx="21829">
                  <c:v>0</c:v>
                </c:pt>
                <c:pt idx="21830">
                  <c:v>1</c:v>
                </c:pt>
                <c:pt idx="21831">
                  <c:v>22</c:v>
                </c:pt>
                <c:pt idx="21832">
                  <c:v>0</c:v>
                </c:pt>
                <c:pt idx="21833">
                  <c:v>0</c:v>
                </c:pt>
                <c:pt idx="21834">
                  <c:v>6</c:v>
                </c:pt>
                <c:pt idx="21835">
                  <c:v>10</c:v>
                </c:pt>
                <c:pt idx="21836">
                  <c:v>2</c:v>
                </c:pt>
                <c:pt idx="21837">
                  <c:v>0</c:v>
                </c:pt>
                <c:pt idx="21838">
                  <c:v>14</c:v>
                </c:pt>
                <c:pt idx="21839">
                  <c:v>14</c:v>
                </c:pt>
                <c:pt idx="21840">
                  <c:v>0</c:v>
                </c:pt>
                <c:pt idx="21841">
                  <c:v>0</c:v>
                </c:pt>
                <c:pt idx="21842">
                  <c:v>0</c:v>
                </c:pt>
                <c:pt idx="21843">
                  <c:v>0</c:v>
                </c:pt>
                <c:pt idx="21844">
                  <c:v>0</c:v>
                </c:pt>
                <c:pt idx="21845">
                  <c:v>15</c:v>
                </c:pt>
                <c:pt idx="21846">
                  <c:v>0</c:v>
                </c:pt>
                <c:pt idx="21847">
                  <c:v>4</c:v>
                </c:pt>
                <c:pt idx="21848">
                  <c:v>0</c:v>
                </c:pt>
                <c:pt idx="21849">
                  <c:v>0</c:v>
                </c:pt>
                <c:pt idx="21850">
                  <c:v>8</c:v>
                </c:pt>
                <c:pt idx="21851">
                  <c:v>0</c:v>
                </c:pt>
                <c:pt idx="21852">
                  <c:v>0</c:v>
                </c:pt>
                <c:pt idx="21853">
                  <c:v>16</c:v>
                </c:pt>
                <c:pt idx="21854">
                  <c:v>0</c:v>
                </c:pt>
                <c:pt idx="21855">
                  <c:v>3</c:v>
                </c:pt>
                <c:pt idx="21856">
                  <c:v>0</c:v>
                </c:pt>
                <c:pt idx="21857">
                  <c:v>0</c:v>
                </c:pt>
                <c:pt idx="21858">
                  <c:v>0</c:v>
                </c:pt>
                <c:pt idx="21859">
                  <c:v>6</c:v>
                </c:pt>
                <c:pt idx="21860">
                  <c:v>0</c:v>
                </c:pt>
                <c:pt idx="21861">
                  <c:v>3</c:v>
                </c:pt>
                <c:pt idx="21862">
                  <c:v>5</c:v>
                </c:pt>
                <c:pt idx="21863">
                  <c:v>0</c:v>
                </c:pt>
                <c:pt idx="21864">
                  <c:v>0</c:v>
                </c:pt>
                <c:pt idx="21865">
                  <c:v>0</c:v>
                </c:pt>
                <c:pt idx="21866">
                  <c:v>4</c:v>
                </c:pt>
                <c:pt idx="21867">
                  <c:v>1</c:v>
                </c:pt>
                <c:pt idx="21868">
                  <c:v>0</c:v>
                </c:pt>
                <c:pt idx="21869">
                  <c:v>0</c:v>
                </c:pt>
                <c:pt idx="21870">
                  <c:v>0</c:v>
                </c:pt>
                <c:pt idx="21871">
                  <c:v>0</c:v>
                </c:pt>
                <c:pt idx="21872">
                  <c:v>0</c:v>
                </c:pt>
                <c:pt idx="21873">
                  <c:v>1</c:v>
                </c:pt>
                <c:pt idx="21874">
                  <c:v>4</c:v>
                </c:pt>
                <c:pt idx="21875">
                  <c:v>0</c:v>
                </c:pt>
                <c:pt idx="21876">
                  <c:v>6</c:v>
                </c:pt>
                <c:pt idx="21877">
                  <c:v>2</c:v>
                </c:pt>
                <c:pt idx="21878">
                  <c:v>0</c:v>
                </c:pt>
                <c:pt idx="21879">
                  <c:v>3</c:v>
                </c:pt>
                <c:pt idx="21880">
                  <c:v>1</c:v>
                </c:pt>
                <c:pt idx="21881">
                  <c:v>10</c:v>
                </c:pt>
                <c:pt idx="21882">
                  <c:v>0</c:v>
                </c:pt>
                <c:pt idx="21883">
                  <c:v>0</c:v>
                </c:pt>
                <c:pt idx="21884">
                  <c:v>0</c:v>
                </c:pt>
                <c:pt idx="21885">
                  <c:v>0</c:v>
                </c:pt>
                <c:pt idx="21886">
                  <c:v>0</c:v>
                </c:pt>
                <c:pt idx="21887">
                  <c:v>7</c:v>
                </c:pt>
                <c:pt idx="21888">
                  <c:v>0</c:v>
                </c:pt>
                <c:pt idx="21889">
                  <c:v>0</c:v>
                </c:pt>
                <c:pt idx="21890">
                  <c:v>0</c:v>
                </c:pt>
                <c:pt idx="21891">
                  <c:v>0</c:v>
                </c:pt>
                <c:pt idx="21892">
                  <c:v>0</c:v>
                </c:pt>
                <c:pt idx="21893">
                  <c:v>0</c:v>
                </c:pt>
                <c:pt idx="21894">
                  <c:v>0</c:v>
                </c:pt>
                <c:pt idx="21895">
                  <c:v>8</c:v>
                </c:pt>
                <c:pt idx="21896">
                  <c:v>0</c:v>
                </c:pt>
                <c:pt idx="21897">
                  <c:v>0</c:v>
                </c:pt>
                <c:pt idx="21898">
                  <c:v>0</c:v>
                </c:pt>
                <c:pt idx="21899">
                  <c:v>0</c:v>
                </c:pt>
                <c:pt idx="21900">
                  <c:v>10</c:v>
                </c:pt>
                <c:pt idx="21901">
                  <c:v>0</c:v>
                </c:pt>
                <c:pt idx="21902">
                  <c:v>0</c:v>
                </c:pt>
                <c:pt idx="21903">
                  <c:v>0</c:v>
                </c:pt>
                <c:pt idx="21904">
                  <c:v>15</c:v>
                </c:pt>
                <c:pt idx="21905">
                  <c:v>0</c:v>
                </c:pt>
                <c:pt idx="21906">
                  <c:v>0</c:v>
                </c:pt>
                <c:pt idx="21907">
                  <c:v>7</c:v>
                </c:pt>
                <c:pt idx="21908">
                  <c:v>0</c:v>
                </c:pt>
                <c:pt idx="21909">
                  <c:v>7</c:v>
                </c:pt>
                <c:pt idx="21910">
                  <c:v>7</c:v>
                </c:pt>
                <c:pt idx="21911">
                  <c:v>0</c:v>
                </c:pt>
                <c:pt idx="21912">
                  <c:v>0</c:v>
                </c:pt>
                <c:pt idx="21913">
                  <c:v>180</c:v>
                </c:pt>
                <c:pt idx="21914">
                  <c:v>1</c:v>
                </c:pt>
                <c:pt idx="21915">
                  <c:v>0</c:v>
                </c:pt>
                <c:pt idx="21916">
                  <c:v>0</c:v>
                </c:pt>
                <c:pt idx="21917">
                  <c:v>0</c:v>
                </c:pt>
                <c:pt idx="21918">
                  <c:v>0</c:v>
                </c:pt>
                <c:pt idx="21919">
                  <c:v>0</c:v>
                </c:pt>
                <c:pt idx="21920">
                  <c:v>0</c:v>
                </c:pt>
                <c:pt idx="21921">
                  <c:v>0</c:v>
                </c:pt>
                <c:pt idx="21922">
                  <c:v>2</c:v>
                </c:pt>
                <c:pt idx="21923">
                  <c:v>0</c:v>
                </c:pt>
                <c:pt idx="21924">
                  <c:v>0</c:v>
                </c:pt>
                <c:pt idx="21925">
                  <c:v>0</c:v>
                </c:pt>
                <c:pt idx="21926">
                  <c:v>0</c:v>
                </c:pt>
                <c:pt idx="21927">
                  <c:v>0</c:v>
                </c:pt>
                <c:pt idx="21928">
                  <c:v>0</c:v>
                </c:pt>
                <c:pt idx="21929">
                  <c:v>0</c:v>
                </c:pt>
                <c:pt idx="21930">
                  <c:v>0</c:v>
                </c:pt>
                <c:pt idx="21931">
                  <c:v>0</c:v>
                </c:pt>
                <c:pt idx="21932">
                  <c:v>0</c:v>
                </c:pt>
                <c:pt idx="21933">
                  <c:v>9</c:v>
                </c:pt>
                <c:pt idx="21934">
                  <c:v>2</c:v>
                </c:pt>
                <c:pt idx="21935">
                  <c:v>25</c:v>
                </c:pt>
                <c:pt idx="21936">
                  <c:v>0</c:v>
                </c:pt>
                <c:pt idx="21937">
                  <c:v>0</c:v>
                </c:pt>
                <c:pt idx="21938">
                  <c:v>0</c:v>
                </c:pt>
                <c:pt idx="21939">
                  <c:v>0</c:v>
                </c:pt>
                <c:pt idx="21940">
                  <c:v>3</c:v>
                </c:pt>
                <c:pt idx="21941">
                  <c:v>0</c:v>
                </c:pt>
                <c:pt idx="21942">
                  <c:v>3</c:v>
                </c:pt>
                <c:pt idx="21943">
                  <c:v>5</c:v>
                </c:pt>
                <c:pt idx="21944">
                  <c:v>7</c:v>
                </c:pt>
                <c:pt idx="21945">
                  <c:v>0</c:v>
                </c:pt>
                <c:pt idx="21946">
                  <c:v>1</c:v>
                </c:pt>
                <c:pt idx="21947">
                  <c:v>0</c:v>
                </c:pt>
                <c:pt idx="21948">
                  <c:v>10</c:v>
                </c:pt>
                <c:pt idx="21949">
                  <c:v>0</c:v>
                </c:pt>
                <c:pt idx="21950">
                  <c:v>0</c:v>
                </c:pt>
                <c:pt idx="21951">
                  <c:v>1</c:v>
                </c:pt>
                <c:pt idx="21952">
                  <c:v>0</c:v>
                </c:pt>
                <c:pt idx="21953">
                  <c:v>5</c:v>
                </c:pt>
                <c:pt idx="21954">
                  <c:v>0</c:v>
                </c:pt>
                <c:pt idx="21955">
                  <c:v>2</c:v>
                </c:pt>
                <c:pt idx="21956">
                  <c:v>0</c:v>
                </c:pt>
                <c:pt idx="21957">
                  <c:v>10</c:v>
                </c:pt>
                <c:pt idx="21958">
                  <c:v>4</c:v>
                </c:pt>
                <c:pt idx="21959">
                  <c:v>1</c:v>
                </c:pt>
                <c:pt idx="21960">
                  <c:v>6</c:v>
                </c:pt>
                <c:pt idx="21961">
                  <c:v>0</c:v>
                </c:pt>
                <c:pt idx="21962">
                  <c:v>0</c:v>
                </c:pt>
                <c:pt idx="21963">
                  <c:v>0</c:v>
                </c:pt>
                <c:pt idx="21964">
                  <c:v>3</c:v>
                </c:pt>
                <c:pt idx="21965">
                  <c:v>30</c:v>
                </c:pt>
                <c:pt idx="21966">
                  <c:v>0</c:v>
                </c:pt>
                <c:pt idx="21967">
                  <c:v>14</c:v>
                </c:pt>
                <c:pt idx="21968">
                  <c:v>0</c:v>
                </c:pt>
                <c:pt idx="21969">
                  <c:v>5</c:v>
                </c:pt>
                <c:pt idx="21970">
                  <c:v>63</c:v>
                </c:pt>
                <c:pt idx="21971">
                  <c:v>63</c:v>
                </c:pt>
                <c:pt idx="21972">
                  <c:v>0</c:v>
                </c:pt>
                <c:pt idx="21973">
                  <c:v>2</c:v>
                </c:pt>
                <c:pt idx="21974">
                  <c:v>4</c:v>
                </c:pt>
                <c:pt idx="21975">
                  <c:v>3</c:v>
                </c:pt>
                <c:pt idx="21976">
                  <c:v>0</c:v>
                </c:pt>
                <c:pt idx="21977">
                  <c:v>10</c:v>
                </c:pt>
                <c:pt idx="21978">
                  <c:v>0</c:v>
                </c:pt>
                <c:pt idx="21979">
                  <c:v>0</c:v>
                </c:pt>
                <c:pt idx="21980">
                  <c:v>0</c:v>
                </c:pt>
                <c:pt idx="21981">
                  <c:v>0</c:v>
                </c:pt>
                <c:pt idx="21982">
                  <c:v>2</c:v>
                </c:pt>
                <c:pt idx="21983">
                  <c:v>14</c:v>
                </c:pt>
                <c:pt idx="21984">
                  <c:v>2</c:v>
                </c:pt>
                <c:pt idx="21985">
                  <c:v>3</c:v>
                </c:pt>
                <c:pt idx="21986">
                  <c:v>0</c:v>
                </c:pt>
                <c:pt idx="21987">
                  <c:v>5</c:v>
                </c:pt>
                <c:pt idx="21988">
                  <c:v>2</c:v>
                </c:pt>
                <c:pt idx="21989">
                  <c:v>0</c:v>
                </c:pt>
                <c:pt idx="21990">
                  <c:v>0</c:v>
                </c:pt>
                <c:pt idx="21991">
                  <c:v>0</c:v>
                </c:pt>
                <c:pt idx="21992">
                  <c:v>21</c:v>
                </c:pt>
                <c:pt idx="21993">
                  <c:v>0</c:v>
                </c:pt>
                <c:pt idx="21994">
                  <c:v>0</c:v>
                </c:pt>
                <c:pt idx="21995">
                  <c:v>0</c:v>
                </c:pt>
                <c:pt idx="21996">
                  <c:v>0</c:v>
                </c:pt>
                <c:pt idx="21997">
                  <c:v>0</c:v>
                </c:pt>
                <c:pt idx="21998">
                  <c:v>0</c:v>
                </c:pt>
                <c:pt idx="21999">
                  <c:v>6</c:v>
                </c:pt>
                <c:pt idx="22000">
                  <c:v>3</c:v>
                </c:pt>
                <c:pt idx="22001">
                  <c:v>1</c:v>
                </c:pt>
                <c:pt idx="22002">
                  <c:v>45</c:v>
                </c:pt>
                <c:pt idx="22003">
                  <c:v>0</c:v>
                </c:pt>
                <c:pt idx="22004">
                  <c:v>6</c:v>
                </c:pt>
                <c:pt idx="22005">
                  <c:v>0</c:v>
                </c:pt>
                <c:pt idx="22006">
                  <c:v>2</c:v>
                </c:pt>
                <c:pt idx="22007">
                  <c:v>0</c:v>
                </c:pt>
                <c:pt idx="22008">
                  <c:v>2</c:v>
                </c:pt>
                <c:pt idx="22009">
                  <c:v>0</c:v>
                </c:pt>
                <c:pt idx="22010">
                  <c:v>0</c:v>
                </c:pt>
                <c:pt idx="22011">
                  <c:v>7</c:v>
                </c:pt>
                <c:pt idx="22012">
                  <c:v>5</c:v>
                </c:pt>
                <c:pt idx="22013">
                  <c:v>1</c:v>
                </c:pt>
                <c:pt idx="22014">
                  <c:v>0</c:v>
                </c:pt>
                <c:pt idx="22015">
                  <c:v>5</c:v>
                </c:pt>
                <c:pt idx="22016">
                  <c:v>0</c:v>
                </c:pt>
                <c:pt idx="22017">
                  <c:v>3</c:v>
                </c:pt>
                <c:pt idx="22018">
                  <c:v>0</c:v>
                </c:pt>
                <c:pt idx="22019">
                  <c:v>30</c:v>
                </c:pt>
                <c:pt idx="22020">
                  <c:v>0</c:v>
                </c:pt>
                <c:pt idx="22021">
                  <c:v>0</c:v>
                </c:pt>
                <c:pt idx="22022">
                  <c:v>0</c:v>
                </c:pt>
                <c:pt idx="22023">
                  <c:v>0</c:v>
                </c:pt>
                <c:pt idx="22024">
                  <c:v>0</c:v>
                </c:pt>
                <c:pt idx="22025">
                  <c:v>0</c:v>
                </c:pt>
                <c:pt idx="22026">
                  <c:v>1</c:v>
                </c:pt>
                <c:pt idx="22027">
                  <c:v>0</c:v>
                </c:pt>
                <c:pt idx="22028">
                  <c:v>0</c:v>
                </c:pt>
                <c:pt idx="22029">
                  <c:v>6</c:v>
                </c:pt>
                <c:pt idx="22030">
                  <c:v>0</c:v>
                </c:pt>
                <c:pt idx="22031">
                  <c:v>0</c:v>
                </c:pt>
                <c:pt idx="22032">
                  <c:v>2</c:v>
                </c:pt>
                <c:pt idx="22033">
                  <c:v>0</c:v>
                </c:pt>
                <c:pt idx="22034">
                  <c:v>0</c:v>
                </c:pt>
                <c:pt idx="22035">
                  <c:v>4</c:v>
                </c:pt>
                <c:pt idx="22036">
                  <c:v>3</c:v>
                </c:pt>
                <c:pt idx="22037">
                  <c:v>2</c:v>
                </c:pt>
                <c:pt idx="22038">
                  <c:v>0</c:v>
                </c:pt>
                <c:pt idx="22039">
                  <c:v>2</c:v>
                </c:pt>
                <c:pt idx="22040">
                  <c:v>0</c:v>
                </c:pt>
                <c:pt idx="22041">
                  <c:v>0</c:v>
                </c:pt>
                <c:pt idx="22042">
                  <c:v>0</c:v>
                </c:pt>
                <c:pt idx="22043">
                  <c:v>0</c:v>
                </c:pt>
                <c:pt idx="22044">
                  <c:v>0</c:v>
                </c:pt>
                <c:pt idx="22045">
                  <c:v>2</c:v>
                </c:pt>
                <c:pt idx="22046">
                  <c:v>10</c:v>
                </c:pt>
                <c:pt idx="22047">
                  <c:v>0</c:v>
                </c:pt>
                <c:pt idx="22048">
                  <c:v>0</c:v>
                </c:pt>
                <c:pt idx="22049">
                  <c:v>0</c:v>
                </c:pt>
                <c:pt idx="22050">
                  <c:v>0</c:v>
                </c:pt>
                <c:pt idx="22051">
                  <c:v>9</c:v>
                </c:pt>
                <c:pt idx="22052">
                  <c:v>10</c:v>
                </c:pt>
                <c:pt idx="22053">
                  <c:v>0</c:v>
                </c:pt>
                <c:pt idx="22054">
                  <c:v>0</c:v>
                </c:pt>
                <c:pt idx="22055">
                  <c:v>0</c:v>
                </c:pt>
                <c:pt idx="22056">
                  <c:v>0</c:v>
                </c:pt>
                <c:pt idx="22057">
                  <c:v>0</c:v>
                </c:pt>
                <c:pt idx="22058">
                  <c:v>0</c:v>
                </c:pt>
                <c:pt idx="22059">
                  <c:v>0</c:v>
                </c:pt>
                <c:pt idx="22060">
                  <c:v>0</c:v>
                </c:pt>
                <c:pt idx="22061">
                  <c:v>1</c:v>
                </c:pt>
                <c:pt idx="22062">
                  <c:v>0</c:v>
                </c:pt>
                <c:pt idx="22063">
                  <c:v>2</c:v>
                </c:pt>
                <c:pt idx="22064">
                  <c:v>0</c:v>
                </c:pt>
                <c:pt idx="22065">
                  <c:v>0</c:v>
                </c:pt>
                <c:pt idx="22066">
                  <c:v>0</c:v>
                </c:pt>
                <c:pt idx="22067">
                  <c:v>0</c:v>
                </c:pt>
                <c:pt idx="22068">
                  <c:v>0</c:v>
                </c:pt>
                <c:pt idx="22069">
                  <c:v>0</c:v>
                </c:pt>
                <c:pt idx="22070">
                  <c:v>0</c:v>
                </c:pt>
                <c:pt idx="22071">
                  <c:v>7</c:v>
                </c:pt>
                <c:pt idx="22072">
                  <c:v>0</c:v>
                </c:pt>
                <c:pt idx="22073">
                  <c:v>0</c:v>
                </c:pt>
                <c:pt idx="22074">
                  <c:v>0</c:v>
                </c:pt>
                <c:pt idx="22075">
                  <c:v>0</c:v>
                </c:pt>
                <c:pt idx="22076">
                  <c:v>84</c:v>
                </c:pt>
                <c:pt idx="22077">
                  <c:v>0</c:v>
                </c:pt>
                <c:pt idx="22078">
                  <c:v>2</c:v>
                </c:pt>
                <c:pt idx="22079">
                  <c:v>0</c:v>
                </c:pt>
                <c:pt idx="22080">
                  <c:v>0</c:v>
                </c:pt>
                <c:pt idx="22081">
                  <c:v>0</c:v>
                </c:pt>
                <c:pt idx="22082">
                  <c:v>60</c:v>
                </c:pt>
                <c:pt idx="22083">
                  <c:v>0</c:v>
                </c:pt>
                <c:pt idx="22084">
                  <c:v>3</c:v>
                </c:pt>
                <c:pt idx="22085">
                  <c:v>2</c:v>
                </c:pt>
                <c:pt idx="22086">
                  <c:v>0</c:v>
                </c:pt>
                <c:pt idx="22087">
                  <c:v>0</c:v>
                </c:pt>
                <c:pt idx="22088">
                  <c:v>0</c:v>
                </c:pt>
                <c:pt idx="22089">
                  <c:v>0</c:v>
                </c:pt>
                <c:pt idx="22090">
                  <c:v>0</c:v>
                </c:pt>
                <c:pt idx="22091">
                  <c:v>0</c:v>
                </c:pt>
                <c:pt idx="22092">
                  <c:v>25</c:v>
                </c:pt>
                <c:pt idx="22093">
                  <c:v>21</c:v>
                </c:pt>
                <c:pt idx="22094">
                  <c:v>0</c:v>
                </c:pt>
                <c:pt idx="22095">
                  <c:v>0</c:v>
                </c:pt>
                <c:pt idx="22096">
                  <c:v>0</c:v>
                </c:pt>
                <c:pt idx="22097">
                  <c:v>0</c:v>
                </c:pt>
                <c:pt idx="22098">
                  <c:v>9</c:v>
                </c:pt>
                <c:pt idx="22099">
                  <c:v>0</c:v>
                </c:pt>
                <c:pt idx="22100">
                  <c:v>0</c:v>
                </c:pt>
                <c:pt idx="22101">
                  <c:v>0</c:v>
                </c:pt>
                <c:pt idx="22102">
                  <c:v>0</c:v>
                </c:pt>
                <c:pt idx="22103">
                  <c:v>0</c:v>
                </c:pt>
                <c:pt idx="22104">
                  <c:v>11</c:v>
                </c:pt>
                <c:pt idx="22105">
                  <c:v>2</c:v>
                </c:pt>
                <c:pt idx="22106">
                  <c:v>0</c:v>
                </c:pt>
                <c:pt idx="22107">
                  <c:v>8</c:v>
                </c:pt>
                <c:pt idx="22108">
                  <c:v>10</c:v>
                </c:pt>
                <c:pt idx="22109">
                  <c:v>0</c:v>
                </c:pt>
                <c:pt idx="22110">
                  <c:v>0</c:v>
                </c:pt>
                <c:pt idx="22111">
                  <c:v>0</c:v>
                </c:pt>
                <c:pt idx="22112">
                  <c:v>0</c:v>
                </c:pt>
                <c:pt idx="22113">
                  <c:v>0</c:v>
                </c:pt>
                <c:pt idx="22114">
                  <c:v>0</c:v>
                </c:pt>
                <c:pt idx="22115">
                  <c:v>0</c:v>
                </c:pt>
                <c:pt idx="22116">
                  <c:v>0</c:v>
                </c:pt>
                <c:pt idx="22117">
                  <c:v>0</c:v>
                </c:pt>
                <c:pt idx="22118">
                  <c:v>0</c:v>
                </c:pt>
                <c:pt idx="22119">
                  <c:v>0</c:v>
                </c:pt>
                <c:pt idx="22120">
                  <c:v>0</c:v>
                </c:pt>
                <c:pt idx="22121">
                  <c:v>0</c:v>
                </c:pt>
                <c:pt idx="22122">
                  <c:v>0</c:v>
                </c:pt>
                <c:pt idx="22123">
                  <c:v>1</c:v>
                </c:pt>
                <c:pt idx="22124">
                  <c:v>0</c:v>
                </c:pt>
                <c:pt idx="22125">
                  <c:v>0</c:v>
                </c:pt>
                <c:pt idx="22126">
                  <c:v>0</c:v>
                </c:pt>
                <c:pt idx="22127">
                  <c:v>0</c:v>
                </c:pt>
                <c:pt idx="22128">
                  <c:v>0</c:v>
                </c:pt>
                <c:pt idx="22129">
                  <c:v>0</c:v>
                </c:pt>
                <c:pt idx="22130">
                  <c:v>2</c:v>
                </c:pt>
                <c:pt idx="22131">
                  <c:v>0</c:v>
                </c:pt>
                <c:pt idx="22132">
                  <c:v>0</c:v>
                </c:pt>
                <c:pt idx="22133">
                  <c:v>0</c:v>
                </c:pt>
                <c:pt idx="22134">
                  <c:v>0</c:v>
                </c:pt>
                <c:pt idx="22135">
                  <c:v>1</c:v>
                </c:pt>
                <c:pt idx="22136">
                  <c:v>0</c:v>
                </c:pt>
                <c:pt idx="22137">
                  <c:v>0</c:v>
                </c:pt>
                <c:pt idx="22138">
                  <c:v>8</c:v>
                </c:pt>
                <c:pt idx="22139">
                  <c:v>15</c:v>
                </c:pt>
                <c:pt idx="22140">
                  <c:v>0</c:v>
                </c:pt>
                <c:pt idx="22141">
                  <c:v>1</c:v>
                </c:pt>
                <c:pt idx="22142">
                  <c:v>6</c:v>
                </c:pt>
                <c:pt idx="22143">
                  <c:v>0</c:v>
                </c:pt>
                <c:pt idx="22144">
                  <c:v>1</c:v>
                </c:pt>
                <c:pt idx="22145">
                  <c:v>0</c:v>
                </c:pt>
                <c:pt idx="22146">
                  <c:v>1</c:v>
                </c:pt>
                <c:pt idx="22147">
                  <c:v>0</c:v>
                </c:pt>
                <c:pt idx="22148">
                  <c:v>0</c:v>
                </c:pt>
                <c:pt idx="22149">
                  <c:v>21</c:v>
                </c:pt>
                <c:pt idx="22150">
                  <c:v>0</c:v>
                </c:pt>
                <c:pt idx="22151">
                  <c:v>1</c:v>
                </c:pt>
                <c:pt idx="22152">
                  <c:v>0</c:v>
                </c:pt>
                <c:pt idx="22153">
                  <c:v>1</c:v>
                </c:pt>
                <c:pt idx="22154">
                  <c:v>0</c:v>
                </c:pt>
                <c:pt idx="22155">
                  <c:v>0</c:v>
                </c:pt>
                <c:pt idx="22156">
                  <c:v>0</c:v>
                </c:pt>
                <c:pt idx="22157">
                  <c:v>0</c:v>
                </c:pt>
                <c:pt idx="22158">
                  <c:v>0</c:v>
                </c:pt>
                <c:pt idx="22159">
                  <c:v>0</c:v>
                </c:pt>
                <c:pt idx="22160">
                  <c:v>1</c:v>
                </c:pt>
                <c:pt idx="22161">
                  <c:v>8</c:v>
                </c:pt>
                <c:pt idx="22162">
                  <c:v>0</c:v>
                </c:pt>
                <c:pt idx="22163">
                  <c:v>0</c:v>
                </c:pt>
                <c:pt idx="22164">
                  <c:v>1</c:v>
                </c:pt>
                <c:pt idx="22165">
                  <c:v>0</c:v>
                </c:pt>
                <c:pt idx="22166">
                  <c:v>1</c:v>
                </c:pt>
                <c:pt idx="22167">
                  <c:v>0</c:v>
                </c:pt>
                <c:pt idx="22168">
                  <c:v>6</c:v>
                </c:pt>
                <c:pt idx="22169">
                  <c:v>0</c:v>
                </c:pt>
                <c:pt idx="22170">
                  <c:v>0</c:v>
                </c:pt>
                <c:pt idx="22171">
                  <c:v>0</c:v>
                </c:pt>
                <c:pt idx="22172">
                  <c:v>0</c:v>
                </c:pt>
                <c:pt idx="22173">
                  <c:v>0</c:v>
                </c:pt>
                <c:pt idx="22174">
                  <c:v>1</c:v>
                </c:pt>
                <c:pt idx="22175">
                  <c:v>4</c:v>
                </c:pt>
                <c:pt idx="22176">
                  <c:v>0</c:v>
                </c:pt>
                <c:pt idx="22177">
                  <c:v>3</c:v>
                </c:pt>
                <c:pt idx="22178">
                  <c:v>0</c:v>
                </c:pt>
                <c:pt idx="22179">
                  <c:v>30</c:v>
                </c:pt>
                <c:pt idx="22180">
                  <c:v>0</c:v>
                </c:pt>
                <c:pt idx="22181">
                  <c:v>0</c:v>
                </c:pt>
                <c:pt idx="22182">
                  <c:v>0</c:v>
                </c:pt>
                <c:pt idx="22183">
                  <c:v>16</c:v>
                </c:pt>
                <c:pt idx="22184">
                  <c:v>0</c:v>
                </c:pt>
                <c:pt idx="22185">
                  <c:v>0</c:v>
                </c:pt>
                <c:pt idx="22186">
                  <c:v>75</c:v>
                </c:pt>
                <c:pt idx="22187">
                  <c:v>0</c:v>
                </c:pt>
                <c:pt idx="22188">
                  <c:v>0</c:v>
                </c:pt>
                <c:pt idx="22189">
                  <c:v>0</c:v>
                </c:pt>
                <c:pt idx="22190">
                  <c:v>0</c:v>
                </c:pt>
                <c:pt idx="22191">
                  <c:v>0</c:v>
                </c:pt>
                <c:pt idx="22192">
                  <c:v>0</c:v>
                </c:pt>
                <c:pt idx="22193">
                  <c:v>0</c:v>
                </c:pt>
                <c:pt idx="22194">
                  <c:v>0</c:v>
                </c:pt>
                <c:pt idx="22195">
                  <c:v>2</c:v>
                </c:pt>
                <c:pt idx="22196">
                  <c:v>0</c:v>
                </c:pt>
                <c:pt idx="22197">
                  <c:v>0</c:v>
                </c:pt>
                <c:pt idx="22198">
                  <c:v>0</c:v>
                </c:pt>
                <c:pt idx="22199">
                  <c:v>0</c:v>
                </c:pt>
                <c:pt idx="22200">
                  <c:v>0</c:v>
                </c:pt>
                <c:pt idx="22201">
                  <c:v>0</c:v>
                </c:pt>
                <c:pt idx="22202">
                  <c:v>84</c:v>
                </c:pt>
                <c:pt idx="22203">
                  <c:v>2</c:v>
                </c:pt>
                <c:pt idx="22204">
                  <c:v>2</c:v>
                </c:pt>
                <c:pt idx="22205">
                  <c:v>0</c:v>
                </c:pt>
                <c:pt idx="22206">
                  <c:v>0</c:v>
                </c:pt>
                <c:pt idx="22207">
                  <c:v>2</c:v>
                </c:pt>
                <c:pt idx="22208">
                  <c:v>0</c:v>
                </c:pt>
                <c:pt idx="22209">
                  <c:v>0</c:v>
                </c:pt>
                <c:pt idx="22210">
                  <c:v>0</c:v>
                </c:pt>
                <c:pt idx="22211">
                  <c:v>0</c:v>
                </c:pt>
                <c:pt idx="22212">
                  <c:v>0</c:v>
                </c:pt>
                <c:pt idx="22213">
                  <c:v>1</c:v>
                </c:pt>
                <c:pt idx="22214">
                  <c:v>1</c:v>
                </c:pt>
                <c:pt idx="22215">
                  <c:v>6</c:v>
                </c:pt>
                <c:pt idx="22216">
                  <c:v>0</c:v>
                </c:pt>
                <c:pt idx="22217">
                  <c:v>0</c:v>
                </c:pt>
                <c:pt idx="22218">
                  <c:v>0</c:v>
                </c:pt>
                <c:pt idx="22219">
                  <c:v>0</c:v>
                </c:pt>
                <c:pt idx="22220">
                  <c:v>0</c:v>
                </c:pt>
                <c:pt idx="22221">
                  <c:v>0</c:v>
                </c:pt>
                <c:pt idx="22222">
                  <c:v>2</c:v>
                </c:pt>
                <c:pt idx="22223">
                  <c:v>0</c:v>
                </c:pt>
                <c:pt idx="22224">
                  <c:v>0</c:v>
                </c:pt>
                <c:pt idx="22225">
                  <c:v>0</c:v>
                </c:pt>
                <c:pt idx="22226">
                  <c:v>0</c:v>
                </c:pt>
                <c:pt idx="22227">
                  <c:v>0</c:v>
                </c:pt>
                <c:pt idx="22228">
                  <c:v>0</c:v>
                </c:pt>
                <c:pt idx="22229">
                  <c:v>2</c:v>
                </c:pt>
                <c:pt idx="22230">
                  <c:v>1</c:v>
                </c:pt>
                <c:pt idx="22231">
                  <c:v>0</c:v>
                </c:pt>
                <c:pt idx="22232">
                  <c:v>3</c:v>
                </c:pt>
                <c:pt idx="22233">
                  <c:v>0</c:v>
                </c:pt>
                <c:pt idx="22234">
                  <c:v>1</c:v>
                </c:pt>
                <c:pt idx="22235">
                  <c:v>0</c:v>
                </c:pt>
                <c:pt idx="22236">
                  <c:v>0</c:v>
                </c:pt>
                <c:pt idx="22237">
                  <c:v>2</c:v>
                </c:pt>
                <c:pt idx="22238">
                  <c:v>2</c:v>
                </c:pt>
                <c:pt idx="22239">
                  <c:v>0</c:v>
                </c:pt>
                <c:pt idx="22240">
                  <c:v>0</c:v>
                </c:pt>
                <c:pt idx="22241">
                  <c:v>0</c:v>
                </c:pt>
                <c:pt idx="22242">
                  <c:v>1</c:v>
                </c:pt>
                <c:pt idx="22243">
                  <c:v>0</c:v>
                </c:pt>
                <c:pt idx="22244">
                  <c:v>4</c:v>
                </c:pt>
                <c:pt idx="22245">
                  <c:v>2</c:v>
                </c:pt>
                <c:pt idx="22246">
                  <c:v>0</c:v>
                </c:pt>
                <c:pt idx="22247">
                  <c:v>0</c:v>
                </c:pt>
                <c:pt idx="22248">
                  <c:v>0</c:v>
                </c:pt>
                <c:pt idx="22249">
                  <c:v>0</c:v>
                </c:pt>
                <c:pt idx="22250">
                  <c:v>1</c:v>
                </c:pt>
                <c:pt idx="22251">
                  <c:v>0</c:v>
                </c:pt>
                <c:pt idx="22252">
                  <c:v>0</c:v>
                </c:pt>
                <c:pt idx="22253">
                  <c:v>0</c:v>
                </c:pt>
                <c:pt idx="22254">
                  <c:v>0</c:v>
                </c:pt>
                <c:pt idx="22255">
                  <c:v>1</c:v>
                </c:pt>
                <c:pt idx="22256">
                  <c:v>0</c:v>
                </c:pt>
                <c:pt idx="22257">
                  <c:v>0</c:v>
                </c:pt>
                <c:pt idx="22258">
                  <c:v>1</c:v>
                </c:pt>
                <c:pt idx="22259">
                  <c:v>0</c:v>
                </c:pt>
                <c:pt idx="22260">
                  <c:v>1</c:v>
                </c:pt>
                <c:pt idx="22261">
                  <c:v>0</c:v>
                </c:pt>
                <c:pt idx="22262">
                  <c:v>0</c:v>
                </c:pt>
                <c:pt idx="22263">
                  <c:v>8</c:v>
                </c:pt>
                <c:pt idx="22264">
                  <c:v>0</c:v>
                </c:pt>
                <c:pt idx="22265">
                  <c:v>0</c:v>
                </c:pt>
                <c:pt idx="22266">
                  <c:v>0</c:v>
                </c:pt>
                <c:pt idx="22267">
                  <c:v>0</c:v>
                </c:pt>
                <c:pt idx="22268">
                  <c:v>0</c:v>
                </c:pt>
                <c:pt idx="22269">
                  <c:v>0</c:v>
                </c:pt>
                <c:pt idx="22270">
                  <c:v>0</c:v>
                </c:pt>
                <c:pt idx="22271">
                  <c:v>0</c:v>
                </c:pt>
                <c:pt idx="22272">
                  <c:v>0</c:v>
                </c:pt>
                <c:pt idx="22273">
                  <c:v>0</c:v>
                </c:pt>
                <c:pt idx="22274">
                  <c:v>0</c:v>
                </c:pt>
                <c:pt idx="22275">
                  <c:v>0</c:v>
                </c:pt>
                <c:pt idx="22276">
                  <c:v>0</c:v>
                </c:pt>
                <c:pt idx="22277">
                  <c:v>0</c:v>
                </c:pt>
                <c:pt idx="22278">
                  <c:v>1</c:v>
                </c:pt>
                <c:pt idx="22279">
                  <c:v>0</c:v>
                </c:pt>
                <c:pt idx="22280">
                  <c:v>0</c:v>
                </c:pt>
                <c:pt idx="22281">
                  <c:v>26</c:v>
                </c:pt>
                <c:pt idx="22282">
                  <c:v>0</c:v>
                </c:pt>
                <c:pt idx="22283">
                  <c:v>0</c:v>
                </c:pt>
                <c:pt idx="22284">
                  <c:v>0</c:v>
                </c:pt>
                <c:pt idx="22285">
                  <c:v>1</c:v>
                </c:pt>
                <c:pt idx="22286">
                  <c:v>0</c:v>
                </c:pt>
                <c:pt idx="22287">
                  <c:v>0</c:v>
                </c:pt>
                <c:pt idx="22288">
                  <c:v>0</c:v>
                </c:pt>
                <c:pt idx="22289">
                  <c:v>0</c:v>
                </c:pt>
                <c:pt idx="22290">
                  <c:v>10</c:v>
                </c:pt>
                <c:pt idx="22291">
                  <c:v>0</c:v>
                </c:pt>
                <c:pt idx="22292">
                  <c:v>0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10</c:v>
                </c:pt>
                <c:pt idx="22297">
                  <c:v>5</c:v>
                </c:pt>
                <c:pt idx="22298">
                  <c:v>0</c:v>
                </c:pt>
                <c:pt idx="22299">
                  <c:v>5</c:v>
                </c:pt>
                <c:pt idx="22300">
                  <c:v>0</c:v>
                </c:pt>
                <c:pt idx="22301">
                  <c:v>3</c:v>
                </c:pt>
                <c:pt idx="22302">
                  <c:v>14</c:v>
                </c:pt>
                <c:pt idx="22303">
                  <c:v>3</c:v>
                </c:pt>
                <c:pt idx="22304">
                  <c:v>0</c:v>
                </c:pt>
                <c:pt idx="22305">
                  <c:v>0</c:v>
                </c:pt>
                <c:pt idx="22306">
                  <c:v>0</c:v>
                </c:pt>
                <c:pt idx="22307">
                  <c:v>4</c:v>
                </c:pt>
                <c:pt idx="22308">
                  <c:v>0</c:v>
                </c:pt>
                <c:pt idx="22309">
                  <c:v>0</c:v>
                </c:pt>
                <c:pt idx="22310">
                  <c:v>0</c:v>
                </c:pt>
                <c:pt idx="22311">
                  <c:v>0</c:v>
                </c:pt>
                <c:pt idx="22312">
                  <c:v>0</c:v>
                </c:pt>
                <c:pt idx="22313">
                  <c:v>0</c:v>
                </c:pt>
                <c:pt idx="22314">
                  <c:v>0</c:v>
                </c:pt>
                <c:pt idx="22315">
                  <c:v>0</c:v>
                </c:pt>
                <c:pt idx="22316">
                  <c:v>12</c:v>
                </c:pt>
                <c:pt idx="22317">
                  <c:v>8</c:v>
                </c:pt>
                <c:pt idx="22318">
                  <c:v>0</c:v>
                </c:pt>
                <c:pt idx="22319">
                  <c:v>0</c:v>
                </c:pt>
                <c:pt idx="22320">
                  <c:v>1</c:v>
                </c:pt>
                <c:pt idx="22321">
                  <c:v>1</c:v>
                </c:pt>
                <c:pt idx="22322">
                  <c:v>0</c:v>
                </c:pt>
                <c:pt idx="22323">
                  <c:v>2</c:v>
                </c:pt>
                <c:pt idx="22324">
                  <c:v>0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12</c:v>
                </c:pt>
                <c:pt idx="22329">
                  <c:v>0</c:v>
                </c:pt>
                <c:pt idx="22330">
                  <c:v>0</c:v>
                </c:pt>
                <c:pt idx="22331">
                  <c:v>15</c:v>
                </c:pt>
                <c:pt idx="22332">
                  <c:v>0</c:v>
                </c:pt>
                <c:pt idx="22333">
                  <c:v>3</c:v>
                </c:pt>
                <c:pt idx="22334">
                  <c:v>0</c:v>
                </c:pt>
                <c:pt idx="22335">
                  <c:v>0</c:v>
                </c:pt>
                <c:pt idx="22336">
                  <c:v>0</c:v>
                </c:pt>
                <c:pt idx="22337">
                  <c:v>0</c:v>
                </c:pt>
                <c:pt idx="22338">
                  <c:v>0</c:v>
                </c:pt>
                <c:pt idx="22339">
                  <c:v>0</c:v>
                </c:pt>
                <c:pt idx="22340">
                  <c:v>0</c:v>
                </c:pt>
                <c:pt idx="22341">
                  <c:v>0</c:v>
                </c:pt>
                <c:pt idx="22342">
                  <c:v>0</c:v>
                </c:pt>
                <c:pt idx="22343">
                  <c:v>0</c:v>
                </c:pt>
                <c:pt idx="22344">
                  <c:v>0</c:v>
                </c:pt>
                <c:pt idx="22345">
                  <c:v>0</c:v>
                </c:pt>
                <c:pt idx="22346">
                  <c:v>0</c:v>
                </c:pt>
                <c:pt idx="22347">
                  <c:v>28</c:v>
                </c:pt>
                <c:pt idx="22348">
                  <c:v>0</c:v>
                </c:pt>
                <c:pt idx="22349">
                  <c:v>0</c:v>
                </c:pt>
                <c:pt idx="22350">
                  <c:v>0</c:v>
                </c:pt>
                <c:pt idx="22351">
                  <c:v>0</c:v>
                </c:pt>
                <c:pt idx="22352">
                  <c:v>0</c:v>
                </c:pt>
                <c:pt idx="22353">
                  <c:v>0</c:v>
                </c:pt>
                <c:pt idx="22354">
                  <c:v>1</c:v>
                </c:pt>
                <c:pt idx="22355">
                  <c:v>29</c:v>
                </c:pt>
                <c:pt idx="22356">
                  <c:v>0</c:v>
                </c:pt>
                <c:pt idx="22357">
                  <c:v>0</c:v>
                </c:pt>
                <c:pt idx="22358">
                  <c:v>0</c:v>
                </c:pt>
                <c:pt idx="22359">
                  <c:v>0</c:v>
                </c:pt>
                <c:pt idx="22360">
                  <c:v>0</c:v>
                </c:pt>
                <c:pt idx="22361">
                  <c:v>0</c:v>
                </c:pt>
                <c:pt idx="22362">
                  <c:v>0</c:v>
                </c:pt>
                <c:pt idx="22363">
                  <c:v>2</c:v>
                </c:pt>
                <c:pt idx="22364">
                  <c:v>0</c:v>
                </c:pt>
                <c:pt idx="22365">
                  <c:v>0</c:v>
                </c:pt>
                <c:pt idx="22366">
                  <c:v>0</c:v>
                </c:pt>
                <c:pt idx="22367">
                  <c:v>0</c:v>
                </c:pt>
                <c:pt idx="22368">
                  <c:v>8</c:v>
                </c:pt>
                <c:pt idx="22369">
                  <c:v>0</c:v>
                </c:pt>
                <c:pt idx="22370">
                  <c:v>0</c:v>
                </c:pt>
                <c:pt idx="22371">
                  <c:v>0</c:v>
                </c:pt>
                <c:pt idx="22372">
                  <c:v>14</c:v>
                </c:pt>
                <c:pt idx="22373">
                  <c:v>0</c:v>
                </c:pt>
                <c:pt idx="22374">
                  <c:v>0</c:v>
                </c:pt>
                <c:pt idx="22375">
                  <c:v>1</c:v>
                </c:pt>
                <c:pt idx="22376">
                  <c:v>2</c:v>
                </c:pt>
                <c:pt idx="22377">
                  <c:v>4</c:v>
                </c:pt>
                <c:pt idx="22378">
                  <c:v>0</c:v>
                </c:pt>
                <c:pt idx="22379">
                  <c:v>0</c:v>
                </c:pt>
                <c:pt idx="22380">
                  <c:v>0</c:v>
                </c:pt>
                <c:pt idx="22381">
                  <c:v>0</c:v>
                </c:pt>
                <c:pt idx="22382">
                  <c:v>0</c:v>
                </c:pt>
                <c:pt idx="22383">
                  <c:v>3</c:v>
                </c:pt>
                <c:pt idx="22384">
                  <c:v>14</c:v>
                </c:pt>
                <c:pt idx="22385">
                  <c:v>0</c:v>
                </c:pt>
                <c:pt idx="22386">
                  <c:v>0</c:v>
                </c:pt>
                <c:pt idx="22387">
                  <c:v>0</c:v>
                </c:pt>
                <c:pt idx="22388">
                  <c:v>0</c:v>
                </c:pt>
                <c:pt idx="22389">
                  <c:v>1</c:v>
                </c:pt>
                <c:pt idx="22390">
                  <c:v>0</c:v>
                </c:pt>
                <c:pt idx="22391">
                  <c:v>3</c:v>
                </c:pt>
                <c:pt idx="22392">
                  <c:v>0</c:v>
                </c:pt>
                <c:pt idx="22393">
                  <c:v>0</c:v>
                </c:pt>
                <c:pt idx="22394">
                  <c:v>2</c:v>
                </c:pt>
                <c:pt idx="22395">
                  <c:v>0</c:v>
                </c:pt>
                <c:pt idx="22396">
                  <c:v>2</c:v>
                </c:pt>
                <c:pt idx="22397">
                  <c:v>0</c:v>
                </c:pt>
                <c:pt idx="22398">
                  <c:v>0</c:v>
                </c:pt>
                <c:pt idx="22399">
                  <c:v>0</c:v>
                </c:pt>
                <c:pt idx="22400">
                  <c:v>0</c:v>
                </c:pt>
                <c:pt idx="22401">
                  <c:v>0</c:v>
                </c:pt>
                <c:pt idx="22402">
                  <c:v>0</c:v>
                </c:pt>
                <c:pt idx="22403">
                  <c:v>0</c:v>
                </c:pt>
                <c:pt idx="22404">
                  <c:v>0</c:v>
                </c:pt>
                <c:pt idx="22405">
                  <c:v>0</c:v>
                </c:pt>
                <c:pt idx="22406">
                  <c:v>4</c:v>
                </c:pt>
                <c:pt idx="22407">
                  <c:v>0</c:v>
                </c:pt>
                <c:pt idx="22408">
                  <c:v>0</c:v>
                </c:pt>
                <c:pt idx="22409">
                  <c:v>7</c:v>
                </c:pt>
                <c:pt idx="22410">
                  <c:v>0</c:v>
                </c:pt>
                <c:pt idx="22411">
                  <c:v>3</c:v>
                </c:pt>
                <c:pt idx="22412">
                  <c:v>900</c:v>
                </c:pt>
                <c:pt idx="22413">
                  <c:v>0</c:v>
                </c:pt>
                <c:pt idx="22414">
                  <c:v>0</c:v>
                </c:pt>
                <c:pt idx="22415">
                  <c:v>0</c:v>
                </c:pt>
                <c:pt idx="22416">
                  <c:v>0</c:v>
                </c:pt>
                <c:pt idx="22417">
                  <c:v>3</c:v>
                </c:pt>
                <c:pt idx="22418">
                  <c:v>0</c:v>
                </c:pt>
                <c:pt idx="22419">
                  <c:v>0</c:v>
                </c:pt>
                <c:pt idx="22420">
                  <c:v>9</c:v>
                </c:pt>
                <c:pt idx="22421">
                  <c:v>2</c:v>
                </c:pt>
                <c:pt idx="22422">
                  <c:v>0</c:v>
                </c:pt>
                <c:pt idx="22423">
                  <c:v>0</c:v>
                </c:pt>
                <c:pt idx="22424">
                  <c:v>8</c:v>
                </c:pt>
                <c:pt idx="22425">
                  <c:v>4</c:v>
                </c:pt>
                <c:pt idx="22426">
                  <c:v>14</c:v>
                </c:pt>
                <c:pt idx="22427">
                  <c:v>0</c:v>
                </c:pt>
                <c:pt idx="22428">
                  <c:v>0</c:v>
                </c:pt>
                <c:pt idx="22429">
                  <c:v>6</c:v>
                </c:pt>
                <c:pt idx="22430">
                  <c:v>6</c:v>
                </c:pt>
                <c:pt idx="22431">
                  <c:v>4</c:v>
                </c:pt>
                <c:pt idx="22432">
                  <c:v>7</c:v>
                </c:pt>
                <c:pt idx="22433">
                  <c:v>1</c:v>
                </c:pt>
                <c:pt idx="22434">
                  <c:v>0</c:v>
                </c:pt>
                <c:pt idx="22435">
                  <c:v>0</c:v>
                </c:pt>
                <c:pt idx="22436">
                  <c:v>0</c:v>
                </c:pt>
                <c:pt idx="22437">
                  <c:v>1</c:v>
                </c:pt>
                <c:pt idx="22438">
                  <c:v>2</c:v>
                </c:pt>
                <c:pt idx="22439">
                  <c:v>0</c:v>
                </c:pt>
                <c:pt idx="22440">
                  <c:v>0</c:v>
                </c:pt>
                <c:pt idx="22441">
                  <c:v>2</c:v>
                </c:pt>
                <c:pt idx="22442">
                  <c:v>0</c:v>
                </c:pt>
                <c:pt idx="22443">
                  <c:v>1</c:v>
                </c:pt>
                <c:pt idx="22444">
                  <c:v>1</c:v>
                </c:pt>
                <c:pt idx="22445">
                  <c:v>0</c:v>
                </c:pt>
                <c:pt idx="22446">
                  <c:v>0</c:v>
                </c:pt>
                <c:pt idx="22447">
                  <c:v>0</c:v>
                </c:pt>
                <c:pt idx="22448">
                  <c:v>0</c:v>
                </c:pt>
                <c:pt idx="22449">
                  <c:v>4</c:v>
                </c:pt>
                <c:pt idx="22450">
                  <c:v>0</c:v>
                </c:pt>
                <c:pt idx="22451">
                  <c:v>0</c:v>
                </c:pt>
                <c:pt idx="22452">
                  <c:v>0</c:v>
                </c:pt>
                <c:pt idx="22453">
                  <c:v>0</c:v>
                </c:pt>
                <c:pt idx="22454">
                  <c:v>0</c:v>
                </c:pt>
                <c:pt idx="22455">
                  <c:v>0</c:v>
                </c:pt>
                <c:pt idx="22456">
                  <c:v>0</c:v>
                </c:pt>
                <c:pt idx="22457">
                  <c:v>0</c:v>
                </c:pt>
                <c:pt idx="22458">
                  <c:v>1</c:v>
                </c:pt>
                <c:pt idx="22459">
                  <c:v>0</c:v>
                </c:pt>
                <c:pt idx="22460">
                  <c:v>0</c:v>
                </c:pt>
                <c:pt idx="22461">
                  <c:v>0</c:v>
                </c:pt>
                <c:pt idx="22462">
                  <c:v>0</c:v>
                </c:pt>
                <c:pt idx="22463">
                  <c:v>40</c:v>
                </c:pt>
                <c:pt idx="22464">
                  <c:v>0</c:v>
                </c:pt>
                <c:pt idx="22465">
                  <c:v>0</c:v>
                </c:pt>
                <c:pt idx="22466">
                  <c:v>0</c:v>
                </c:pt>
                <c:pt idx="22467">
                  <c:v>0</c:v>
                </c:pt>
                <c:pt idx="22468">
                  <c:v>0</c:v>
                </c:pt>
                <c:pt idx="22469">
                  <c:v>6</c:v>
                </c:pt>
                <c:pt idx="22470">
                  <c:v>28</c:v>
                </c:pt>
                <c:pt idx="22471">
                  <c:v>0</c:v>
                </c:pt>
                <c:pt idx="22472">
                  <c:v>0</c:v>
                </c:pt>
                <c:pt idx="22473">
                  <c:v>0</c:v>
                </c:pt>
                <c:pt idx="22474">
                  <c:v>0</c:v>
                </c:pt>
                <c:pt idx="22475">
                  <c:v>1</c:v>
                </c:pt>
                <c:pt idx="22476">
                  <c:v>0</c:v>
                </c:pt>
                <c:pt idx="22477">
                  <c:v>1</c:v>
                </c:pt>
                <c:pt idx="22478">
                  <c:v>1</c:v>
                </c:pt>
                <c:pt idx="22479">
                  <c:v>2</c:v>
                </c:pt>
                <c:pt idx="22480">
                  <c:v>0</c:v>
                </c:pt>
                <c:pt idx="22481">
                  <c:v>0</c:v>
                </c:pt>
                <c:pt idx="22482">
                  <c:v>6</c:v>
                </c:pt>
                <c:pt idx="22483">
                  <c:v>0</c:v>
                </c:pt>
                <c:pt idx="22484">
                  <c:v>7</c:v>
                </c:pt>
                <c:pt idx="22485">
                  <c:v>0</c:v>
                </c:pt>
                <c:pt idx="22486">
                  <c:v>0</c:v>
                </c:pt>
                <c:pt idx="22487">
                  <c:v>0</c:v>
                </c:pt>
                <c:pt idx="22488">
                  <c:v>0</c:v>
                </c:pt>
                <c:pt idx="22489">
                  <c:v>0</c:v>
                </c:pt>
                <c:pt idx="22490">
                  <c:v>0</c:v>
                </c:pt>
                <c:pt idx="22491">
                  <c:v>0</c:v>
                </c:pt>
                <c:pt idx="22492">
                  <c:v>0</c:v>
                </c:pt>
                <c:pt idx="22493">
                  <c:v>8</c:v>
                </c:pt>
                <c:pt idx="22494">
                  <c:v>4</c:v>
                </c:pt>
                <c:pt idx="22495">
                  <c:v>0</c:v>
                </c:pt>
                <c:pt idx="22496">
                  <c:v>1</c:v>
                </c:pt>
                <c:pt idx="22497">
                  <c:v>1</c:v>
                </c:pt>
                <c:pt idx="22498">
                  <c:v>0</c:v>
                </c:pt>
                <c:pt idx="22499">
                  <c:v>0</c:v>
                </c:pt>
                <c:pt idx="22500">
                  <c:v>0</c:v>
                </c:pt>
                <c:pt idx="22501">
                  <c:v>0</c:v>
                </c:pt>
                <c:pt idx="22502">
                  <c:v>0</c:v>
                </c:pt>
                <c:pt idx="22503">
                  <c:v>1</c:v>
                </c:pt>
                <c:pt idx="22504">
                  <c:v>4</c:v>
                </c:pt>
                <c:pt idx="22505">
                  <c:v>2</c:v>
                </c:pt>
                <c:pt idx="22506">
                  <c:v>1</c:v>
                </c:pt>
                <c:pt idx="22507">
                  <c:v>3</c:v>
                </c:pt>
                <c:pt idx="22508">
                  <c:v>0</c:v>
                </c:pt>
                <c:pt idx="22509">
                  <c:v>0</c:v>
                </c:pt>
                <c:pt idx="22510">
                  <c:v>0</c:v>
                </c:pt>
                <c:pt idx="22511">
                  <c:v>0</c:v>
                </c:pt>
                <c:pt idx="22512">
                  <c:v>28</c:v>
                </c:pt>
                <c:pt idx="22513">
                  <c:v>1</c:v>
                </c:pt>
                <c:pt idx="22514">
                  <c:v>0</c:v>
                </c:pt>
                <c:pt idx="22515">
                  <c:v>0</c:v>
                </c:pt>
                <c:pt idx="22516">
                  <c:v>0</c:v>
                </c:pt>
                <c:pt idx="22517">
                  <c:v>5</c:v>
                </c:pt>
                <c:pt idx="22518">
                  <c:v>1</c:v>
                </c:pt>
                <c:pt idx="22519">
                  <c:v>0</c:v>
                </c:pt>
                <c:pt idx="22520">
                  <c:v>2</c:v>
                </c:pt>
                <c:pt idx="22521">
                  <c:v>14</c:v>
                </c:pt>
                <c:pt idx="22522">
                  <c:v>2</c:v>
                </c:pt>
                <c:pt idx="22523">
                  <c:v>0</c:v>
                </c:pt>
                <c:pt idx="22524">
                  <c:v>3</c:v>
                </c:pt>
                <c:pt idx="22525">
                  <c:v>0</c:v>
                </c:pt>
                <c:pt idx="22526">
                  <c:v>6</c:v>
                </c:pt>
                <c:pt idx="22527">
                  <c:v>2</c:v>
                </c:pt>
                <c:pt idx="22528">
                  <c:v>0</c:v>
                </c:pt>
                <c:pt idx="22529">
                  <c:v>0</c:v>
                </c:pt>
                <c:pt idx="22530">
                  <c:v>0</c:v>
                </c:pt>
                <c:pt idx="22531">
                  <c:v>0</c:v>
                </c:pt>
                <c:pt idx="22532">
                  <c:v>0</c:v>
                </c:pt>
                <c:pt idx="22533">
                  <c:v>0</c:v>
                </c:pt>
                <c:pt idx="22534">
                  <c:v>2</c:v>
                </c:pt>
                <c:pt idx="22535">
                  <c:v>0</c:v>
                </c:pt>
                <c:pt idx="22536">
                  <c:v>0</c:v>
                </c:pt>
                <c:pt idx="22537">
                  <c:v>0</c:v>
                </c:pt>
                <c:pt idx="22538">
                  <c:v>0</c:v>
                </c:pt>
                <c:pt idx="22539">
                  <c:v>0</c:v>
                </c:pt>
                <c:pt idx="22540">
                  <c:v>0</c:v>
                </c:pt>
                <c:pt idx="22541">
                  <c:v>0</c:v>
                </c:pt>
                <c:pt idx="22542">
                  <c:v>6</c:v>
                </c:pt>
                <c:pt idx="22543">
                  <c:v>0</c:v>
                </c:pt>
                <c:pt idx="22544">
                  <c:v>2</c:v>
                </c:pt>
                <c:pt idx="22545">
                  <c:v>0</c:v>
                </c:pt>
                <c:pt idx="22546">
                  <c:v>2</c:v>
                </c:pt>
                <c:pt idx="22547">
                  <c:v>0</c:v>
                </c:pt>
                <c:pt idx="22548">
                  <c:v>2</c:v>
                </c:pt>
                <c:pt idx="22549">
                  <c:v>1</c:v>
                </c:pt>
                <c:pt idx="22550">
                  <c:v>0</c:v>
                </c:pt>
                <c:pt idx="22551">
                  <c:v>0</c:v>
                </c:pt>
                <c:pt idx="22552">
                  <c:v>0</c:v>
                </c:pt>
                <c:pt idx="22553">
                  <c:v>0</c:v>
                </c:pt>
                <c:pt idx="22554">
                  <c:v>0</c:v>
                </c:pt>
                <c:pt idx="22555">
                  <c:v>7</c:v>
                </c:pt>
                <c:pt idx="22556">
                  <c:v>0</c:v>
                </c:pt>
                <c:pt idx="22557">
                  <c:v>0</c:v>
                </c:pt>
                <c:pt idx="22558">
                  <c:v>2</c:v>
                </c:pt>
                <c:pt idx="22559">
                  <c:v>3</c:v>
                </c:pt>
                <c:pt idx="22560">
                  <c:v>0</c:v>
                </c:pt>
                <c:pt idx="22561">
                  <c:v>2</c:v>
                </c:pt>
                <c:pt idx="22562">
                  <c:v>1</c:v>
                </c:pt>
                <c:pt idx="22563">
                  <c:v>0</c:v>
                </c:pt>
                <c:pt idx="22564">
                  <c:v>50</c:v>
                </c:pt>
                <c:pt idx="22565">
                  <c:v>0</c:v>
                </c:pt>
                <c:pt idx="22566">
                  <c:v>0</c:v>
                </c:pt>
                <c:pt idx="22567">
                  <c:v>0</c:v>
                </c:pt>
                <c:pt idx="22568">
                  <c:v>0</c:v>
                </c:pt>
                <c:pt idx="22569">
                  <c:v>0</c:v>
                </c:pt>
                <c:pt idx="22570">
                  <c:v>10</c:v>
                </c:pt>
                <c:pt idx="22571">
                  <c:v>0</c:v>
                </c:pt>
                <c:pt idx="22572">
                  <c:v>20</c:v>
                </c:pt>
                <c:pt idx="22573">
                  <c:v>10</c:v>
                </c:pt>
                <c:pt idx="22574">
                  <c:v>0</c:v>
                </c:pt>
                <c:pt idx="22575">
                  <c:v>0</c:v>
                </c:pt>
                <c:pt idx="22576">
                  <c:v>5</c:v>
                </c:pt>
                <c:pt idx="22577">
                  <c:v>0</c:v>
                </c:pt>
                <c:pt idx="22578">
                  <c:v>0</c:v>
                </c:pt>
                <c:pt idx="22579">
                  <c:v>4</c:v>
                </c:pt>
                <c:pt idx="22580">
                  <c:v>0</c:v>
                </c:pt>
                <c:pt idx="22581">
                  <c:v>0</c:v>
                </c:pt>
                <c:pt idx="22582">
                  <c:v>8</c:v>
                </c:pt>
                <c:pt idx="22583">
                  <c:v>0</c:v>
                </c:pt>
                <c:pt idx="22584">
                  <c:v>6</c:v>
                </c:pt>
                <c:pt idx="22585">
                  <c:v>9</c:v>
                </c:pt>
                <c:pt idx="22586">
                  <c:v>6</c:v>
                </c:pt>
                <c:pt idx="22587">
                  <c:v>0</c:v>
                </c:pt>
                <c:pt idx="22588">
                  <c:v>6</c:v>
                </c:pt>
                <c:pt idx="22589">
                  <c:v>28</c:v>
                </c:pt>
                <c:pt idx="22590">
                  <c:v>3</c:v>
                </c:pt>
                <c:pt idx="22591">
                  <c:v>0</c:v>
                </c:pt>
                <c:pt idx="22592">
                  <c:v>0</c:v>
                </c:pt>
                <c:pt idx="22593">
                  <c:v>20</c:v>
                </c:pt>
                <c:pt idx="22594">
                  <c:v>0</c:v>
                </c:pt>
                <c:pt idx="22595">
                  <c:v>6</c:v>
                </c:pt>
                <c:pt idx="22596">
                  <c:v>1</c:v>
                </c:pt>
                <c:pt idx="22597">
                  <c:v>0</c:v>
                </c:pt>
                <c:pt idx="22598">
                  <c:v>0</c:v>
                </c:pt>
                <c:pt idx="22599">
                  <c:v>6</c:v>
                </c:pt>
                <c:pt idx="22600">
                  <c:v>33</c:v>
                </c:pt>
                <c:pt idx="22601">
                  <c:v>0</c:v>
                </c:pt>
                <c:pt idx="22602">
                  <c:v>0</c:v>
                </c:pt>
                <c:pt idx="22603">
                  <c:v>1</c:v>
                </c:pt>
                <c:pt idx="22604">
                  <c:v>0</c:v>
                </c:pt>
                <c:pt idx="22605">
                  <c:v>0</c:v>
                </c:pt>
                <c:pt idx="22606">
                  <c:v>7</c:v>
                </c:pt>
                <c:pt idx="22607">
                  <c:v>0</c:v>
                </c:pt>
                <c:pt idx="22608">
                  <c:v>3</c:v>
                </c:pt>
                <c:pt idx="22609">
                  <c:v>30</c:v>
                </c:pt>
                <c:pt idx="22610">
                  <c:v>0</c:v>
                </c:pt>
                <c:pt idx="22611">
                  <c:v>0</c:v>
                </c:pt>
                <c:pt idx="22612">
                  <c:v>4</c:v>
                </c:pt>
                <c:pt idx="22613">
                  <c:v>0</c:v>
                </c:pt>
                <c:pt idx="22614">
                  <c:v>12</c:v>
                </c:pt>
                <c:pt idx="22615">
                  <c:v>0</c:v>
                </c:pt>
                <c:pt idx="22616">
                  <c:v>0</c:v>
                </c:pt>
                <c:pt idx="22617">
                  <c:v>0</c:v>
                </c:pt>
                <c:pt idx="22618">
                  <c:v>2</c:v>
                </c:pt>
                <c:pt idx="22619">
                  <c:v>0</c:v>
                </c:pt>
                <c:pt idx="22620">
                  <c:v>0</c:v>
                </c:pt>
                <c:pt idx="22621">
                  <c:v>1</c:v>
                </c:pt>
                <c:pt idx="22622">
                  <c:v>2</c:v>
                </c:pt>
                <c:pt idx="22623">
                  <c:v>0</c:v>
                </c:pt>
                <c:pt idx="22624">
                  <c:v>6</c:v>
                </c:pt>
                <c:pt idx="22625">
                  <c:v>3</c:v>
                </c:pt>
                <c:pt idx="22626">
                  <c:v>6</c:v>
                </c:pt>
                <c:pt idx="22627">
                  <c:v>0</c:v>
                </c:pt>
                <c:pt idx="22628">
                  <c:v>0</c:v>
                </c:pt>
                <c:pt idx="22629">
                  <c:v>0</c:v>
                </c:pt>
                <c:pt idx="22630">
                  <c:v>1</c:v>
                </c:pt>
                <c:pt idx="22631">
                  <c:v>0</c:v>
                </c:pt>
                <c:pt idx="22632">
                  <c:v>21</c:v>
                </c:pt>
                <c:pt idx="22633">
                  <c:v>0</c:v>
                </c:pt>
                <c:pt idx="22634">
                  <c:v>0</c:v>
                </c:pt>
                <c:pt idx="22635">
                  <c:v>3</c:v>
                </c:pt>
                <c:pt idx="22636">
                  <c:v>10</c:v>
                </c:pt>
                <c:pt idx="22637">
                  <c:v>0</c:v>
                </c:pt>
                <c:pt idx="22638">
                  <c:v>0</c:v>
                </c:pt>
                <c:pt idx="22639">
                  <c:v>1</c:v>
                </c:pt>
                <c:pt idx="22640">
                  <c:v>0</c:v>
                </c:pt>
                <c:pt idx="22641">
                  <c:v>0</c:v>
                </c:pt>
                <c:pt idx="22642">
                  <c:v>0</c:v>
                </c:pt>
                <c:pt idx="22643">
                  <c:v>1</c:v>
                </c:pt>
                <c:pt idx="22644">
                  <c:v>0</c:v>
                </c:pt>
                <c:pt idx="22645">
                  <c:v>0</c:v>
                </c:pt>
                <c:pt idx="22646">
                  <c:v>1</c:v>
                </c:pt>
                <c:pt idx="22647">
                  <c:v>0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4</c:v>
                </c:pt>
                <c:pt idx="22652">
                  <c:v>2</c:v>
                </c:pt>
                <c:pt idx="22653">
                  <c:v>1</c:v>
                </c:pt>
                <c:pt idx="22654">
                  <c:v>0</c:v>
                </c:pt>
                <c:pt idx="22655">
                  <c:v>1</c:v>
                </c:pt>
                <c:pt idx="22656">
                  <c:v>2</c:v>
                </c:pt>
                <c:pt idx="22657">
                  <c:v>2</c:v>
                </c:pt>
                <c:pt idx="22658">
                  <c:v>0</c:v>
                </c:pt>
                <c:pt idx="22659">
                  <c:v>0</c:v>
                </c:pt>
                <c:pt idx="22660">
                  <c:v>0</c:v>
                </c:pt>
                <c:pt idx="22661">
                  <c:v>0</c:v>
                </c:pt>
                <c:pt idx="22662">
                  <c:v>0</c:v>
                </c:pt>
                <c:pt idx="22663">
                  <c:v>0</c:v>
                </c:pt>
                <c:pt idx="22664">
                  <c:v>0</c:v>
                </c:pt>
                <c:pt idx="22665">
                  <c:v>0</c:v>
                </c:pt>
                <c:pt idx="22666">
                  <c:v>0</c:v>
                </c:pt>
                <c:pt idx="22667">
                  <c:v>0</c:v>
                </c:pt>
                <c:pt idx="22668">
                  <c:v>0</c:v>
                </c:pt>
                <c:pt idx="22669">
                  <c:v>0</c:v>
                </c:pt>
                <c:pt idx="22670">
                  <c:v>0</c:v>
                </c:pt>
                <c:pt idx="22671">
                  <c:v>0</c:v>
                </c:pt>
                <c:pt idx="22672">
                  <c:v>0</c:v>
                </c:pt>
                <c:pt idx="22673">
                  <c:v>0</c:v>
                </c:pt>
                <c:pt idx="22674">
                  <c:v>0</c:v>
                </c:pt>
                <c:pt idx="22675">
                  <c:v>0</c:v>
                </c:pt>
                <c:pt idx="22676">
                  <c:v>0</c:v>
                </c:pt>
                <c:pt idx="22677">
                  <c:v>0</c:v>
                </c:pt>
                <c:pt idx="22678">
                  <c:v>1</c:v>
                </c:pt>
                <c:pt idx="22679">
                  <c:v>0</c:v>
                </c:pt>
                <c:pt idx="22680">
                  <c:v>0</c:v>
                </c:pt>
                <c:pt idx="22681">
                  <c:v>0</c:v>
                </c:pt>
                <c:pt idx="22682">
                  <c:v>0</c:v>
                </c:pt>
                <c:pt idx="22683">
                  <c:v>0</c:v>
                </c:pt>
                <c:pt idx="22684">
                  <c:v>0</c:v>
                </c:pt>
                <c:pt idx="22685">
                  <c:v>3</c:v>
                </c:pt>
                <c:pt idx="22686">
                  <c:v>0</c:v>
                </c:pt>
                <c:pt idx="22687">
                  <c:v>11</c:v>
                </c:pt>
                <c:pt idx="22688">
                  <c:v>0</c:v>
                </c:pt>
                <c:pt idx="22689">
                  <c:v>2</c:v>
                </c:pt>
                <c:pt idx="22690">
                  <c:v>0</c:v>
                </c:pt>
                <c:pt idx="22691">
                  <c:v>0</c:v>
                </c:pt>
                <c:pt idx="22692">
                  <c:v>2</c:v>
                </c:pt>
                <c:pt idx="22693">
                  <c:v>0</c:v>
                </c:pt>
                <c:pt idx="22694">
                  <c:v>0</c:v>
                </c:pt>
                <c:pt idx="22695">
                  <c:v>0</c:v>
                </c:pt>
                <c:pt idx="22696">
                  <c:v>0</c:v>
                </c:pt>
                <c:pt idx="22697">
                  <c:v>0</c:v>
                </c:pt>
                <c:pt idx="22698">
                  <c:v>0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7</c:v>
                </c:pt>
                <c:pt idx="22703">
                  <c:v>0</c:v>
                </c:pt>
                <c:pt idx="22704">
                  <c:v>0</c:v>
                </c:pt>
                <c:pt idx="22705">
                  <c:v>0</c:v>
                </c:pt>
                <c:pt idx="22706">
                  <c:v>0</c:v>
                </c:pt>
                <c:pt idx="22707">
                  <c:v>0</c:v>
                </c:pt>
                <c:pt idx="22708">
                  <c:v>0</c:v>
                </c:pt>
                <c:pt idx="22709">
                  <c:v>1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0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28</c:v>
                </c:pt>
                <c:pt idx="22729">
                  <c:v>0</c:v>
                </c:pt>
                <c:pt idx="22730">
                  <c:v>0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1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0</c:v>
                </c:pt>
                <c:pt idx="22741">
                  <c:v>0</c:v>
                </c:pt>
                <c:pt idx="22742">
                  <c:v>6</c:v>
                </c:pt>
                <c:pt idx="22743">
                  <c:v>10</c:v>
                </c:pt>
                <c:pt idx="22744">
                  <c:v>1</c:v>
                </c:pt>
                <c:pt idx="22745">
                  <c:v>0</c:v>
                </c:pt>
                <c:pt idx="22746">
                  <c:v>1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1</c:v>
                </c:pt>
                <c:pt idx="22751">
                  <c:v>0</c:v>
                </c:pt>
                <c:pt idx="22752">
                  <c:v>0</c:v>
                </c:pt>
                <c:pt idx="22753">
                  <c:v>1</c:v>
                </c:pt>
                <c:pt idx="22754">
                  <c:v>6</c:v>
                </c:pt>
                <c:pt idx="22755">
                  <c:v>0</c:v>
                </c:pt>
                <c:pt idx="22756">
                  <c:v>0</c:v>
                </c:pt>
                <c:pt idx="22757">
                  <c:v>0</c:v>
                </c:pt>
                <c:pt idx="22758">
                  <c:v>0</c:v>
                </c:pt>
                <c:pt idx="22759">
                  <c:v>0</c:v>
                </c:pt>
                <c:pt idx="22760">
                  <c:v>0</c:v>
                </c:pt>
                <c:pt idx="22761">
                  <c:v>0</c:v>
                </c:pt>
                <c:pt idx="22762">
                  <c:v>0</c:v>
                </c:pt>
                <c:pt idx="22763">
                  <c:v>0</c:v>
                </c:pt>
                <c:pt idx="22764">
                  <c:v>0</c:v>
                </c:pt>
                <c:pt idx="22765">
                  <c:v>0</c:v>
                </c:pt>
                <c:pt idx="22766">
                  <c:v>0</c:v>
                </c:pt>
                <c:pt idx="22767">
                  <c:v>3</c:v>
                </c:pt>
                <c:pt idx="22768">
                  <c:v>0</c:v>
                </c:pt>
                <c:pt idx="22769">
                  <c:v>0</c:v>
                </c:pt>
                <c:pt idx="22770">
                  <c:v>6</c:v>
                </c:pt>
                <c:pt idx="22771">
                  <c:v>0</c:v>
                </c:pt>
                <c:pt idx="22772">
                  <c:v>0</c:v>
                </c:pt>
                <c:pt idx="22773">
                  <c:v>0</c:v>
                </c:pt>
                <c:pt idx="22774">
                  <c:v>0</c:v>
                </c:pt>
                <c:pt idx="22775">
                  <c:v>60</c:v>
                </c:pt>
                <c:pt idx="22776">
                  <c:v>0</c:v>
                </c:pt>
                <c:pt idx="22777">
                  <c:v>0</c:v>
                </c:pt>
                <c:pt idx="22778">
                  <c:v>1</c:v>
                </c:pt>
                <c:pt idx="22779">
                  <c:v>0</c:v>
                </c:pt>
                <c:pt idx="22780">
                  <c:v>1</c:v>
                </c:pt>
                <c:pt idx="22781">
                  <c:v>0</c:v>
                </c:pt>
                <c:pt idx="22782">
                  <c:v>0</c:v>
                </c:pt>
                <c:pt idx="22783">
                  <c:v>0</c:v>
                </c:pt>
                <c:pt idx="22784">
                  <c:v>0</c:v>
                </c:pt>
                <c:pt idx="22785">
                  <c:v>0</c:v>
                </c:pt>
                <c:pt idx="22786">
                  <c:v>0</c:v>
                </c:pt>
                <c:pt idx="22787">
                  <c:v>0</c:v>
                </c:pt>
                <c:pt idx="22788">
                  <c:v>0</c:v>
                </c:pt>
                <c:pt idx="22789">
                  <c:v>0</c:v>
                </c:pt>
                <c:pt idx="22790">
                  <c:v>0</c:v>
                </c:pt>
                <c:pt idx="22791">
                  <c:v>1</c:v>
                </c:pt>
                <c:pt idx="22792">
                  <c:v>10</c:v>
                </c:pt>
                <c:pt idx="22793">
                  <c:v>0</c:v>
                </c:pt>
                <c:pt idx="22794">
                  <c:v>1</c:v>
                </c:pt>
                <c:pt idx="22795">
                  <c:v>0</c:v>
                </c:pt>
                <c:pt idx="22796">
                  <c:v>0</c:v>
                </c:pt>
                <c:pt idx="22797">
                  <c:v>0</c:v>
                </c:pt>
                <c:pt idx="22798">
                  <c:v>0</c:v>
                </c:pt>
                <c:pt idx="22799">
                  <c:v>0</c:v>
                </c:pt>
                <c:pt idx="22800">
                  <c:v>0</c:v>
                </c:pt>
                <c:pt idx="22801">
                  <c:v>4</c:v>
                </c:pt>
                <c:pt idx="22802">
                  <c:v>0</c:v>
                </c:pt>
                <c:pt idx="22803">
                  <c:v>0</c:v>
                </c:pt>
                <c:pt idx="22804">
                  <c:v>1</c:v>
                </c:pt>
                <c:pt idx="22805">
                  <c:v>1</c:v>
                </c:pt>
                <c:pt idx="22806">
                  <c:v>0</c:v>
                </c:pt>
                <c:pt idx="22807">
                  <c:v>10</c:v>
                </c:pt>
                <c:pt idx="22808">
                  <c:v>0</c:v>
                </c:pt>
                <c:pt idx="22809">
                  <c:v>0</c:v>
                </c:pt>
                <c:pt idx="22810">
                  <c:v>0</c:v>
                </c:pt>
                <c:pt idx="22811">
                  <c:v>8</c:v>
                </c:pt>
                <c:pt idx="22812">
                  <c:v>0</c:v>
                </c:pt>
                <c:pt idx="22813">
                  <c:v>0</c:v>
                </c:pt>
                <c:pt idx="22814">
                  <c:v>0</c:v>
                </c:pt>
                <c:pt idx="22815">
                  <c:v>0</c:v>
                </c:pt>
                <c:pt idx="22816">
                  <c:v>0</c:v>
                </c:pt>
                <c:pt idx="22817">
                  <c:v>7</c:v>
                </c:pt>
                <c:pt idx="22818">
                  <c:v>0</c:v>
                </c:pt>
                <c:pt idx="22819">
                  <c:v>0</c:v>
                </c:pt>
                <c:pt idx="22820">
                  <c:v>0</c:v>
                </c:pt>
                <c:pt idx="22821">
                  <c:v>0</c:v>
                </c:pt>
                <c:pt idx="22822">
                  <c:v>4</c:v>
                </c:pt>
                <c:pt idx="22823">
                  <c:v>0</c:v>
                </c:pt>
                <c:pt idx="22824">
                  <c:v>0</c:v>
                </c:pt>
                <c:pt idx="22825">
                  <c:v>3</c:v>
                </c:pt>
                <c:pt idx="22826">
                  <c:v>0</c:v>
                </c:pt>
                <c:pt idx="22827">
                  <c:v>5</c:v>
                </c:pt>
                <c:pt idx="22828">
                  <c:v>3</c:v>
                </c:pt>
                <c:pt idx="22829">
                  <c:v>0</c:v>
                </c:pt>
                <c:pt idx="22830">
                  <c:v>0</c:v>
                </c:pt>
                <c:pt idx="22831">
                  <c:v>0</c:v>
                </c:pt>
                <c:pt idx="22832">
                  <c:v>10</c:v>
                </c:pt>
                <c:pt idx="22833">
                  <c:v>0</c:v>
                </c:pt>
                <c:pt idx="22834">
                  <c:v>0</c:v>
                </c:pt>
                <c:pt idx="22835">
                  <c:v>0</c:v>
                </c:pt>
                <c:pt idx="22836">
                  <c:v>2</c:v>
                </c:pt>
                <c:pt idx="22837">
                  <c:v>4</c:v>
                </c:pt>
                <c:pt idx="22838">
                  <c:v>0</c:v>
                </c:pt>
                <c:pt idx="22839">
                  <c:v>0</c:v>
                </c:pt>
                <c:pt idx="22840">
                  <c:v>2</c:v>
                </c:pt>
                <c:pt idx="22841">
                  <c:v>3</c:v>
                </c:pt>
                <c:pt idx="22842">
                  <c:v>0</c:v>
                </c:pt>
                <c:pt idx="22843">
                  <c:v>4</c:v>
                </c:pt>
                <c:pt idx="22844">
                  <c:v>0</c:v>
                </c:pt>
                <c:pt idx="22845">
                  <c:v>0</c:v>
                </c:pt>
                <c:pt idx="22846">
                  <c:v>1</c:v>
                </c:pt>
                <c:pt idx="22847">
                  <c:v>0</c:v>
                </c:pt>
                <c:pt idx="22848">
                  <c:v>0</c:v>
                </c:pt>
                <c:pt idx="22849">
                  <c:v>1</c:v>
                </c:pt>
                <c:pt idx="22850">
                  <c:v>1</c:v>
                </c:pt>
                <c:pt idx="22851">
                  <c:v>0</c:v>
                </c:pt>
                <c:pt idx="22852">
                  <c:v>5</c:v>
                </c:pt>
                <c:pt idx="22853">
                  <c:v>0</c:v>
                </c:pt>
                <c:pt idx="22854">
                  <c:v>8</c:v>
                </c:pt>
                <c:pt idx="22855">
                  <c:v>5</c:v>
                </c:pt>
                <c:pt idx="22856">
                  <c:v>0</c:v>
                </c:pt>
                <c:pt idx="22857">
                  <c:v>0</c:v>
                </c:pt>
                <c:pt idx="22858">
                  <c:v>0</c:v>
                </c:pt>
                <c:pt idx="22859">
                  <c:v>0</c:v>
                </c:pt>
                <c:pt idx="22860">
                  <c:v>0</c:v>
                </c:pt>
                <c:pt idx="22861">
                  <c:v>0</c:v>
                </c:pt>
                <c:pt idx="22862">
                  <c:v>0</c:v>
                </c:pt>
                <c:pt idx="22863">
                  <c:v>2</c:v>
                </c:pt>
                <c:pt idx="22864">
                  <c:v>0</c:v>
                </c:pt>
                <c:pt idx="22865">
                  <c:v>3</c:v>
                </c:pt>
                <c:pt idx="22866">
                  <c:v>0</c:v>
                </c:pt>
                <c:pt idx="22867">
                  <c:v>0</c:v>
                </c:pt>
                <c:pt idx="22868">
                  <c:v>0</c:v>
                </c:pt>
                <c:pt idx="22869">
                  <c:v>0</c:v>
                </c:pt>
                <c:pt idx="22870">
                  <c:v>0</c:v>
                </c:pt>
                <c:pt idx="22871">
                  <c:v>0</c:v>
                </c:pt>
                <c:pt idx="22872">
                  <c:v>0</c:v>
                </c:pt>
                <c:pt idx="22873">
                  <c:v>4</c:v>
                </c:pt>
                <c:pt idx="22874">
                  <c:v>0</c:v>
                </c:pt>
                <c:pt idx="22875">
                  <c:v>4</c:v>
                </c:pt>
                <c:pt idx="22876">
                  <c:v>0</c:v>
                </c:pt>
                <c:pt idx="22877">
                  <c:v>0</c:v>
                </c:pt>
                <c:pt idx="22878">
                  <c:v>2</c:v>
                </c:pt>
                <c:pt idx="22879">
                  <c:v>0</c:v>
                </c:pt>
                <c:pt idx="22880">
                  <c:v>0</c:v>
                </c:pt>
                <c:pt idx="22881">
                  <c:v>0</c:v>
                </c:pt>
                <c:pt idx="22882">
                  <c:v>0</c:v>
                </c:pt>
                <c:pt idx="22883">
                  <c:v>0</c:v>
                </c:pt>
                <c:pt idx="22884">
                  <c:v>0</c:v>
                </c:pt>
                <c:pt idx="22885">
                  <c:v>1</c:v>
                </c:pt>
                <c:pt idx="22886">
                  <c:v>0</c:v>
                </c:pt>
                <c:pt idx="22887">
                  <c:v>0</c:v>
                </c:pt>
                <c:pt idx="22888">
                  <c:v>0</c:v>
                </c:pt>
                <c:pt idx="22889">
                  <c:v>2</c:v>
                </c:pt>
                <c:pt idx="22890">
                  <c:v>1</c:v>
                </c:pt>
                <c:pt idx="22891">
                  <c:v>0</c:v>
                </c:pt>
                <c:pt idx="22892">
                  <c:v>0</c:v>
                </c:pt>
                <c:pt idx="22893">
                  <c:v>0</c:v>
                </c:pt>
                <c:pt idx="22894">
                  <c:v>0</c:v>
                </c:pt>
                <c:pt idx="22895">
                  <c:v>0</c:v>
                </c:pt>
                <c:pt idx="22896">
                  <c:v>0</c:v>
                </c:pt>
                <c:pt idx="22897">
                  <c:v>0</c:v>
                </c:pt>
                <c:pt idx="22898">
                  <c:v>6</c:v>
                </c:pt>
                <c:pt idx="22899">
                  <c:v>0</c:v>
                </c:pt>
                <c:pt idx="22900">
                  <c:v>0</c:v>
                </c:pt>
                <c:pt idx="22901">
                  <c:v>0</c:v>
                </c:pt>
                <c:pt idx="22902">
                  <c:v>9</c:v>
                </c:pt>
                <c:pt idx="22903">
                  <c:v>0</c:v>
                </c:pt>
                <c:pt idx="22904">
                  <c:v>0</c:v>
                </c:pt>
                <c:pt idx="22905">
                  <c:v>3</c:v>
                </c:pt>
                <c:pt idx="22906">
                  <c:v>0</c:v>
                </c:pt>
                <c:pt idx="22907">
                  <c:v>0</c:v>
                </c:pt>
                <c:pt idx="22908">
                  <c:v>0</c:v>
                </c:pt>
                <c:pt idx="22909">
                  <c:v>7</c:v>
                </c:pt>
                <c:pt idx="22910">
                  <c:v>6</c:v>
                </c:pt>
                <c:pt idx="22911">
                  <c:v>0</c:v>
                </c:pt>
                <c:pt idx="22912">
                  <c:v>3</c:v>
                </c:pt>
                <c:pt idx="22913">
                  <c:v>0</c:v>
                </c:pt>
                <c:pt idx="22914">
                  <c:v>0</c:v>
                </c:pt>
                <c:pt idx="22915">
                  <c:v>1</c:v>
                </c:pt>
                <c:pt idx="22916">
                  <c:v>0</c:v>
                </c:pt>
                <c:pt idx="22917">
                  <c:v>0</c:v>
                </c:pt>
                <c:pt idx="22918">
                  <c:v>0</c:v>
                </c:pt>
                <c:pt idx="22919">
                  <c:v>0</c:v>
                </c:pt>
                <c:pt idx="22920">
                  <c:v>0</c:v>
                </c:pt>
                <c:pt idx="22921">
                  <c:v>0</c:v>
                </c:pt>
                <c:pt idx="22922">
                  <c:v>0</c:v>
                </c:pt>
                <c:pt idx="22923">
                  <c:v>0</c:v>
                </c:pt>
                <c:pt idx="22924">
                  <c:v>0</c:v>
                </c:pt>
                <c:pt idx="22925">
                  <c:v>0</c:v>
                </c:pt>
                <c:pt idx="22926">
                  <c:v>0</c:v>
                </c:pt>
                <c:pt idx="22927">
                  <c:v>0</c:v>
                </c:pt>
                <c:pt idx="22928">
                  <c:v>0</c:v>
                </c:pt>
                <c:pt idx="22929">
                  <c:v>0</c:v>
                </c:pt>
                <c:pt idx="22930">
                  <c:v>2</c:v>
                </c:pt>
                <c:pt idx="22931">
                  <c:v>5</c:v>
                </c:pt>
                <c:pt idx="22932">
                  <c:v>2</c:v>
                </c:pt>
                <c:pt idx="22933">
                  <c:v>0</c:v>
                </c:pt>
                <c:pt idx="22934">
                  <c:v>2</c:v>
                </c:pt>
                <c:pt idx="22935">
                  <c:v>15</c:v>
                </c:pt>
                <c:pt idx="22936">
                  <c:v>0</c:v>
                </c:pt>
                <c:pt idx="22937">
                  <c:v>0</c:v>
                </c:pt>
                <c:pt idx="22938">
                  <c:v>0</c:v>
                </c:pt>
                <c:pt idx="22939">
                  <c:v>1</c:v>
                </c:pt>
                <c:pt idx="22940">
                  <c:v>0</c:v>
                </c:pt>
                <c:pt idx="22941">
                  <c:v>0</c:v>
                </c:pt>
                <c:pt idx="22942">
                  <c:v>0</c:v>
                </c:pt>
                <c:pt idx="22943">
                  <c:v>0</c:v>
                </c:pt>
                <c:pt idx="22944">
                  <c:v>0</c:v>
                </c:pt>
                <c:pt idx="22945">
                  <c:v>0</c:v>
                </c:pt>
                <c:pt idx="22946">
                  <c:v>2</c:v>
                </c:pt>
                <c:pt idx="22947">
                  <c:v>2</c:v>
                </c:pt>
                <c:pt idx="22948">
                  <c:v>0</c:v>
                </c:pt>
                <c:pt idx="22949">
                  <c:v>0</c:v>
                </c:pt>
                <c:pt idx="22950">
                  <c:v>0</c:v>
                </c:pt>
                <c:pt idx="22951">
                  <c:v>4</c:v>
                </c:pt>
                <c:pt idx="22952">
                  <c:v>4</c:v>
                </c:pt>
                <c:pt idx="22953">
                  <c:v>6</c:v>
                </c:pt>
                <c:pt idx="22954">
                  <c:v>4</c:v>
                </c:pt>
                <c:pt idx="22955">
                  <c:v>0</c:v>
                </c:pt>
                <c:pt idx="22956">
                  <c:v>4</c:v>
                </c:pt>
                <c:pt idx="22957">
                  <c:v>5</c:v>
                </c:pt>
                <c:pt idx="22958">
                  <c:v>0</c:v>
                </c:pt>
                <c:pt idx="22959">
                  <c:v>0</c:v>
                </c:pt>
                <c:pt idx="22960">
                  <c:v>0</c:v>
                </c:pt>
                <c:pt idx="22961">
                  <c:v>1</c:v>
                </c:pt>
                <c:pt idx="22962">
                  <c:v>0</c:v>
                </c:pt>
                <c:pt idx="22963">
                  <c:v>0</c:v>
                </c:pt>
                <c:pt idx="22964">
                  <c:v>0</c:v>
                </c:pt>
                <c:pt idx="22965">
                  <c:v>0</c:v>
                </c:pt>
                <c:pt idx="22966">
                  <c:v>0</c:v>
                </c:pt>
                <c:pt idx="22967">
                  <c:v>7</c:v>
                </c:pt>
                <c:pt idx="22968">
                  <c:v>0</c:v>
                </c:pt>
                <c:pt idx="22969">
                  <c:v>5</c:v>
                </c:pt>
                <c:pt idx="22970">
                  <c:v>0</c:v>
                </c:pt>
                <c:pt idx="22971">
                  <c:v>0</c:v>
                </c:pt>
                <c:pt idx="22972">
                  <c:v>0</c:v>
                </c:pt>
                <c:pt idx="22973">
                  <c:v>0</c:v>
                </c:pt>
                <c:pt idx="22974">
                  <c:v>0</c:v>
                </c:pt>
                <c:pt idx="22975">
                  <c:v>0</c:v>
                </c:pt>
                <c:pt idx="22976">
                  <c:v>0</c:v>
                </c:pt>
                <c:pt idx="22977">
                  <c:v>1</c:v>
                </c:pt>
                <c:pt idx="22978">
                  <c:v>0</c:v>
                </c:pt>
                <c:pt idx="22979">
                  <c:v>5</c:v>
                </c:pt>
                <c:pt idx="22980">
                  <c:v>0</c:v>
                </c:pt>
                <c:pt idx="22981">
                  <c:v>0</c:v>
                </c:pt>
                <c:pt idx="22982">
                  <c:v>0</c:v>
                </c:pt>
                <c:pt idx="22983">
                  <c:v>0</c:v>
                </c:pt>
                <c:pt idx="22984">
                  <c:v>0</c:v>
                </c:pt>
                <c:pt idx="22985">
                  <c:v>0</c:v>
                </c:pt>
                <c:pt idx="22986">
                  <c:v>4</c:v>
                </c:pt>
                <c:pt idx="22987">
                  <c:v>5</c:v>
                </c:pt>
                <c:pt idx="22988">
                  <c:v>0</c:v>
                </c:pt>
                <c:pt idx="22989">
                  <c:v>0</c:v>
                </c:pt>
                <c:pt idx="22990">
                  <c:v>0</c:v>
                </c:pt>
                <c:pt idx="22991">
                  <c:v>0</c:v>
                </c:pt>
                <c:pt idx="22992">
                  <c:v>0</c:v>
                </c:pt>
                <c:pt idx="22993">
                  <c:v>0</c:v>
                </c:pt>
                <c:pt idx="22994">
                  <c:v>0</c:v>
                </c:pt>
                <c:pt idx="22995">
                  <c:v>0</c:v>
                </c:pt>
                <c:pt idx="22996">
                  <c:v>0</c:v>
                </c:pt>
                <c:pt idx="22997">
                  <c:v>0</c:v>
                </c:pt>
                <c:pt idx="22998">
                  <c:v>1</c:v>
                </c:pt>
                <c:pt idx="22999">
                  <c:v>6</c:v>
                </c:pt>
                <c:pt idx="23000">
                  <c:v>0</c:v>
                </c:pt>
                <c:pt idx="23001">
                  <c:v>0</c:v>
                </c:pt>
                <c:pt idx="23002">
                  <c:v>0</c:v>
                </c:pt>
                <c:pt idx="23003">
                  <c:v>1</c:v>
                </c:pt>
                <c:pt idx="23004">
                  <c:v>2</c:v>
                </c:pt>
                <c:pt idx="23005">
                  <c:v>5</c:v>
                </c:pt>
                <c:pt idx="23006">
                  <c:v>1</c:v>
                </c:pt>
                <c:pt idx="23007">
                  <c:v>0</c:v>
                </c:pt>
                <c:pt idx="23008">
                  <c:v>2</c:v>
                </c:pt>
                <c:pt idx="23009">
                  <c:v>0</c:v>
                </c:pt>
                <c:pt idx="23010">
                  <c:v>0</c:v>
                </c:pt>
                <c:pt idx="23011">
                  <c:v>0</c:v>
                </c:pt>
                <c:pt idx="23012">
                  <c:v>0</c:v>
                </c:pt>
                <c:pt idx="23013">
                  <c:v>0</c:v>
                </c:pt>
                <c:pt idx="23014">
                  <c:v>0</c:v>
                </c:pt>
                <c:pt idx="23015">
                  <c:v>5</c:v>
                </c:pt>
                <c:pt idx="23016">
                  <c:v>0</c:v>
                </c:pt>
                <c:pt idx="23017">
                  <c:v>0</c:v>
                </c:pt>
                <c:pt idx="23018">
                  <c:v>0</c:v>
                </c:pt>
                <c:pt idx="23019">
                  <c:v>0</c:v>
                </c:pt>
                <c:pt idx="23020">
                  <c:v>0</c:v>
                </c:pt>
                <c:pt idx="23021">
                  <c:v>0</c:v>
                </c:pt>
                <c:pt idx="23022">
                  <c:v>5</c:v>
                </c:pt>
                <c:pt idx="23023">
                  <c:v>10</c:v>
                </c:pt>
                <c:pt idx="23024">
                  <c:v>0</c:v>
                </c:pt>
                <c:pt idx="23025">
                  <c:v>0</c:v>
                </c:pt>
                <c:pt idx="23026">
                  <c:v>0</c:v>
                </c:pt>
                <c:pt idx="23027">
                  <c:v>1</c:v>
                </c:pt>
                <c:pt idx="23028">
                  <c:v>0</c:v>
                </c:pt>
                <c:pt idx="23029">
                  <c:v>0</c:v>
                </c:pt>
                <c:pt idx="23030">
                  <c:v>0</c:v>
                </c:pt>
                <c:pt idx="23031">
                  <c:v>0</c:v>
                </c:pt>
                <c:pt idx="23032">
                  <c:v>0</c:v>
                </c:pt>
                <c:pt idx="23033">
                  <c:v>0</c:v>
                </c:pt>
                <c:pt idx="23034">
                  <c:v>0</c:v>
                </c:pt>
                <c:pt idx="23035">
                  <c:v>0</c:v>
                </c:pt>
                <c:pt idx="23036">
                  <c:v>0</c:v>
                </c:pt>
                <c:pt idx="23037">
                  <c:v>0</c:v>
                </c:pt>
                <c:pt idx="23038">
                  <c:v>0</c:v>
                </c:pt>
                <c:pt idx="23039">
                  <c:v>2</c:v>
                </c:pt>
                <c:pt idx="23040">
                  <c:v>0</c:v>
                </c:pt>
                <c:pt idx="23041">
                  <c:v>5</c:v>
                </c:pt>
                <c:pt idx="23042">
                  <c:v>0</c:v>
                </c:pt>
                <c:pt idx="23043">
                  <c:v>0</c:v>
                </c:pt>
                <c:pt idx="23044">
                  <c:v>0</c:v>
                </c:pt>
                <c:pt idx="23045">
                  <c:v>0</c:v>
                </c:pt>
                <c:pt idx="23046">
                  <c:v>0</c:v>
                </c:pt>
                <c:pt idx="23047">
                  <c:v>0</c:v>
                </c:pt>
                <c:pt idx="23048">
                  <c:v>0</c:v>
                </c:pt>
                <c:pt idx="23049">
                  <c:v>0</c:v>
                </c:pt>
                <c:pt idx="23050">
                  <c:v>0</c:v>
                </c:pt>
                <c:pt idx="23051">
                  <c:v>0</c:v>
                </c:pt>
                <c:pt idx="23052">
                  <c:v>0</c:v>
                </c:pt>
                <c:pt idx="23053">
                  <c:v>3</c:v>
                </c:pt>
                <c:pt idx="23054">
                  <c:v>0</c:v>
                </c:pt>
                <c:pt idx="23055">
                  <c:v>0</c:v>
                </c:pt>
                <c:pt idx="23056">
                  <c:v>9</c:v>
                </c:pt>
                <c:pt idx="23057">
                  <c:v>5</c:v>
                </c:pt>
                <c:pt idx="23058">
                  <c:v>0</c:v>
                </c:pt>
                <c:pt idx="23059">
                  <c:v>0</c:v>
                </c:pt>
                <c:pt idx="23060">
                  <c:v>50</c:v>
                </c:pt>
                <c:pt idx="23061">
                  <c:v>0</c:v>
                </c:pt>
                <c:pt idx="23062">
                  <c:v>0</c:v>
                </c:pt>
                <c:pt idx="23063">
                  <c:v>0</c:v>
                </c:pt>
                <c:pt idx="23064">
                  <c:v>0</c:v>
                </c:pt>
                <c:pt idx="23065">
                  <c:v>0</c:v>
                </c:pt>
                <c:pt idx="23066">
                  <c:v>0</c:v>
                </c:pt>
                <c:pt idx="23067">
                  <c:v>0</c:v>
                </c:pt>
                <c:pt idx="23068">
                  <c:v>2</c:v>
                </c:pt>
                <c:pt idx="23069">
                  <c:v>0</c:v>
                </c:pt>
                <c:pt idx="23070">
                  <c:v>0</c:v>
                </c:pt>
                <c:pt idx="23071">
                  <c:v>0</c:v>
                </c:pt>
                <c:pt idx="23072">
                  <c:v>0</c:v>
                </c:pt>
                <c:pt idx="23073">
                  <c:v>2</c:v>
                </c:pt>
                <c:pt idx="23074">
                  <c:v>0</c:v>
                </c:pt>
                <c:pt idx="23075">
                  <c:v>2</c:v>
                </c:pt>
                <c:pt idx="23076">
                  <c:v>1</c:v>
                </c:pt>
                <c:pt idx="23077">
                  <c:v>0</c:v>
                </c:pt>
                <c:pt idx="23078">
                  <c:v>0</c:v>
                </c:pt>
                <c:pt idx="23079">
                  <c:v>0</c:v>
                </c:pt>
                <c:pt idx="23080">
                  <c:v>0</c:v>
                </c:pt>
                <c:pt idx="23081">
                  <c:v>0</c:v>
                </c:pt>
                <c:pt idx="23082">
                  <c:v>2</c:v>
                </c:pt>
                <c:pt idx="23083">
                  <c:v>2</c:v>
                </c:pt>
                <c:pt idx="23084">
                  <c:v>0</c:v>
                </c:pt>
                <c:pt idx="23085">
                  <c:v>0</c:v>
                </c:pt>
                <c:pt idx="23086">
                  <c:v>1</c:v>
                </c:pt>
                <c:pt idx="23087">
                  <c:v>0</c:v>
                </c:pt>
                <c:pt idx="23088">
                  <c:v>0</c:v>
                </c:pt>
                <c:pt idx="23089">
                  <c:v>0</c:v>
                </c:pt>
                <c:pt idx="23090">
                  <c:v>0</c:v>
                </c:pt>
                <c:pt idx="23091">
                  <c:v>0</c:v>
                </c:pt>
                <c:pt idx="23092">
                  <c:v>0</c:v>
                </c:pt>
                <c:pt idx="23093">
                  <c:v>0</c:v>
                </c:pt>
                <c:pt idx="23094">
                  <c:v>0</c:v>
                </c:pt>
                <c:pt idx="23095">
                  <c:v>0</c:v>
                </c:pt>
                <c:pt idx="23096">
                  <c:v>10</c:v>
                </c:pt>
                <c:pt idx="23097">
                  <c:v>0</c:v>
                </c:pt>
                <c:pt idx="23098">
                  <c:v>1</c:v>
                </c:pt>
                <c:pt idx="23099">
                  <c:v>0</c:v>
                </c:pt>
                <c:pt idx="23100">
                  <c:v>0</c:v>
                </c:pt>
                <c:pt idx="23101">
                  <c:v>0</c:v>
                </c:pt>
                <c:pt idx="23102">
                  <c:v>0</c:v>
                </c:pt>
                <c:pt idx="23103">
                  <c:v>1</c:v>
                </c:pt>
                <c:pt idx="23104">
                  <c:v>0</c:v>
                </c:pt>
                <c:pt idx="23105">
                  <c:v>0</c:v>
                </c:pt>
                <c:pt idx="23106">
                  <c:v>2</c:v>
                </c:pt>
                <c:pt idx="23107">
                  <c:v>1</c:v>
                </c:pt>
                <c:pt idx="23108">
                  <c:v>0</c:v>
                </c:pt>
                <c:pt idx="23109">
                  <c:v>0</c:v>
                </c:pt>
                <c:pt idx="23110">
                  <c:v>1</c:v>
                </c:pt>
                <c:pt idx="23111">
                  <c:v>0</c:v>
                </c:pt>
                <c:pt idx="23112">
                  <c:v>0</c:v>
                </c:pt>
                <c:pt idx="23113">
                  <c:v>0</c:v>
                </c:pt>
                <c:pt idx="23114">
                  <c:v>0</c:v>
                </c:pt>
                <c:pt idx="23115">
                  <c:v>0</c:v>
                </c:pt>
                <c:pt idx="23116">
                  <c:v>0</c:v>
                </c:pt>
                <c:pt idx="23117">
                  <c:v>0</c:v>
                </c:pt>
                <c:pt idx="23118">
                  <c:v>2</c:v>
                </c:pt>
                <c:pt idx="23119">
                  <c:v>0</c:v>
                </c:pt>
                <c:pt idx="23120">
                  <c:v>3</c:v>
                </c:pt>
                <c:pt idx="23121">
                  <c:v>0</c:v>
                </c:pt>
                <c:pt idx="23122">
                  <c:v>0</c:v>
                </c:pt>
                <c:pt idx="23123">
                  <c:v>0</c:v>
                </c:pt>
                <c:pt idx="23124">
                  <c:v>0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1</c:v>
                </c:pt>
                <c:pt idx="23133">
                  <c:v>0</c:v>
                </c:pt>
                <c:pt idx="23134">
                  <c:v>0</c:v>
                </c:pt>
                <c:pt idx="23135">
                  <c:v>0</c:v>
                </c:pt>
                <c:pt idx="23136">
                  <c:v>0</c:v>
                </c:pt>
                <c:pt idx="23137">
                  <c:v>0</c:v>
                </c:pt>
                <c:pt idx="23138">
                  <c:v>0</c:v>
                </c:pt>
                <c:pt idx="23139">
                  <c:v>0</c:v>
                </c:pt>
                <c:pt idx="23140">
                  <c:v>0</c:v>
                </c:pt>
                <c:pt idx="23141">
                  <c:v>0</c:v>
                </c:pt>
                <c:pt idx="23142">
                  <c:v>0</c:v>
                </c:pt>
                <c:pt idx="23143">
                  <c:v>0</c:v>
                </c:pt>
                <c:pt idx="23144">
                  <c:v>0</c:v>
                </c:pt>
                <c:pt idx="23145">
                  <c:v>0</c:v>
                </c:pt>
                <c:pt idx="23146">
                  <c:v>3</c:v>
                </c:pt>
                <c:pt idx="23147">
                  <c:v>1</c:v>
                </c:pt>
                <c:pt idx="23148">
                  <c:v>0</c:v>
                </c:pt>
                <c:pt idx="23149">
                  <c:v>0</c:v>
                </c:pt>
                <c:pt idx="23150">
                  <c:v>0</c:v>
                </c:pt>
                <c:pt idx="23151">
                  <c:v>0</c:v>
                </c:pt>
                <c:pt idx="23152">
                  <c:v>0</c:v>
                </c:pt>
                <c:pt idx="23153">
                  <c:v>0</c:v>
                </c:pt>
                <c:pt idx="23154">
                  <c:v>0</c:v>
                </c:pt>
                <c:pt idx="23155">
                  <c:v>1</c:v>
                </c:pt>
                <c:pt idx="23156">
                  <c:v>0</c:v>
                </c:pt>
                <c:pt idx="23157">
                  <c:v>0</c:v>
                </c:pt>
                <c:pt idx="23158">
                  <c:v>0</c:v>
                </c:pt>
                <c:pt idx="23159">
                  <c:v>0</c:v>
                </c:pt>
                <c:pt idx="23160">
                  <c:v>0</c:v>
                </c:pt>
                <c:pt idx="23161">
                  <c:v>0</c:v>
                </c:pt>
                <c:pt idx="23162">
                  <c:v>0</c:v>
                </c:pt>
                <c:pt idx="23163">
                  <c:v>0</c:v>
                </c:pt>
                <c:pt idx="23164">
                  <c:v>1</c:v>
                </c:pt>
                <c:pt idx="23165">
                  <c:v>0</c:v>
                </c:pt>
                <c:pt idx="23166">
                  <c:v>0</c:v>
                </c:pt>
                <c:pt idx="23167">
                  <c:v>0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0</c:v>
                </c:pt>
                <c:pt idx="23172">
                  <c:v>0</c:v>
                </c:pt>
                <c:pt idx="23173">
                  <c:v>0</c:v>
                </c:pt>
                <c:pt idx="23174">
                  <c:v>0</c:v>
                </c:pt>
                <c:pt idx="23175">
                  <c:v>0</c:v>
                </c:pt>
                <c:pt idx="23176">
                  <c:v>0</c:v>
                </c:pt>
                <c:pt idx="23177">
                  <c:v>0</c:v>
                </c:pt>
                <c:pt idx="23178">
                  <c:v>0</c:v>
                </c:pt>
                <c:pt idx="23179">
                  <c:v>4</c:v>
                </c:pt>
                <c:pt idx="23180">
                  <c:v>0</c:v>
                </c:pt>
                <c:pt idx="23181">
                  <c:v>0</c:v>
                </c:pt>
                <c:pt idx="23182">
                  <c:v>0</c:v>
                </c:pt>
                <c:pt idx="23183">
                  <c:v>0</c:v>
                </c:pt>
                <c:pt idx="23184">
                  <c:v>0</c:v>
                </c:pt>
                <c:pt idx="23185">
                  <c:v>0</c:v>
                </c:pt>
                <c:pt idx="23186">
                  <c:v>0</c:v>
                </c:pt>
                <c:pt idx="23187">
                  <c:v>0</c:v>
                </c:pt>
                <c:pt idx="23188">
                  <c:v>0</c:v>
                </c:pt>
                <c:pt idx="23189">
                  <c:v>1</c:v>
                </c:pt>
                <c:pt idx="23190">
                  <c:v>0</c:v>
                </c:pt>
                <c:pt idx="23191">
                  <c:v>3</c:v>
                </c:pt>
                <c:pt idx="23192">
                  <c:v>0</c:v>
                </c:pt>
                <c:pt idx="23193">
                  <c:v>0</c:v>
                </c:pt>
                <c:pt idx="23194">
                  <c:v>0</c:v>
                </c:pt>
                <c:pt idx="23195">
                  <c:v>0</c:v>
                </c:pt>
                <c:pt idx="23196">
                  <c:v>0</c:v>
                </c:pt>
                <c:pt idx="23197">
                  <c:v>0</c:v>
                </c:pt>
                <c:pt idx="23198">
                  <c:v>0</c:v>
                </c:pt>
                <c:pt idx="23199">
                  <c:v>0</c:v>
                </c:pt>
                <c:pt idx="23200">
                  <c:v>0</c:v>
                </c:pt>
                <c:pt idx="23201">
                  <c:v>0</c:v>
                </c:pt>
                <c:pt idx="23202">
                  <c:v>0</c:v>
                </c:pt>
                <c:pt idx="23203">
                  <c:v>0</c:v>
                </c:pt>
                <c:pt idx="23204">
                  <c:v>0</c:v>
                </c:pt>
                <c:pt idx="23205">
                  <c:v>0</c:v>
                </c:pt>
                <c:pt idx="23206">
                  <c:v>0</c:v>
                </c:pt>
                <c:pt idx="23207">
                  <c:v>0</c:v>
                </c:pt>
                <c:pt idx="23208">
                  <c:v>2</c:v>
                </c:pt>
                <c:pt idx="23209">
                  <c:v>0</c:v>
                </c:pt>
                <c:pt idx="23210">
                  <c:v>0</c:v>
                </c:pt>
                <c:pt idx="23211">
                  <c:v>0</c:v>
                </c:pt>
                <c:pt idx="23212">
                  <c:v>0</c:v>
                </c:pt>
                <c:pt idx="23213">
                  <c:v>0</c:v>
                </c:pt>
                <c:pt idx="23214">
                  <c:v>0</c:v>
                </c:pt>
                <c:pt idx="23215">
                  <c:v>0</c:v>
                </c:pt>
                <c:pt idx="23216">
                  <c:v>0</c:v>
                </c:pt>
                <c:pt idx="23217">
                  <c:v>0</c:v>
                </c:pt>
                <c:pt idx="23218">
                  <c:v>4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0</c:v>
                </c:pt>
                <c:pt idx="23223">
                  <c:v>4</c:v>
                </c:pt>
                <c:pt idx="23224">
                  <c:v>0</c:v>
                </c:pt>
                <c:pt idx="23225">
                  <c:v>0</c:v>
                </c:pt>
                <c:pt idx="23226">
                  <c:v>0</c:v>
                </c:pt>
                <c:pt idx="23227">
                  <c:v>0</c:v>
                </c:pt>
                <c:pt idx="23228">
                  <c:v>0</c:v>
                </c:pt>
                <c:pt idx="23229">
                  <c:v>0</c:v>
                </c:pt>
                <c:pt idx="23230">
                  <c:v>0</c:v>
                </c:pt>
                <c:pt idx="23231">
                  <c:v>0</c:v>
                </c:pt>
                <c:pt idx="23232">
                  <c:v>0</c:v>
                </c:pt>
                <c:pt idx="23233">
                  <c:v>0</c:v>
                </c:pt>
                <c:pt idx="23234">
                  <c:v>0</c:v>
                </c:pt>
                <c:pt idx="23235">
                  <c:v>0</c:v>
                </c:pt>
                <c:pt idx="23236">
                  <c:v>0</c:v>
                </c:pt>
                <c:pt idx="23237">
                  <c:v>0</c:v>
                </c:pt>
                <c:pt idx="23238">
                  <c:v>0</c:v>
                </c:pt>
                <c:pt idx="23239">
                  <c:v>0</c:v>
                </c:pt>
                <c:pt idx="23240">
                  <c:v>0</c:v>
                </c:pt>
                <c:pt idx="23241">
                  <c:v>0</c:v>
                </c:pt>
                <c:pt idx="23242">
                  <c:v>0</c:v>
                </c:pt>
                <c:pt idx="23243">
                  <c:v>0</c:v>
                </c:pt>
                <c:pt idx="23244">
                  <c:v>0</c:v>
                </c:pt>
                <c:pt idx="23245">
                  <c:v>0</c:v>
                </c:pt>
                <c:pt idx="23246">
                  <c:v>0</c:v>
                </c:pt>
                <c:pt idx="23247">
                  <c:v>0</c:v>
                </c:pt>
                <c:pt idx="23248">
                  <c:v>0</c:v>
                </c:pt>
                <c:pt idx="23249">
                  <c:v>0</c:v>
                </c:pt>
                <c:pt idx="23250">
                  <c:v>1</c:v>
                </c:pt>
                <c:pt idx="23251">
                  <c:v>0</c:v>
                </c:pt>
                <c:pt idx="23252">
                  <c:v>0</c:v>
                </c:pt>
                <c:pt idx="23253">
                  <c:v>0</c:v>
                </c:pt>
                <c:pt idx="23254">
                  <c:v>7</c:v>
                </c:pt>
                <c:pt idx="23255">
                  <c:v>1</c:v>
                </c:pt>
                <c:pt idx="23256">
                  <c:v>0</c:v>
                </c:pt>
                <c:pt idx="23257">
                  <c:v>2</c:v>
                </c:pt>
                <c:pt idx="23258">
                  <c:v>0</c:v>
                </c:pt>
                <c:pt idx="23259">
                  <c:v>1</c:v>
                </c:pt>
                <c:pt idx="23260">
                  <c:v>0</c:v>
                </c:pt>
                <c:pt idx="23261">
                  <c:v>0</c:v>
                </c:pt>
                <c:pt idx="23262">
                  <c:v>0</c:v>
                </c:pt>
                <c:pt idx="23263">
                  <c:v>0</c:v>
                </c:pt>
                <c:pt idx="23264">
                  <c:v>0</c:v>
                </c:pt>
                <c:pt idx="23265">
                  <c:v>0</c:v>
                </c:pt>
                <c:pt idx="23266">
                  <c:v>0</c:v>
                </c:pt>
                <c:pt idx="23267">
                  <c:v>0</c:v>
                </c:pt>
                <c:pt idx="23268">
                  <c:v>0</c:v>
                </c:pt>
                <c:pt idx="23269">
                  <c:v>0</c:v>
                </c:pt>
                <c:pt idx="23270">
                  <c:v>0</c:v>
                </c:pt>
                <c:pt idx="23271">
                  <c:v>0</c:v>
                </c:pt>
                <c:pt idx="23272">
                  <c:v>1</c:v>
                </c:pt>
                <c:pt idx="23273">
                  <c:v>0</c:v>
                </c:pt>
                <c:pt idx="23274">
                  <c:v>0</c:v>
                </c:pt>
                <c:pt idx="23275">
                  <c:v>0</c:v>
                </c:pt>
                <c:pt idx="23276">
                  <c:v>0</c:v>
                </c:pt>
                <c:pt idx="23277">
                  <c:v>0</c:v>
                </c:pt>
                <c:pt idx="23278">
                  <c:v>0</c:v>
                </c:pt>
                <c:pt idx="23279">
                  <c:v>0</c:v>
                </c:pt>
                <c:pt idx="23280">
                  <c:v>0</c:v>
                </c:pt>
                <c:pt idx="23281">
                  <c:v>0</c:v>
                </c:pt>
                <c:pt idx="23282">
                  <c:v>0</c:v>
                </c:pt>
                <c:pt idx="23283">
                  <c:v>0</c:v>
                </c:pt>
                <c:pt idx="23284">
                  <c:v>0</c:v>
                </c:pt>
                <c:pt idx="23285">
                  <c:v>0</c:v>
                </c:pt>
                <c:pt idx="23286">
                  <c:v>0</c:v>
                </c:pt>
                <c:pt idx="23287">
                  <c:v>0</c:v>
                </c:pt>
                <c:pt idx="23288">
                  <c:v>0</c:v>
                </c:pt>
                <c:pt idx="23289">
                  <c:v>0</c:v>
                </c:pt>
                <c:pt idx="23290">
                  <c:v>0</c:v>
                </c:pt>
                <c:pt idx="23291">
                  <c:v>0</c:v>
                </c:pt>
                <c:pt idx="23292">
                  <c:v>0</c:v>
                </c:pt>
                <c:pt idx="23293">
                  <c:v>0</c:v>
                </c:pt>
                <c:pt idx="23294">
                  <c:v>0</c:v>
                </c:pt>
                <c:pt idx="23295">
                  <c:v>1</c:v>
                </c:pt>
                <c:pt idx="23296">
                  <c:v>1</c:v>
                </c:pt>
                <c:pt idx="23297">
                  <c:v>0</c:v>
                </c:pt>
                <c:pt idx="23298">
                  <c:v>0</c:v>
                </c:pt>
                <c:pt idx="23299">
                  <c:v>0</c:v>
                </c:pt>
                <c:pt idx="23300">
                  <c:v>0</c:v>
                </c:pt>
                <c:pt idx="23301">
                  <c:v>0</c:v>
                </c:pt>
                <c:pt idx="23302">
                  <c:v>0</c:v>
                </c:pt>
                <c:pt idx="23303">
                  <c:v>0</c:v>
                </c:pt>
                <c:pt idx="23304">
                  <c:v>0</c:v>
                </c:pt>
                <c:pt idx="23305">
                  <c:v>0</c:v>
                </c:pt>
                <c:pt idx="23306">
                  <c:v>2</c:v>
                </c:pt>
                <c:pt idx="23307">
                  <c:v>0</c:v>
                </c:pt>
                <c:pt idx="23308">
                  <c:v>2</c:v>
                </c:pt>
                <c:pt idx="23309">
                  <c:v>0</c:v>
                </c:pt>
                <c:pt idx="23310">
                  <c:v>0</c:v>
                </c:pt>
                <c:pt idx="23311">
                  <c:v>0</c:v>
                </c:pt>
                <c:pt idx="23312">
                  <c:v>0</c:v>
                </c:pt>
                <c:pt idx="23313">
                  <c:v>0</c:v>
                </c:pt>
                <c:pt idx="23314">
                  <c:v>0</c:v>
                </c:pt>
                <c:pt idx="23315">
                  <c:v>0</c:v>
                </c:pt>
                <c:pt idx="23316">
                  <c:v>0</c:v>
                </c:pt>
                <c:pt idx="23317">
                  <c:v>0</c:v>
                </c:pt>
                <c:pt idx="23318">
                  <c:v>0</c:v>
                </c:pt>
                <c:pt idx="23319">
                  <c:v>0</c:v>
                </c:pt>
                <c:pt idx="23320">
                  <c:v>1</c:v>
                </c:pt>
                <c:pt idx="23321">
                  <c:v>0</c:v>
                </c:pt>
                <c:pt idx="23322">
                  <c:v>0</c:v>
                </c:pt>
                <c:pt idx="23323">
                  <c:v>0</c:v>
                </c:pt>
                <c:pt idx="23324">
                  <c:v>0</c:v>
                </c:pt>
                <c:pt idx="23325">
                  <c:v>0</c:v>
                </c:pt>
                <c:pt idx="23326">
                  <c:v>0</c:v>
                </c:pt>
                <c:pt idx="23327">
                  <c:v>5</c:v>
                </c:pt>
                <c:pt idx="23328">
                  <c:v>0</c:v>
                </c:pt>
                <c:pt idx="23329">
                  <c:v>0</c:v>
                </c:pt>
                <c:pt idx="23330">
                  <c:v>0</c:v>
                </c:pt>
                <c:pt idx="23331">
                  <c:v>0</c:v>
                </c:pt>
                <c:pt idx="23332">
                  <c:v>0</c:v>
                </c:pt>
                <c:pt idx="23333">
                  <c:v>0</c:v>
                </c:pt>
                <c:pt idx="23334">
                  <c:v>3</c:v>
                </c:pt>
                <c:pt idx="23335">
                  <c:v>0</c:v>
                </c:pt>
                <c:pt idx="23336">
                  <c:v>0</c:v>
                </c:pt>
                <c:pt idx="23337">
                  <c:v>0</c:v>
                </c:pt>
                <c:pt idx="23338">
                  <c:v>0</c:v>
                </c:pt>
                <c:pt idx="23339">
                  <c:v>0</c:v>
                </c:pt>
                <c:pt idx="23340">
                  <c:v>0</c:v>
                </c:pt>
                <c:pt idx="23341">
                  <c:v>0</c:v>
                </c:pt>
                <c:pt idx="23342">
                  <c:v>0</c:v>
                </c:pt>
                <c:pt idx="23343">
                  <c:v>1</c:v>
                </c:pt>
                <c:pt idx="23344">
                  <c:v>0</c:v>
                </c:pt>
                <c:pt idx="23345">
                  <c:v>0</c:v>
                </c:pt>
                <c:pt idx="23346">
                  <c:v>0</c:v>
                </c:pt>
                <c:pt idx="23347">
                  <c:v>0</c:v>
                </c:pt>
                <c:pt idx="23348">
                  <c:v>0</c:v>
                </c:pt>
                <c:pt idx="23349">
                  <c:v>0</c:v>
                </c:pt>
                <c:pt idx="23350">
                  <c:v>0</c:v>
                </c:pt>
                <c:pt idx="23351">
                  <c:v>0</c:v>
                </c:pt>
                <c:pt idx="23352">
                  <c:v>0</c:v>
                </c:pt>
                <c:pt idx="23353">
                  <c:v>0</c:v>
                </c:pt>
                <c:pt idx="23354">
                  <c:v>0</c:v>
                </c:pt>
                <c:pt idx="23355">
                  <c:v>0</c:v>
                </c:pt>
                <c:pt idx="23356">
                  <c:v>0</c:v>
                </c:pt>
                <c:pt idx="23357">
                  <c:v>0</c:v>
                </c:pt>
                <c:pt idx="23358">
                  <c:v>0</c:v>
                </c:pt>
                <c:pt idx="23359">
                  <c:v>0</c:v>
                </c:pt>
                <c:pt idx="23360">
                  <c:v>0</c:v>
                </c:pt>
                <c:pt idx="23361">
                  <c:v>0</c:v>
                </c:pt>
                <c:pt idx="23362">
                  <c:v>0</c:v>
                </c:pt>
                <c:pt idx="23363">
                  <c:v>0</c:v>
                </c:pt>
                <c:pt idx="23364">
                  <c:v>0</c:v>
                </c:pt>
                <c:pt idx="23365">
                  <c:v>0</c:v>
                </c:pt>
                <c:pt idx="23366">
                  <c:v>0</c:v>
                </c:pt>
                <c:pt idx="23367">
                  <c:v>0</c:v>
                </c:pt>
                <c:pt idx="23368">
                  <c:v>0</c:v>
                </c:pt>
                <c:pt idx="23369">
                  <c:v>0</c:v>
                </c:pt>
                <c:pt idx="23370">
                  <c:v>0</c:v>
                </c:pt>
                <c:pt idx="23371">
                  <c:v>0</c:v>
                </c:pt>
                <c:pt idx="23372">
                  <c:v>0</c:v>
                </c:pt>
                <c:pt idx="23373">
                  <c:v>0</c:v>
                </c:pt>
                <c:pt idx="23374">
                  <c:v>2</c:v>
                </c:pt>
                <c:pt idx="23375">
                  <c:v>0</c:v>
                </c:pt>
                <c:pt idx="23376">
                  <c:v>3</c:v>
                </c:pt>
                <c:pt idx="23377">
                  <c:v>0</c:v>
                </c:pt>
                <c:pt idx="23378">
                  <c:v>0</c:v>
                </c:pt>
                <c:pt idx="23379">
                  <c:v>0</c:v>
                </c:pt>
                <c:pt idx="23380">
                  <c:v>2</c:v>
                </c:pt>
                <c:pt idx="23381">
                  <c:v>0</c:v>
                </c:pt>
                <c:pt idx="23382">
                  <c:v>0</c:v>
                </c:pt>
                <c:pt idx="23383">
                  <c:v>0</c:v>
                </c:pt>
                <c:pt idx="23384">
                  <c:v>0</c:v>
                </c:pt>
                <c:pt idx="23385">
                  <c:v>1</c:v>
                </c:pt>
                <c:pt idx="23386">
                  <c:v>0</c:v>
                </c:pt>
                <c:pt idx="23387">
                  <c:v>24</c:v>
                </c:pt>
                <c:pt idx="23388">
                  <c:v>1</c:v>
                </c:pt>
                <c:pt idx="23389">
                  <c:v>0</c:v>
                </c:pt>
                <c:pt idx="23390">
                  <c:v>0</c:v>
                </c:pt>
                <c:pt idx="23391">
                  <c:v>0</c:v>
                </c:pt>
                <c:pt idx="23392">
                  <c:v>0</c:v>
                </c:pt>
                <c:pt idx="23393">
                  <c:v>0</c:v>
                </c:pt>
                <c:pt idx="23394">
                  <c:v>0</c:v>
                </c:pt>
                <c:pt idx="23395">
                  <c:v>0</c:v>
                </c:pt>
                <c:pt idx="23396">
                  <c:v>0</c:v>
                </c:pt>
                <c:pt idx="23397">
                  <c:v>0</c:v>
                </c:pt>
                <c:pt idx="23398">
                  <c:v>0</c:v>
                </c:pt>
                <c:pt idx="23399">
                  <c:v>0</c:v>
                </c:pt>
                <c:pt idx="23400">
                  <c:v>0</c:v>
                </c:pt>
                <c:pt idx="23401">
                  <c:v>0</c:v>
                </c:pt>
                <c:pt idx="23402">
                  <c:v>0</c:v>
                </c:pt>
                <c:pt idx="23403">
                  <c:v>0</c:v>
                </c:pt>
                <c:pt idx="23404">
                  <c:v>0</c:v>
                </c:pt>
                <c:pt idx="23405">
                  <c:v>0</c:v>
                </c:pt>
                <c:pt idx="23406">
                  <c:v>0</c:v>
                </c:pt>
                <c:pt idx="23407">
                  <c:v>0</c:v>
                </c:pt>
                <c:pt idx="23408">
                  <c:v>2</c:v>
                </c:pt>
                <c:pt idx="23409">
                  <c:v>0</c:v>
                </c:pt>
                <c:pt idx="23410">
                  <c:v>0</c:v>
                </c:pt>
                <c:pt idx="23411">
                  <c:v>0</c:v>
                </c:pt>
                <c:pt idx="23412">
                  <c:v>0</c:v>
                </c:pt>
                <c:pt idx="23413">
                  <c:v>0</c:v>
                </c:pt>
                <c:pt idx="23414">
                  <c:v>0</c:v>
                </c:pt>
                <c:pt idx="23415">
                  <c:v>0</c:v>
                </c:pt>
                <c:pt idx="23416">
                  <c:v>0</c:v>
                </c:pt>
                <c:pt idx="23417">
                  <c:v>0</c:v>
                </c:pt>
                <c:pt idx="23418">
                  <c:v>0</c:v>
                </c:pt>
                <c:pt idx="23419">
                  <c:v>0</c:v>
                </c:pt>
                <c:pt idx="23420">
                  <c:v>0</c:v>
                </c:pt>
                <c:pt idx="23421">
                  <c:v>0</c:v>
                </c:pt>
                <c:pt idx="23422">
                  <c:v>0</c:v>
                </c:pt>
                <c:pt idx="23423">
                  <c:v>0</c:v>
                </c:pt>
                <c:pt idx="23424">
                  <c:v>0</c:v>
                </c:pt>
                <c:pt idx="23425">
                  <c:v>0</c:v>
                </c:pt>
                <c:pt idx="23426">
                  <c:v>0</c:v>
                </c:pt>
                <c:pt idx="23427">
                  <c:v>0</c:v>
                </c:pt>
                <c:pt idx="23428">
                  <c:v>0</c:v>
                </c:pt>
                <c:pt idx="23429">
                  <c:v>0</c:v>
                </c:pt>
                <c:pt idx="23430">
                  <c:v>0</c:v>
                </c:pt>
                <c:pt idx="23431">
                  <c:v>0</c:v>
                </c:pt>
                <c:pt idx="23432">
                  <c:v>0</c:v>
                </c:pt>
                <c:pt idx="23433">
                  <c:v>0</c:v>
                </c:pt>
                <c:pt idx="23434">
                  <c:v>0</c:v>
                </c:pt>
                <c:pt idx="23435">
                  <c:v>28</c:v>
                </c:pt>
                <c:pt idx="23436">
                  <c:v>2</c:v>
                </c:pt>
                <c:pt idx="23437">
                  <c:v>1</c:v>
                </c:pt>
                <c:pt idx="23438">
                  <c:v>0</c:v>
                </c:pt>
                <c:pt idx="23439">
                  <c:v>0</c:v>
                </c:pt>
                <c:pt idx="23440">
                  <c:v>0</c:v>
                </c:pt>
                <c:pt idx="23441">
                  <c:v>0</c:v>
                </c:pt>
                <c:pt idx="23442">
                  <c:v>0</c:v>
                </c:pt>
                <c:pt idx="23443">
                  <c:v>0</c:v>
                </c:pt>
                <c:pt idx="23444">
                  <c:v>0</c:v>
                </c:pt>
                <c:pt idx="23445">
                  <c:v>0</c:v>
                </c:pt>
                <c:pt idx="23446">
                  <c:v>0</c:v>
                </c:pt>
                <c:pt idx="23447">
                  <c:v>0</c:v>
                </c:pt>
                <c:pt idx="23448">
                  <c:v>0</c:v>
                </c:pt>
                <c:pt idx="23449">
                  <c:v>0</c:v>
                </c:pt>
                <c:pt idx="23450">
                  <c:v>2</c:v>
                </c:pt>
                <c:pt idx="23451">
                  <c:v>0</c:v>
                </c:pt>
                <c:pt idx="23452">
                  <c:v>0</c:v>
                </c:pt>
                <c:pt idx="23453">
                  <c:v>0</c:v>
                </c:pt>
                <c:pt idx="23454">
                  <c:v>0</c:v>
                </c:pt>
                <c:pt idx="23455">
                  <c:v>0</c:v>
                </c:pt>
                <c:pt idx="23456">
                  <c:v>0</c:v>
                </c:pt>
                <c:pt idx="23457">
                  <c:v>0</c:v>
                </c:pt>
                <c:pt idx="23458">
                  <c:v>0</c:v>
                </c:pt>
                <c:pt idx="23459">
                  <c:v>0</c:v>
                </c:pt>
                <c:pt idx="23460">
                  <c:v>1</c:v>
                </c:pt>
                <c:pt idx="23461">
                  <c:v>0</c:v>
                </c:pt>
                <c:pt idx="23462">
                  <c:v>0</c:v>
                </c:pt>
                <c:pt idx="23463">
                  <c:v>0</c:v>
                </c:pt>
                <c:pt idx="23464">
                  <c:v>0</c:v>
                </c:pt>
                <c:pt idx="23465">
                  <c:v>0</c:v>
                </c:pt>
                <c:pt idx="23466">
                  <c:v>0</c:v>
                </c:pt>
                <c:pt idx="23467">
                  <c:v>0</c:v>
                </c:pt>
                <c:pt idx="23468">
                  <c:v>0</c:v>
                </c:pt>
                <c:pt idx="23469">
                  <c:v>0</c:v>
                </c:pt>
                <c:pt idx="23470">
                  <c:v>0</c:v>
                </c:pt>
                <c:pt idx="23471">
                  <c:v>0</c:v>
                </c:pt>
                <c:pt idx="23472">
                  <c:v>0</c:v>
                </c:pt>
                <c:pt idx="23473">
                  <c:v>0</c:v>
                </c:pt>
                <c:pt idx="23474">
                  <c:v>0</c:v>
                </c:pt>
                <c:pt idx="23475">
                  <c:v>0</c:v>
                </c:pt>
                <c:pt idx="23476">
                  <c:v>0</c:v>
                </c:pt>
                <c:pt idx="23477">
                  <c:v>0</c:v>
                </c:pt>
                <c:pt idx="23478">
                  <c:v>0</c:v>
                </c:pt>
                <c:pt idx="23479">
                  <c:v>0</c:v>
                </c:pt>
                <c:pt idx="23480">
                  <c:v>0</c:v>
                </c:pt>
                <c:pt idx="23481">
                  <c:v>0</c:v>
                </c:pt>
                <c:pt idx="23482">
                  <c:v>0</c:v>
                </c:pt>
                <c:pt idx="23483">
                  <c:v>6</c:v>
                </c:pt>
                <c:pt idx="23484">
                  <c:v>0</c:v>
                </c:pt>
                <c:pt idx="23485">
                  <c:v>0</c:v>
                </c:pt>
                <c:pt idx="23486">
                  <c:v>0</c:v>
                </c:pt>
                <c:pt idx="23487">
                  <c:v>0</c:v>
                </c:pt>
                <c:pt idx="23488">
                  <c:v>0</c:v>
                </c:pt>
                <c:pt idx="23489">
                  <c:v>0</c:v>
                </c:pt>
                <c:pt idx="23490">
                  <c:v>0</c:v>
                </c:pt>
                <c:pt idx="23491">
                  <c:v>0</c:v>
                </c:pt>
                <c:pt idx="23492">
                  <c:v>4</c:v>
                </c:pt>
                <c:pt idx="23493">
                  <c:v>0</c:v>
                </c:pt>
                <c:pt idx="23494">
                  <c:v>0</c:v>
                </c:pt>
                <c:pt idx="23495">
                  <c:v>0</c:v>
                </c:pt>
                <c:pt idx="23496">
                  <c:v>0</c:v>
                </c:pt>
                <c:pt idx="23497">
                  <c:v>0</c:v>
                </c:pt>
                <c:pt idx="23498">
                  <c:v>0</c:v>
                </c:pt>
                <c:pt idx="23499">
                  <c:v>0</c:v>
                </c:pt>
                <c:pt idx="23500">
                  <c:v>0</c:v>
                </c:pt>
                <c:pt idx="23501">
                  <c:v>0</c:v>
                </c:pt>
                <c:pt idx="23502">
                  <c:v>0</c:v>
                </c:pt>
                <c:pt idx="23503">
                  <c:v>7</c:v>
                </c:pt>
                <c:pt idx="23504">
                  <c:v>0</c:v>
                </c:pt>
                <c:pt idx="23505">
                  <c:v>0</c:v>
                </c:pt>
                <c:pt idx="23506">
                  <c:v>0</c:v>
                </c:pt>
                <c:pt idx="23507">
                  <c:v>0</c:v>
                </c:pt>
                <c:pt idx="23508">
                  <c:v>0</c:v>
                </c:pt>
                <c:pt idx="23509">
                  <c:v>0</c:v>
                </c:pt>
                <c:pt idx="23510">
                  <c:v>0</c:v>
                </c:pt>
                <c:pt idx="23511">
                  <c:v>0</c:v>
                </c:pt>
                <c:pt idx="23512">
                  <c:v>0</c:v>
                </c:pt>
                <c:pt idx="23513">
                  <c:v>0</c:v>
                </c:pt>
                <c:pt idx="23514">
                  <c:v>0</c:v>
                </c:pt>
                <c:pt idx="23515">
                  <c:v>0</c:v>
                </c:pt>
                <c:pt idx="23516">
                  <c:v>0</c:v>
                </c:pt>
                <c:pt idx="23517">
                  <c:v>0</c:v>
                </c:pt>
                <c:pt idx="23518">
                  <c:v>9</c:v>
                </c:pt>
                <c:pt idx="23519">
                  <c:v>0</c:v>
                </c:pt>
                <c:pt idx="23520">
                  <c:v>0</c:v>
                </c:pt>
                <c:pt idx="23521">
                  <c:v>0</c:v>
                </c:pt>
                <c:pt idx="23522">
                  <c:v>0</c:v>
                </c:pt>
                <c:pt idx="23523">
                  <c:v>0</c:v>
                </c:pt>
                <c:pt idx="23524">
                  <c:v>0</c:v>
                </c:pt>
                <c:pt idx="23525">
                  <c:v>0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0</c:v>
                </c:pt>
                <c:pt idx="23531">
                  <c:v>0</c:v>
                </c:pt>
                <c:pt idx="23532">
                  <c:v>1</c:v>
                </c:pt>
                <c:pt idx="23533">
                  <c:v>0</c:v>
                </c:pt>
                <c:pt idx="23534">
                  <c:v>0</c:v>
                </c:pt>
                <c:pt idx="23535">
                  <c:v>0</c:v>
                </c:pt>
                <c:pt idx="23536">
                  <c:v>0</c:v>
                </c:pt>
                <c:pt idx="23537">
                  <c:v>0</c:v>
                </c:pt>
                <c:pt idx="23538">
                  <c:v>0</c:v>
                </c:pt>
                <c:pt idx="23539">
                  <c:v>0</c:v>
                </c:pt>
                <c:pt idx="23540">
                  <c:v>1</c:v>
                </c:pt>
                <c:pt idx="23541">
                  <c:v>0</c:v>
                </c:pt>
                <c:pt idx="23542">
                  <c:v>0</c:v>
                </c:pt>
                <c:pt idx="23543">
                  <c:v>0</c:v>
                </c:pt>
                <c:pt idx="23544">
                  <c:v>0</c:v>
                </c:pt>
                <c:pt idx="23545">
                  <c:v>0</c:v>
                </c:pt>
                <c:pt idx="23546">
                  <c:v>0</c:v>
                </c:pt>
                <c:pt idx="23547">
                  <c:v>0</c:v>
                </c:pt>
                <c:pt idx="23548">
                  <c:v>0</c:v>
                </c:pt>
                <c:pt idx="23549">
                  <c:v>0</c:v>
                </c:pt>
                <c:pt idx="23550">
                  <c:v>0</c:v>
                </c:pt>
                <c:pt idx="23551">
                  <c:v>0</c:v>
                </c:pt>
                <c:pt idx="23552">
                  <c:v>0</c:v>
                </c:pt>
                <c:pt idx="23553">
                  <c:v>0</c:v>
                </c:pt>
                <c:pt idx="23554">
                  <c:v>12</c:v>
                </c:pt>
                <c:pt idx="23555">
                  <c:v>0</c:v>
                </c:pt>
                <c:pt idx="23556">
                  <c:v>0</c:v>
                </c:pt>
                <c:pt idx="23557">
                  <c:v>0</c:v>
                </c:pt>
                <c:pt idx="23558">
                  <c:v>0</c:v>
                </c:pt>
                <c:pt idx="23559">
                  <c:v>0</c:v>
                </c:pt>
                <c:pt idx="23560">
                  <c:v>0</c:v>
                </c:pt>
                <c:pt idx="23561">
                  <c:v>0</c:v>
                </c:pt>
                <c:pt idx="23562">
                  <c:v>0</c:v>
                </c:pt>
                <c:pt idx="23563">
                  <c:v>0</c:v>
                </c:pt>
                <c:pt idx="23564">
                  <c:v>0</c:v>
                </c:pt>
                <c:pt idx="23565">
                  <c:v>0</c:v>
                </c:pt>
                <c:pt idx="23566">
                  <c:v>0</c:v>
                </c:pt>
                <c:pt idx="23567">
                  <c:v>0</c:v>
                </c:pt>
                <c:pt idx="23568">
                  <c:v>0</c:v>
                </c:pt>
                <c:pt idx="23569">
                  <c:v>0</c:v>
                </c:pt>
                <c:pt idx="23570">
                  <c:v>0</c:v>
                </c:pt>
                <c:pt idx="23571">
                  <c:v>0</c:v>
                </c:pt>
                <c:pt idx="23572">
                  <c:v>0</c:v>
                </c:pt>
                <c:pt idx="23573">
                  <c:v>4</c:v>
                </c:pt>
                <c:pt idx="23574">
                  <c:v>0</c:v>
                </c:pt>
                <c:pt idx="23575">
                  <c:v>0</c:v>
                </c:pt>
                <c:pt idx="23576">
                  <c:v>0</c:v>
                </c:pt>
                <c:pt idx="23577">
                  <c:v>0</c:v>
                </c:pt>
                <c:pt idx="23578">
                  <c:v>0</c:v>
                </c:pt>
                <c:pt idx="23579">
                  <c:v>0</c:v>
                </c:pt>
                <c:pt idx="23580">
                  <c:v>0</c:v>
                </c:pt>
                <c:pt idx="23581">
                  <c:v>0</c:v>
                </c:pt>
                <c:pt idx="23582">
                  <c:v>0</c:v>
                </c:pt>
                <c:pt idx="23583">
                  <c:v>0</c:v>
                </c:pt>
                <c:pt idx="23584">
                  <c:v>0</c:v>
                </c:pt>
                <c:pt idx="23585">
                  <c:v>0</c:v>
                </c:pt>
                <c:pt idx="23586">
                  <c:v>0</c:v>
                </c:pt>
                <c:pt idx="23587">
                  <c:v>0</c:v>
                </c:pt>
                <c:pt idx="23588">
                  <c:v>0</c:v>
                </c:pt>
                <c:pt idx="23589">
                  <c:v>0</c:v>
                </c:pt>
                <c:pt idx="23590">
                  <c:v>0</c:v>
                </c:pt>
                <c:pt idx="23591">
                  <c:v>0</c:v>
                </c:pt>
                <c:pt idx="23592">
                  <c:v>0</c:v>
                </c:pt>
                <c:pt idx="23593">
                  <c:v>0</c:v>
                </c:pt>
                <c:pt idx="23594">
                  <c:v>0</c:v>
                </c:pt>
                <c:pt idx="23595">
                  <c:v>0</c:v>
                </c:pt>
                <c:pt idx="23596">
                  <c:v>0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0</c:v>
                </c:pt>
                <c:pt idx="23604">
                  <c:v>0</c:v>
                </c:pt>
                <c:pt idx="23605">
                  <c:v>0</c:v>
                </c:pt>
                <c:pt idx="23606">
                  <c:v>0</c:v>
                </c:pt>
                <c:pt idx="23607">
                  <c:v>0</c:v>
                </c:pt>
                <c:pt idx="23608">
                  <c:v>0</c:v>
                </c:pt>
                <c:pt idx="23609">
                  <c:v>0</c:v>
                </c:pt>
                <c:pt idx="23610">
                  <c:v>0</c:v>
                </c:pt>
                <c:pt idx="23611">
                  <c:v>0</c:v>
                </c:pt>
                <c:pt idx="23612">
                  <c:v>0</c:v>
                </c:pt>
                <c:pt idx="23613">
                  <c:v>0</c:v>
                </c:pt>
                <c:pt idx="23614">
                  <c:v>0</c:v>
                </c:pt>
                <c:pt idx="23615">
                  <c:v>0</c:v>
                </c:pt>
                <c:pt idx="23616">
                  <c:v>0</c:v>
                </c:pt>
                <c:pt idx="23617">
                  <c:v>0</c:v>
                </c:pt>
                <c:pt idx="23618">
                  <c:v>0</c:v>
                </c:pt>
                <c:pt idx="23619">
                  <c:v>0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0</c:v>
                </c:pt>
                <c:pt idx="23624">
                  <c:v>0</c:v>
                </c:pt>
                <c:pt idx="23625">
                  <c:v>0</c:v>
                </c:pt>
                <c:pt idx="23626">
                  <c:v>0</c:v>
                </c:pt>
                <c:pt idx="23627">
                  <c:v>0</c:v>
                </c:pt>
                <c:pt idx="23628">
                  <c:v>0</c:v>
                </c:pt>
                <c:pt idx="23629">
                  <c:v>0</c:v>
                </c:pt>
                <c:pt idx="23630">
                  <c:v>0</c:v>
                </c:pt>
                <c:pt idx="23631">
                  <c:v>0</c:v>
                </c:pt>
                <c:pt idx="23632">
                  <c:v>0</c:v>
                </c:pt>
                <c:pt idx="23633">
                  <c:v>0</c:v>
                </c:pt>
                <c:pt idx="23634">
                  <c:v>0</c:v>
                </c:pt>
                <c:pt idx="23635">
                  <c:v>0</c:v>
                </c:pt>
                <c:pt idx="23636">
                  <c:v>0</c:v>
                </c:pt>
                <c:pt idx="23637">
                  <c:v>0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0</c:v>
                </c:pt>
                <c:pt idx="23643">
                  <c:v>0</c:v>
                </c:pt>
                <c:pt idx="23644">
                  <c:v>0</c:v>
                </c:pt>
                <c:pt idx="23645">
                  <c:v>0</c:v>
                </c:pt>
                <c:pt idx="23646">
                  <c:v>0</c:v>
                </c:pt>
                <c:pt idx="23647">
                  <c:v>0</c:v>
                </c:pt>
                <c:pt idx="23648">
                  <c:v>0</c:v>
                </c:pt>
                <c:pt idx="23649">
                  <c:v>0</c:v>
                </c:pt>
                <c:pt idx="2365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69-45D5-B5A1-0F8932442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6981696"/>
        <c:axId val="596982176"/>
      </c:scatterChart>
      <c:valAx>
        <c:axId val="596981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vi-VN"/>
                  <a:t>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982176"/>
        <c:crosses val="autoZero"/>
        <c:crossBetween val="midCat"/>
      </c:valAx>
      <c:valAx>
        <c:axId val="59698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vi-VN"/>
                  <a:t>Số đêm được thuê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9816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Nights_booked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7A-4F6D-950B-14E620B13AEC}"/>
              </c:ext>
            </c:extLst>
          </c:dPt>
          <c:dPt>
            <c:idx val="1"/>
            <c:bubble3D val="0"/>
            <c:explosion val="1"/>
            <c:spPr>
              <a:solidFill>
                <a:srgbClr val="FF5A5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F7A-4F6D-950B-14E620B13A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booking</c:v>
                </c:pt>
                <c:pt idx="1">
                  <c:v>no_booking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12572</c:v>
                </c:pt>
                <c:pt idx="1">
                  <c:v>11079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A-4F6D-950B-14E620B13AE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67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600"/>
              <a:t>Giá thuê một đêm</a:t>
            </a:r>
            <a:endParaRPr lang="en-US" sz="1600"/>
          </a:p>
        </c:rich>
      </c:tx>
      <c:layout>
        <c:manualLayout>
          <c:xMode val="edge"/>
          <c:yMode val="edge"/>
          <c:x val="0.35808576950949444"/>
          <c:y val="3.17919057057083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6584029029518244"/>
          <c:y val="0.23835230312956265"/>
          <c:w val="0.82227204042921287"/>
          <c:h val="0.5676491014047555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spPr>
            <a:solidFill>
              <a:srgbClr val="FF5A5F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9.3749999999999997E-3"/>
                  <c:y val="-3.98437475489820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E6-40FE-9C39-8D08BE017FAE}"/>
                </c:ext>
              </c:extLst>
            </c:dLbl>
            <c:dLbl>
              <c:idx val="1"/>
              <c:layout>
                <c:manualLayout>
                  <c:x val="3.1249999999998852E-3"/>
                  <c:y val="-4.6874997116449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E6-40FE-9C39-8D08BE017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Không có lượt thuê</c:v>
                </c:pt>
                <c:pt idx="1">
                  <c:v>Có lượt thuê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254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E6-40FE-9C39-8D08BE017F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</c:v>
                </c:pt>
              </c:strCache>
            </c:strRef>
          </c:tx>
          <c:spPr>
            <a:solidFill>
              <a:srgbClr val="FFB3B5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5000000000000001E-2"/>
                  <c:y val="-2.1484125491921689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E6-40FE-9C39-8D08BE017FAE}"/>
                </c:ext>
              </c:extLst>
            </c:dLbl>
            <c:dLbl>
              <c:idx val="1"/>
              <c:layout>
                <c:manualLayout>
                  <c:x val="2.5000000000000001E-2"/>
                  <c:y val="-3.51562478373371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7E6-40FE-9C39-8D08BE017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Không có lượt thuê</c:v>
                </c:pt>
                <c:pt idx="1">
                  <c:v>Có lượt thuê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1000000</c:v>
                </c:pt>
                <c:pt idx="1">
                  <c:v>126000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E6-40FE-9C39-8D08BE017F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Trung bình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4.0625000000000001E-2"/>
                  <c:y val="-3.51562478373372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7E6-40FE-9C39-8D08BE017FAE}"/>
                </c:ext>
              </c:extLst>
            </c:dLbl>
            <c:dLbl>
              <c:idx val="1"/>
              <c:layout>
                <c:manualLayout>
                  <c:x val="2.4999999999999887E-2"/>
                  <c:y val="-4.21874974048046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E6-40FE-9C39-8D08BE017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Không có lượt thuê</c:v>
                </c:pt>
                <c:pt idx="1">
                  <c:v>Có lượt thuê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2673.18</c:v>
                </c:pt>
                <c:pt idx="1">
                  <c:v>1926.2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E6-40FE-9C39-8D08BE017F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6"/>
        <c:gapDepth val="60"/>
        <c:shape val="box"/>
        <c:axId val="979940239"/>
        <c:axId val="979938799"/>
        <c:axId val="0"/>
      </c:bar3DChart>
      <c:catAx>
        <c:axId val="979940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9938799"/>
        <c:crosses val="autoZero"/>
        <c:auto val="1"/>
        <c:lblAlgn val="ctr"/>
        <c:lblOffset val="100"/>
        <c:noMultiLvlLbl val="0"/>
      </c:catAx>
      <c:valAx>
        <c:axId val="979938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9940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323-4E0E-9BE3-A75573B2F080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32-42BE-8623-CD3E9EDA8135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32-42BE-8623-CD3E9EDA81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Không có lượt thuê</c:v>
                </c:pt>
                <c:pt idx="1">
                  <c:v>Có lượt thuê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11523215065.5</c:v>
                </c:pt>
                <c:pt idx="1">
                  <c:v>3432846643.5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2-42BE-8623-CD3E9EDA813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F91B6D-26FE-46DC-839C-65A7FB5802FA}" type="doc">
      <dgm:prSet loTypeId="urn:microsoft.com/office/officeart/2005/8/layout/b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6E477734-77CC-453C-835D-4E33FB6444B9}">
      <dgm:prSet phldrT="[Text]"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1</a:t>
          </a:r>
          <a:endParaRPr lang="en-US" sz="3200"/>
        </a:p>
      </dgm:t>
    </dgm:pt>
    <dgm:pt modelId="{5BAAD6B9-FB45-4DC5-B743-4AF1514B0D6A}" type="parTrans" cxnId="{6A070EC1-68F0-4742-A1AE-AB228E1F4C02}">
      <dgm:prSet/>
      <dgm:spPr/>
      <dgm:t>
        <a:bodyPr/>
        <a:lstStyle/>
        <a:p>
          <a:endParaRPr lang="en-US"/>
        </a:p>
      </dgm:t>
    </dgm:pt>
    <dgm:pt modelId="{BB97E1DE-EDA7-4ABC-86DC-06BEAD5D6F5B}" type="sibTrans" cxnId="{6A070EC1-68F0-4742-A1AE-AB228E1F4C02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8C35309A-B06E-4533-A107-63323175ECA8}">
      <dgm:prSet phldrT="[Text]"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2</a:t>
          </a:r>
          <a:endParaRPr lang="en-US" sz="3200"/>
        </a:p>
      </dgm:t>
    </dgm:pt>
    <dgm:pt modelId="{23677588-B4A4-413D-BDC1-9243AD1B353C}" type="parTrans" cxnId="{6B3B9DCF-36EA-4EA5-8968-92567C3024FC}">
      <dgm:prSet/>
      <dgm:spPr/>
      <dgm:t>
        <a:bodyPr/>
        <a:lstStyle/>
        <a:p>
          <a:endParaRPr lang="en-US"/>
        </a:p>
      </dgm:t>
    </dgm:pt>
    <dgm:pt modelId="{FB7075C2-1256-4E13-A92D-4EB9B587871E}" type="sibTrans" cxnId="{6B3B9DCF-36EA-4EA5-8968-92567C3024FC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0B759E49-AC56-4A1B-B582-17D0F1934FEF}">
      <dgm:prSet phldrT="[Text]"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r>
            <a:rPr lang="vi-VN" sz="1600"/>
            <a:t>Xem chi tiết và đặt chỗ</a:t>
          </a:r>
          <a:endParaRPr lang="en-US" sz="1600"/>
        </a:p>
      </dgm:t>
    </dgm:pt>
    <dgm:pt modelId="{B2B61101-6F7C-471D-8A53-2F5EE5C5D962}" type="parTrans" cxnId="{7C5EDB6E-83A9-47DB-991A-E238E52B3B6F}">
      <dgm:prSet/>
      <dgm:spPr/>
      <dgm:t>
        <a:bodyPr/>
        <a:lstStyle/>
        <a:p>
          <a:endParaRPr lang="en-US"/>
        </a:p>
      </dgm:t>
    </dgm:pt>
    <dgm:pt modelId="{9CF71128-19B3-4A72-A889-C7AD9CBCB639}" type="sibTrans" cxnId="{7C5EDB6E-83A9-47DB-991A-E238E52B3B6F}">
      <dgm:prSet/>
      <dgm:spPr/>
      <dgm:t>
        <a:bodyPr/>
        <a:lstStyle/>
        <a:p>
          <a:endParaRPr lang="en-US"/>
        </a:p>
      </dgm:t>
    </dgm:pt>
    <dgm:pt modelId="{63F9E8CB-8442-43CE-AE3C-A7265B3F5232}">
      <dgm:prSet phldrT="[Text]"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3</a:t>
          </a:r>
          <a:endParaRPr lang="en-US" sz="3200"/>
        </a:p>
      </dgm:t>
    </dgm:pt>
    <dgm:pt modelId="{87C30445-57BD-4580-AC83-14BB4C823E53}" type="parTrans" cxnId="{87C07DA8-A031-4798-A0B2-F217C9DC4C94}">
      <dgm:prSet/>
      <dgm:spPr/>
      <dgm:t>
        <a:bodyPr/>
        <a:lstStyle/>
        <a:p>
          <a:endParaRPr lang="en-US"/>
        </a:p>
      </dgm:t>
    </dgm:pt>
    <dgm:pt modelId="{6030C8F4-F338-4EDC-A55A-37DA1C4B7F39}" type="sibTrans" cxnId="{87C07DA8-A031-4798-A0B2-F217C9DC4C94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3A65B026-C2D6-43D8-A493-A55D6A9D5946}">
      <dgm:prSet phldrT="[Text]"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pPr algn="l"/>
          <a:r>
            <a:rPr lang="vi-VN" sz="1600"/>
            <a:t>Gửi yêu cầu đặt chỗ đến chủ nhà</a:t>
          </a:r>
          <a:endParaRPr lang="en-US" sz="1600"/>
        </a:p>
      </dgm:t>
    </dgm:pt>
    <dgm:pt modelId="{BD6C93D7-7281-4B96-BC52-996F2CC5E9CE}" type="parTrans" cxnId="{073EA9B1-BCC2-4485-9636-2471C3A9EF39}">
      <dgm:prSet/>
      <dgm:spPr/>
      <dgm:t>
        <a:bodyPr/>
        <a:lstStyle/>
        <a:p>
          <a:endParaRPr lang="en-US"/>
        </a:p>
      </dgm:t>
    </dgm:pt>
    <dgm:pt modelId="{C21749C8-4238-44BD-B509-2EE9C69BD9A5}" type="sibTrans" cxnId="{073EA9B1-BCC2-4485-9636-2471C3A9EF39}">
      <dgm:prSet/>
      <dgm:spPr/>
      <dgm:t>
        <a:bodyPr/>
        <a:lstStyle/>
        <a:p>
          <a:endParaRPr lang="en-US"/>
        </a:p>
      </dgm:t>
    </dgm:pt>
    <dgm:pt modelId="{4414C70F-B393-4BEA-BA22-E19380B45167}">
      <dgm:prSet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4. </a:t>
          </a:r>
          <a:r>
            <a:rPr lang="vi-VN" sz="1600"/>
            <a:t>Xác nhận giao dịch và thanh toán</a:t>
          </a:r>
          <a:endParaRPr lang="en-US" sz="3200"/>
        </a:p>
      </dgm:t>
    </dgm:pt>
    <dgm:pt modelId="{F97D46F5-8CDB-4D58-8F4F-5FF356486BAB}" type="parTrans" cxnId="{88A95BCF-4125-4E9C-BA75-E5DEFEF08232}">
      <dgm:prSet/>
      <dgm:spPr/>
      <dgm:t>
        <a:bodyPr/>
        <a:lstStyle/>
        <a:p>
          <a:endParaRPr lang="en-US"/>
        </a:p>
      </dgm:t>
    </dgm:pt>
    <dgm:pt modelId="{4671A5C7-0B5B-4FD2-AC6D-4015C6D1BCAC}" type="sibTrans" cxnId="{88A95BCF-4125-4E9C-BA75-E5DEFEF08232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9F832BF3-EC9F-45E7-8CD5-132E5B97F58C}">
      <dgm:prSet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5</a:t>
          </a:r>
          <a:endParaRPr lang="en-US" sz="3200"/>
        </a:p>
      </dgm:t>
    </dgm:pt>
    <dgm:pt modelId="{697039F7-30F0-48AF-99D5-4C96F4E0E72D}" type="parTrans" cxnId="{51BF180E-7EE2-401A-8212-F1D1DFE6F436}">
      <dgm:prSet/>
      <dgm:spPr/>
      <dgm:t>
        <a:bodyPr/>
        <a:lstStyle/>
        <a:p>
          <a:endParaRPr lang="en-US"/>
        </a:p>
      </dgm:t>
    </dgm:pt>
    <dgm:pt modelId="{889E7D5A-BAAD-42A2-B9DC-A4F62BF1DB58}" type="sibTrans" cxnId="{51BF180E-7EE2-401A-8212-F1D1DFE6F436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541BDAEA-1F40-48BB-BDA7-FEE6DC85073A}">
      <dgm:prSet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6</a:t>
          </a:r>
          <a:endParaRPr lang="en-US" sz="3200"/>
        </a:p>
      </dgm:t>
    </dgm:pt>
    <dgm:pt modelId="{97BA5478-E8E7-4EAF-8335-E57A477709F1}" type="parTrans" cxnId="{72A06C90-4C40-4804-9725-7282BE95CC90}">
      <dgm:prSet/>
      <dgm:spPr/>
      <dgm:t>
        <a:bodyPr/>
        <a:lstStyle/>
        <a:p>
          <a:endParaRPr lang="en-US"/>
        </a:p>
      </dgm:t>
    </dgm:pt>
    <dgm:pt modelId="{998147B1-73BC-4401-924B-C2D4CAEF426B}" type="sibTrans" cxnId="{72A06C90-4C40-4804-9725-7282BE95CC90}">
      <dgm:prSet/>
      <dgm:spPr>
        <a:solidFill>
          <a:srgbClr val="FFB3B5"/>
        </a:solidFill>
      </dgm:spPr>
      <dgm:t>
        <a:bodyPr/>
        <a:lstStyle/>
        <a:p>
          <a:endParaRPr lang="en-US"/>
        </a:p>
      </dgm:t>
    </dgm:pt>
    <dgm:pt modelId="{30480C21-5025-413B-BE4E-AA7C7CEE052E}">
      <dgm:prSet custT="1"/>
      <dgm:spPr>
        <a:ln>
          <a:solidFill>
            <a:srgbClr val="FF5A5F"/>
          </a:solidFill>
        </a:ln>
      </dgm:spPr>
      <dgm:t>
        <a:bodyPr/>
        <a:lstStyle/>
        <a:p>
          <a:r>
            <a:rPr lang="vi-VN" sz="3200"/>
            <a:t>7</a:t>
          </a:r>
          <a:endParaRPr lang="en-US" sz="3200"/>
        </a:p>
      </dgm:t>
    </dgm:pt>
    <dgm:pt modelId="{C428A8DD-AD20-42C8-87AA-02393EC681D6}" type="parTrans" cxnId="{A9FB3173-4FEF-43DD-985E-86C54D32061F}">
      <dgm:prSet/>
      <dgm:spPr/>
      <dgm:t>
        <a:bodyPr/>
        <a:lstStyle/>
        <a:p>
          <a:endParaRPr lang="en-US"/>
        </a:p>
      </dgm:t>
    </dgm:pt>
    <dgm:pt modelId="{9C20F56A-99B2-4472-B891-DAF9B2B86891}" type="sibTrans" cxnId="{A9FB3173-4FEF-43DD-985E-86C54D32061F}">
      <dgm:prSet/>
      <dgm:spPr/>
      <dgm:t>
        <a:bodyPr/>
        <a:lstStyle/>
        <a:p>
          <a:endParaRPr lang="en-US"/>
        </a:p>
      </dgm:t>
    </dgm:pt>
    <dgm:pt modelId="{A36A47A3-E33B-403F-96F4-EE387167522E}">
      <dgm:prSet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r>
            <a:rPr lang="vi-VN" sz="1600"/>
            <a:t>Đánh giá và phản hồi</a:t>
          </a:r>
          <a:endParaRPr lang="en-US" sz="1600"/>
        </a:p>
      </dgm:t>
    </dgm:pt>
    <dgm:pt modelId="{685223A5-EB83-417E-B7E1-A4198B41CD19}" type="parTrans" cxnId="{1D1F8545-BFA2-4796-A33F-8BFA052A0A2C}">
      <dgm:prSet/>
      <dgm:spPr/>
      <dgm:t>
        <a:bodyPr/>
        <a:lstStyle/>
        <a:p>
          <a:endParaRPr lang="en-US"/>
        </a:p>
      </dgm:t>
    </dgm:pt>
    <dgm:pt modelId="{0224FEDE-1B0C-4D8F-B7BC-14CFF91B2170}" type="sibTrans" cxnId="{1D1F8545-BFA2-4796-A33F-8BFA052A0A2C}">
      <dgm:prSet/>
      <dgm:spPr/>
      <dgm:t>
        <a:bodyPr/>
        <a:lstStyle/>
        <a:p>
          <a:endParaRPr lang="en-US"/>
        </a:p>
      </dgm:t>
    </dgm:pt>
    <dgm:pt modelId="{0F017355-422D-472E-B635-9D8F625E964B}">
      <dgm:prSet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r>
            <a:rPr lang="vi-VN" sz="1600"/>
            <a:t>Nhận hỗ trợ nếu phát sinh vấn đề</a:t>
          </a:r>
          <a:endParaRPr lang="en-US" sz="1600"/>
        </a:p>
      </dgm:t>
    </dgm:pt>
    <dgm:pt modelId="{47EBAAF7-DFD5-491A-AF02-55443F192E9A}" type="parTrans" cxnId="{729DB598-2597-4638-8A5F-A8B9D8BC3499}">
      <dgm:prSet/>
      <dgm:spPr/>
      <dgm:t>
        <a:bodyPr/>
        <a:lstStyle/>
        <a:p>
          <a:endParaRPr lang="en-US"/>
        </a:p>
      </dgm:t>
    </dgm:pt>
    <dgm:pt modelId="{98428EB4-A1ED-4F62-8DD8-A44EDDF1BBB8}" type="sibTrans" cxnId="{729DB598-2597-4638-8A5F-A8B9D8BC3499}">
      <dgm:prSet/>
      <dgm:spPr/>
      <dgm:t>
        <a:bodyPr/>
        <a:lstStyle/>
        <a:p>
          <a:endParaRPr lang="en-US"/>
        </a:p>
      </dgm:t>
    </dgm:pt>
    <dgm:pt modelId="{14DA69B2-9522-4271-8E88-0B9BDF04FE6A}">
      <dgm:prSet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r>
            <a:rPr lang="vi-VN" sz="1600"/>
            <a:t>Thời gian lưu trú</a:t>
          </a:r>
          <a:endParaRPr lang="en-US" sz="1600"/>
        </a:p>
      </dgm:t>
    </dgm:pt>
    <dgm:pt modelId="{4347CF3B-1EA8-4907-A30B-EECF05D3CA7B}" type="parTrans" cxnId="{23A41241-BEEE-441A-BCFA-03D95F1A8BB4}">
      <dgm:prSet/>
      <dgm:spPr/>
      <dgm:t>
        <a:bodyPr/>
        <a:lstStyle/>
        <a:p>
          <a:endParaRPr lang="en-US"/>
        </a:p>
      </dgm:t>
    </dgm:pt>
    <dgm:pt modelId="{50BD8ACD-5655-4CB7-9F34-A0677681715D}" type="sibTrans" cxnId="{23A41241-BEEE-441A-BCFA-03D95F1A8BB4}">
      <dgm:prSet/>
      <dgm:spPr/>
      <dgm:t>
        <a:bodyPr/>
        <a:lstStyle/>
        <a:p>
          <a:endParaRPr lang="en-US"/>
        </a:p>
      </dgm:t>
    </dgm:pt>
    <dgm:pt modelId="{2D32E082-3406-45B2-86FD-F7FF532176A3}">
      <dgm:prSet phldrT="[Text]" custT="1"/>
      <dgm:spPr>
        <a:solidFill>
          <a:srgbClr val="FFB3B5"/>
        </a:solidFill>
        <a:ln>
          <a:solidFill>
            <a:srgbClr val="FF5A5F"/>
          </a:solidFill>
        </a:ln>
      </dgm:spPr>
      <dgm:t>
        <a:bodyPr anchor="ctr"/>
        <a:lstStyle/>
        <a:p>
          <a:r>
            <a:rPr lang="vi-VN" sz="1600"/>
            <a:t>Tìm kiếm và duyệt</a:t>
          </a:r>
          <a:endParaRPr lang="en-US" sz="1600"/>
        </a:p>
      </dgm:t>
    </dgm:pt>
    <dgm:pt modelId="{08587738-97D7-4838-9E2C-DC55BE6FD4BB}" type="sibTrans" cxnId="{8573CBA7-57C3-4C35-87A5-349899C693D0}">
      <dgm:prSet/>
      <dgm:spPr/>
      <dgm:t>
        <a:bodyPr/>
        <a:lstStyle/>
        <a:p>
          <a:endParaRPr lang="en-US"/>
        </a:p>
      </dgm:t>
    </dgm:pt>
    <dgm:pt modelId="{E91A6F21-82D5-4264-B6DD-4FBE3F99FD7E}" type="parTrans" cxnId="{8573CBA7-57C3-4C35-87A5-349899C693D0}">
      <dgm:prSet/>
      <dgm:spPr/>
      <dgm:t>
        <a:bodyPr/>
        <a:lstStyle/>
        <a:p>
          <a:endParaRPr lang="en-US"/>
        </a:p>
      </dgm:t>
    </dgm:pt>
    <dgm:pt modelId="{015BA590-C7C8-4771-94DD-4ABFF64E5C48}" type="pres">
      <dgm:prSet presAssocID="{D0F91B6D-26FE-46DC-839C-65A7FB5802FA}" presName="Name0" presStyleCnt="0">
        <dgm:presLayoutVars>
          <dgm:dir/>
          <dgm:resizeHandles/>
        </dgm:presLayoutVars>
      </dgm:prSet>
      <dgm:spPr/>
    </dgm:pt>
    <dgm:pt modelId="{2050C2D1-BA40-44BF-9FAA-BDF5A7936EF3}" type="pres">
      <dgm:prSet presAssocID="{6E477734-77CC-453C-835D-4E33FB6444B9}" presName="compNode" presStyleCnt="0"/>
      <dgm:spPr/>
    </dgm:pt>
    <dgm:pt modelId="{756AA310-36CD-4B7A-96FD-515BE3FB5B04}" type="pres">
      <dgm:prSet presAssocID="{6E477734-77CC-453C-835D-4E33FB6444B9}" presName="dummyConnPt" presStyleCnt="0"/>
      <dgm:spPr/>
    </dgm:pt>
    <dgm:pt modelId="{5DD9D96C-F84E-4435-ACAB-E6F039BD8406}" type="pres">
      <dgm:prSet presAssocID="{6E477734-77CC-453C-835D-4E33FB6444B9}" presName="node" presStyleLbl="node1" presStyleIdx="0" presStyleCnt="7">
        <dgm:presLayoutVars>
          <dgm:bulletEnabled val="1"/>
        </dgm:presLayoutVars>
      </dgm:prSet>
      <dgm:spPr/>
    </dgm:pt>
    <dgm:pt modelId="{14CD48B4-ECF7-44CF-BB69-93E2C43B60A6}" type="pres">
      <dgm:prSet presAssocID="{BB97E1DE-EDA7-4ABC-86DC-06BEAD5D6F5B}" presName="sibTrans" presStyleLbl="bgSibTrans2D1" presStyleIdx="0" presStyleCnt="6"/>
      <dgm:spPr/>
    </dgm:pt>
    <dgm:pt modelId="{1F7788AD-EFB5-41D6-818A-1EFBCB3F1C19}" type="pres">
      <dgm:prSet presAssocID="{8C35309A-B06E-4533-A107-63323175ECA8}" presName="compNode" presStyleCnt="0"/>
      <dgm:spPr/>
    </dgm:pt>
    <dgm:pt modelId="{C266E53B-E79E-490B-BB0E-69ACCDD087ED}" type="pres">
      <dgm:prSet presAssocID="{8C35309A-B06E-4533-A107-63323175ECA8}" presName="dummyConnPt" presStyleCnt="0"/>
      <dgm:spPr/>
    </dgm:pt>
    <dgm:pt modelId="{6758086D-D088-4B12-9ACB-2A3DD86AB38A}" type="pres">
      <dgm:prSet presAssocID="{8C35309A-B06E-4533-A107-63323175ECA8}" presName="node" presStyleLbl="node1" presStyleIdx="1" presStyleCnt="7">
        <dgm:presLayoutVars>
          <dgm:bulletEnabled val="1"/>
        </dgm:presLayoutVars>
      </dgm:prSet>
      <dgm:spPr/>
    </dgm:pt>
    <dgm:pt modelId="{B4E6DC53-3EC3-4299-A8C4-D22F921DA9E1}" type="pres">
      <dgm:prSet presAssocID="{FB7075C2-1256-4E13-A92D-4EB9B587871E}" presName="sibTrans" presStyleLbl="bgSibTrans2D1" presStyleIdx="1" presStyleCnt="6"/>
      <dgm:spPr/>
    </dgm:pt>
    <dgm:pt modelId="{33B0E09A-96F1-48DC-88B8-1AD265DB201E}" type="pres">
      <dgm:prSet presAssocID="{63F9E8CB-8442-43CE-AE3C-A7265B3F5232}" presName="compNode" presStyleCnt="0"/>
      <dgm:spPr/>
    </dgm:pt>
    <dgm:pt modelId="{503E0745-C5DD-451E-B69F-FB5B403A268B}" type="pres">
      <dgm:prSet presAssocID="{63F9E8CB-8442-43CE-AE3C-A7265B3F5232}" presName="dummyConnPt" presStyleCnt="0"/>
      <dgm:spPr/>
    </dgm:pt>
    <dgm:pt modelId="{BDAA9D03-DEFC-49E6-9036-B804E3A01C77}" type="pres">
      <dgm:prSet presAssocID="{63F9E8CB-8442-43CE-AE3C-A7265B3F5232}" presName="node" presStyleLbl="node1" presStyleIdx="2" presStyleCnt="7">
        <dgm:presLayoutVars>
          <dgm:bulletEnabled val="1"/>
        </dgm:presLayoutVars>
      </dgm:prSet>
      <dgm:spPr/>
    </dgm:pt>
    <dgm:pt modelId="{2D98DA5D-89CB-4774-9E0C-E7CAF2E191E3}" type="pres">
      <dgm:prSet presAssocID="{6030C8F4-F338-4EDC-A55A-37DA1C4B7F39}" presName="sibTrans" presStyleLbl="bgSibTrans2D1" presStyleIdx="2" presStyleCnt="6" custAng="361445"/>
      <dgm:spPr/>
    </dgm:pt>
    <dgm:pt modelId="{7D5C253C-35FC-4DFE-B5A8-FE68C54979D8}" type="pres">
      <dgm:prSet presAssocID="{4414C70F-B393-4BEA-BA22-E19380B45167}" presName="compNode" presStyleCnt="0"/>
      <dgm:spPr/>
    </dgm:pt>
    <dgm:pt modelId="{6698354A-1824-4331-8BD9-680A024BE696}" type="pres">
      <dgm:prSet presAssocID="{4414C70F-B393-4BEA-BA22-E19380B45167}" presName="dummyConnPt" presStyleCnt="0"/>
      <dgm:spPr/>
    </dgm:pt>
    <dgm:pt modelId="{C8F76442-D740-4E63-857E-175ED3F43C13}" type="pres">
      <dgm:prSet presAssocID="{4414C70F-B393-4BEA-BA22-E19380B45167}" presName="node" presStyleLbl="node1" presStyleIdx="3" presStyleCnt="7" custLinFactNeighborX="5435" custLinFactNeighborY="-24635">
        <dgm:presLayoutVars>
          <dgm:bulletEnabled val="1"/>
        </dgm:presLayoutVars>
      </dgm:prSet>
      <dgm:spPr/>
    </dgm:pt>
    <dgm:pt modelId="{090AE67D-A3A2-47CE-8E83-123D68131BDA}" type="pres">
      <dgm:prSet presAssocID="{4671A5C7-0B5B-4FD2-AC6D-4015C6D1BCAC}" presName="sibTrans" presStyleLbl="bgSibTrans2D1" presStyleIdx="3" presStyleCnt="6" custAng="103505"/>
      <dgm:spPr/>
    </dgm:pt>
    <dgm:pt modelId="{0D25FCD8-286B-4A29-965B-BA62BA3EC04E}" type="pres">
      <dgm:prSet presAssocID="{9F832BF3-EC9F-45E7-8CD5-132E5B97F58C}" presName="compNode" presStyleCnt="0"/>
      <dgm:spPr/>
    </dgm:pt>
    <dgm:pt modelId="{5E5A0398-CCCD-4FBF-8106-8AB1D71016D6}" type="pres">
      <dgm:prSet presAssocID="{9F832BF3-EC9F-45E7-8CD5-132E5B97F58C}" presName="dummyConnPt" presStyleCnt="0"/>
      <dgm:spPr/>
    </dgm:pt>
    <dgm:pt modelId="{2CC20613-75E9-4B01-8141-5BCF710C535A}" type="pres">
      <dgm:prSet presAssocID="{9F832BF3-EC9F-45E7-8CD5-132E5B97F58C}" presName="node" presStyleLbl="node1" presStyleIdx="4" presStyleCnt="7" custLinFactNeighborX="1957" custLinFactNeighborY="-92744">
        <dgm:presLayoutVars>
          <dgm:bulletEnabled val="1"/>
        </dgm:presLayoutVars>
      </dgm:prSet>
      <dgm:spPr/>
    </dgm:pt>
    <dgm:pt modelId="{0C786F97-3B5A-4963-ADA5-EC7FDD362674}" type="pres">
      <dgm:prSet presAssocID="{889E7D5A-BAAD-42A2-B9DC-A4F62BF1DB58}" presName="sibTrans" presStyleLbl="bgSibTrans2D1" presStyleIdx="4" presStyleCnt="6"/>
      <dgm:spPr/>
    </dgm:pt>
    <dgm:pt modelId="{8260DD18-144D-4D0F-A629-7EC6A607AD7D}" type="pres">
      <dgm:prSet presAssocID="{541BDAEA-1F40-48BB-BDA7-FEE6DC85073A}" presName="compNode" presStyleCnt="0"/>
      <dgm:spPr/>
    </dgm:pt>
    <dgm:pt modelId="{8EC61577-23D8-447F-9633-B769EC7FC2BD}" type="pres">
      <dgm:prSet presAssocID="{541BDAEA-1F40-48BB-BDA7-FEE6DC85073A}" presName="dummyConnPt" presStyleCnt="0"/>
      <dgm:spPr/>
    </dgm:pt>
    <dgm:pt modelId="{783EDA1B-F732-41C1-83EE-531CDF737208}" type="pres">
      <dgm:prSet presAssocID="{541BDAEA-1F40-48BB-BDA7-FEE6DC85073A}" presName="node" presStyleLbl="node1" presStyleIdx="5" presStyleCnt="7" custLinFactX="39363" custLinFactNeighborX="100000" custLinFactNeighborY="34054">
        <dgm:presLayoutVars>
          <dgm:bulletEnabled val="1"/>
        </dgm:presLayoutVars>
      </dgm:prSet>
      <dgm:spPr/>
    </dgm:pt>
    <dgm:pt modelId="{499CAD2F-8337-46AB-8C8F-27978B54128A}" type="pres">
      <dgm:prSet presAssocID="{998147B1-73BC-4401-924B-C2D4CAEF426B}" presName="sibTrans" presStyleLbl="bgSibTrans2D1" presStyleIdx="5" presStyleCnt="6"/>
      <dgm:spPr/>
    </dgm:pt>
    <dgm:pt modelId="{681F6A1A-0F82-4C32-AF87-46D553CF01C3}" type="pres">
      <dgm:prSet presAssocID="{30480C21-5025-413B-BE4E-AA7C7CEE052E}" presName="compNode" presStyleCnt="0"/>
      <dgm:spPr/>
    </dgm:pt>
    <dgm:pt modelId="{33822400-C012-4799-834C-8D43F06E1830}" type="pres">
      <dgm:prSet presAssocID="{30480C21-5025-413B-BE4E-AA7C7CEE052E}" presName="dummyConnPt" presStyleCnt="0"/>
      <dgm:spPr/>
    </dgm:pt>
    <dgm:pt modelId="{60F49DA4-A335-4AB0-8994-A04AA7437E43}" type="pres">
      <dgm:prSet presAssocID="{30480C21-5025-413B-BE4E-AA7C7CEE052E}" presName="node" presStyleLbl="node1" presStyleIdx="6" presStyleCnt="7" custLinFactY="87661" custLinFactNeighborX="4736" custLinFactNeighborY="100000">
        <dgm:presLayoutVars>
          <dgm:bulletEnabled val="1"/>
        </dgm:presLayoutVars>
      </dgm:prSet>
      <dgm:spPr/>
    </dgm:pt>
  </dgm:ptLst>
  <dgm:cxnLst>
    <dgm:cxn modelId="{472D0E07-E7BB-423A-BAAA-D007635ED1F2}" type="presOf" srcId="{9F832BF3-EC9F-45E7-8CD5-132E5B97F58C}" destId="{2CC20613-75E9-4B01-8141-5BCF710C535A}" srcOrd="0" destOrd="0" presId="urn:microsoft.com/office/officeart/2005/8/layout/bProcess4"/>
    <dgm:cxn modelId="{51BF180E-7EE2-401A-8212-F1D1DFE6F436}" srcId="{D0F91B6D-26FE-46DC-839C-65A7FB5802FA}" destId="{9F832BF3-EC9F-45E7-8CD5-132E5B97F58C}" srcOrd="4" destOrd="0" parTransId="{697039F7-30F0-48AF-99D5-4C96F4E0E72D}" sibTransId="{889E7D5A-BAAD-42A2-B9DC-A4F62BF1DB58}"/>
    <dgm:cxn modelId="{B3F13E14-BBFC-4046-B939-38F29DF3A33F}" type="presOf" srcId="{0F017355-422D-472E-B635-9D8F625E964B}" destId="{60F49DA4-A335-4AB0-8994-A04AA7437E43}" srcOrd="0" destOrd="1" presId="urn:microsoft.com/office/officeart/2005/8/layout/bProcess4"/>
    <dgm:cxn modelId="{00C47918-37C4-4BCD-878C-63A463921C07}" type="presOf" srcId="{2D32E082-3406-45B2-86FD-F7FF532176A3}" destId="{5DD9D96C-F84E-4435-ACAB-E6F039BD8406}" srcOrd="0" destOrd="1" presId="urn:microsoft.com/office/officeart/2005/8/layout/bProcess4"/>
    <dgm:cxn modelId="{47DE0321-1132-4F2D-9336-BEAD29E5F5B7}" type="presOf" srcId="{8C35309A-B06E-4533-A107-63323175ECA8}" destId="{6758086D-D088-4B12-9ACB-2A3DD86AB38A}" srcOrd="0" destOrd="0" presId="urn:microsoft.com/office/officeart/2005/8/layout/bProcess4"/>
    <dgm:cxn modelId="{A139223A-07E1-4F05-AE20-D01F7424DED0}" type="presOf" srcId="{0B759E49-AC56-4A1B-B582-17D0F1934FEF}" destId="{6758086D-D088-4B12-9ACB-2A3DD86AB38A}" srcOrd="0" destOrd="1" presId="urn:microsoft.com/office/officeart/2005/8/layout/bProcess4"/>
    <dgm:cxn modelId="{23A41241-BEEE-441A-BCFA-03D95F1A8BB4}" srcId="{9F832BF3-EC9F-45E7-8CD5-132E5B97F58C}" destId="{14DA69B2-9522-4271-8E88-0B9BDF04FE6A}" srcOrd="0" destOrd="0" parTransId="{4347CF3B-1EA8-4907-A30B-EECF05D3CA7B}" sibTransId="{50BD8ACD-5655-4CB7-9F34-A0677681715D}"/>
    <dgm:cxn modelId="{1D1F8545-BFA2-4796-A33F-8BFA052A0A2C}" srcId="{541BDAEA-1F40-48BB-BDA7-FEE6DC85073A}" destId="{A36A47A3-E33B-403F-96F4-EE387167522E}" srcOrd="0" destOrd="0" parTransId="{685223A5-EB83-417E-B7E1-A4198B41CD19}" sibTransId="{0224FEDE-1B0C-4D8F-B7BC-14CFF91B2170}"/>
    <dgm:cxn modelId="{4ACD736D-372D-40C8-BF36-9BC4251FD95C}" type="presOf" srcId="{889E7D5A-BAAD-42A2-B9DC-A4F62BF1DB58}" destId="{0C786F97-3B5A-4963-ADA5-EC7FDD362674}" srcOrd="0" destOrd="0" presId="urn:microsoft.com/office/officeart/2005/8/layout/bProcess4"/>
    <dgm:cxn modelId="{BE0AB64E-ACC3-4C13-B01D-926330910B5F}" type="presOf" srcId="{4671A5C7-0B5B-4FD2-AC6D-4015C6D1BCAC}" destId="{090AE67D-A3A2-47CE-8E83-123D68131BDA}" srcOrd="0" destOrd="0" presId="urn:microsoft.com/office/officeart/2005/8/layout/bProcess4"/>
    <dgm:cxn modelId="{7C5EDB6E-83A9-47DB-991A-E238E52B3B6F}" srcId="{8C35309A-B06E-4533-A107-63323175ECA8}" destId="{0B759E49-AC56-4A1B-B582-17D0F1934FEF}" srcOrd="0" destOrd="0" parTransId="{B2B61101-6F7C-471D-8A53-2F5EE5C5D962}" sibTransId="{9CF71128-19B3-4A72-A889-C7AD9CBCB639}"/>
    <dgm:cxn modelId="{A9FB3173-4FEF-43DD-985E-86C54D32061F}" srcId="{D0F91B6D-26FE-46DC-839C-65A7FB5802FA}" destId="{30480C21-5025-413B-BE4E-AA7C7CEE052E}" srcOrd="6" destOrd="0" parTransId="{C428A8DD-AD20-42C8-87AA-02393EC681D6}" sibTransId="{9C20F56A-99B2-4472-B891-DAF9B2B86891}"/>
    <dgm:cxn modelId="{10D7C67E-71D2-47C2-B99F-1D85F92A858A}" type="presOf" srcId="{6E477734-77CC-453C-835D-4E33FB6444B9}" destId="{5DD9D96C-F84E-4435-ACAB-E6F039BD8406}" srcOrd="0" destOrd="0" presId="urn:microsoft.com/office/officeart/2005/8/layout/bProcess4"/>
    <dgm:cxn modelId="{C286DB80-4DCB-4D29-902F-CABB2AAD1B57}" type="presOf" srcId="{14DA69B2-9522-4271-8E88-0B9BDF04FE6A}" destId="{2CC20613-75E9-4B01-8141-5BCF710C535A}" srcOrd="0" destOrd="1" presId="urn:microsoft.com/office/officeart/2005/8/layout/bProcess4"/>
    <dgm:cxn modelId="{96208E83-C95C-43BB-BF0A-D2504FF89440}" type="presOf" srcId="{BB97E1DE-EDA7-4ABC-86DC-06BEAD5D6F5B}" destId="{14CD48B4-ECF7-44CF-BB69-93E2C43B60A6}" srcOrd="0" destOrd="0" presId="urn:microsoft.com/office/officeart/2005/8/layout/bProcess4"/>
    <dgm:cxn modelId="{72A06C90-4C40-4804-9725-7282BE95CC90}" srcId="{D0F91B6D-26FE-46DC-839C-65A7FB5802FA}" destId="{541BDAEA-1F40-48BB-BDA7-FEE6DC85073A}" srcOrd="5" destOrd="0" parTransId="{97BA5478-E8E7-4EAF-8335-E57A477709F1}" sibTransId="{998147B1-73BC-4401-924B-C2D4CAEF426B}"/>
    <dgm:cxn modelId="{6133E691-7339-4CE9-BD63-4C491879615B}" type="presOf" srcId="{3A65B026-C2D6-43D8-A493-A55D6A9D5946}" destId="{BDAA9D03-DEFC-49E6-9036-B804E3A01C77}" srcOrd="0" destOrd="1" presId="urn:microsoft.com/office/officeart/2005/8/layout/bProcess4"/>
    <dgm:cxn modelId="{4F9D6492-1CDC-49AE-BE5F-1312C281944D}" type="presOf" srcId="{4414C70F-B393-4BEA-BA22-E19380B45167}" destId="{C8F76442-D740-4E63-857E-175ED3F43C13}" srcOrd="0" destOrd="0" presId="urn:microsoft.com/office/officeart/2005/8/layout/bProcess4"/>
    <dgm:cxn modelId="{BC58C197-B881-4139-A185-38619B8F6BC1}" type="presOf" srcId="{A36A47A3-E33B-403F-96F4-EE387167522E}" destId="{783EDA1B-F732-41C1-83EE-531CDF737208}" srcOrd="0" destOrd="1" presId="urn:microsoft.com/office/officeart/2005/8/layout/bProcess4"/>
    <dgm:cxn modelId="{7BEACA97-8598-4683-B12C-9548737F69F7}" type="presOf" srcId="{FB7075C2-1256-4E13-A92D-4EB9B587871E}" destId="{B4E6DC53-3EC3-4299-A8C4-D22F921DA9E1}" srcOrd="0" destOrd="0" presId="urn:microsoft.com/office/officeart/2005/8/layout/bProcess4"/>
    <dgm:cxn modelId="{729DB598-2597-4638-8A5F-A8B9D8BC3499}" srcId="{30480C21-5025-413B-BE4E-AA7C7CEE052E}" destId="{0F017355-422D-472E-B635-9D8F625E964B}" srcOrd="0" destOrd="0" parTransId="{47EBAAF7-DFD5-491A-AF02-55443F192E9A}" sibTransId="{98428EB4-A1ED-4F62-8DD8-A44EDDF1BBB8}"/>
    <dgm:cxn modelId="{8573CBA7-57C3-4C35-87A5-349899C693D0}" srcId="{6E477734-77CC-453C-835D-4E33FB6444B9}" destId="{2D32E082-3406-45B2-86FD-F7FF532176A3}" srcOrd="0" destOrd="0" parTransId="{E91A6F21-82D5-4264-B6DD-4FBE3F99FD7E}" sibTransId="{08587738-97D7-4838-9E2C-DC55BE6FD4BB}"/>
    <dgm:cxn modelId="{87C07DA8-A031-4798-A0B2-F217C9DC4C94}" srcId="{D0F91B6D-26FE-46DC-839C-65A7FB5802FA}" destId="{63F9E8CB-8442-43CE-AE3C-A7265B3F5232}" srcOrd="2" destOrd="0" parTransId="{87C30445-57BD-4580-AC83-14BB4C823E53}" sibTransId="{6030C8F4-F338-4EDC-A55A-37DA1C4B7F39}"/>
    <dgm:cxn modelId="{073EA9B1-BCC2-4485-9636-2471C3A9EF39}" srcId="{63F9E8CB-8442-43CE-AE3C-A7265B3F5232}" destId="{3A65B026-C2D6-43D8-A493-A55D6A9D5946}" srcOrd="0" destOrd="0" parTransId="{BD6C93D7-7281-4B96-BC52-996F2CC5E9CE}" sibTransId="{C21749C8-4238-44BD-B509-2EE9C69BD9A5}"/>
    <dgm:cxn modelId="{B36F78BB-1FB9-4E1A-B646-3A1717BEE901}" type="presOf" srcId="{6030C8F4-F338-4EDC-A55A-37DA1C4B7F39}" destId="{2D98DA5D-89CB-4774-9E0C-E7CAF2E191E3}" srcOrd="0" destOrd="0" presId="urn:microsoft.com/office/officeart/2005/8/layout/bProcess4"/>
    <dgm:cxn modelId="{6A070EC1-68F0-4742-A1AE-AB228E1F4C02}" srcId="{D0F91B6D-26FE-46DC-839C-65A7FB5802FA}" destId="{6E477734-77CC-453C-835D-4E33FB6444B9}" srcOrd="0" destOrd="0" parTransId="{5BAAD6B9-FB45-4DC5-B743-4AF1514B0D6A}" sibTransId="{BB97E1DE-EDA7-4ABC-86DC-06BEAD5D6F5B}"/>
    <dgm:cxn modelId="{88A95BCF-4125-4E9C-BA75-E5DEFEF08232}" srcId="{D0F91B6D-26FE-46DC-839C-65A7FB5802FA}" destId="{4414C70F-B393-4BEA-BA22-E19380B45167}" srcOrd="3" destOrd="0" parTransId="{F97D46F5-8CDB-4D58-8F4F-5FF356486BAB}" sibTransId="{4671A5C7-0B5B-4FD2-AC6D-4015C6D1BCAC}"/>
    <dgm:cxn modelId="{6B3B9DCF-36EA-4EA5-8968-92567C3024FC}" srcId="{D0F91B6D-26FE-46DC-839C-65A7FB5802FA}" destId="{8C35309A-B06E-4533-A107-63323175ECA8}" srcOrd="1" destOrd="0" parTransId="{23677588-B4A4-413D-BDC1-9243AD1B353C}" sibTransId="{FB7075C2-1256-4E13-A92D-4EB9B587871E}"/>
    <dgm:cxn modelId="{73365CD8-3C0D-4A18-AE46-F114452DE33B}" type="presOf" srcId="{30480C21-5025-413B-BE4E-AA7C7CEE052E}" destId="{60F49DA4-A335-4AB0-8994-A04AA7437E43}" srcOrd="0" destOrd="0" presId="urn:microsoft.com/office/officeart/2005/8/layout/bProcess4"/>
    <dgm:cxn modelId="{94202FDF-C867-4514-840D-1AD4CB6D4B6B}" type="presOf" srcId="{D0F91B6D-26FE-46DC-839C-65A7FB5802FA}" destId="{015BA590-C7C8-4771-94DD-4ABFF64E5C48}" srcOrd="0" destOrd="0" presId="urn:microsoft.com/office/officeart/2005/8/layout/bProcess4"/>
    <dgm:cxn modelId="{5CC791E6-75D3-4E92-BBFB-3D6BC7731328}" type="presOf" srcId="{63F9E8CB-8442-43CE-AE3C-A7265B3F5232}" destId="{BDAA9D03-DEFC-49E6-9036-B804E3A01C77}" srcOrd="0" destOrd="0" presId="urn:microsoft.com/office/officeart/2005/8/layout/bProcess4"/>
    <dgm:cxn modelId="{07D8F4E7-1067-49D8-BEF2-DACDD79F59BE}" type="presOf" srcId="{998147B1-73BC-4401-924B-C2D4CAEF426B}" destId="{499CAD2F-8337-46AB-8C8F-27978B54128A}" srcOrd="0" destOrd="0" presId="urn:microsoft.com/office/officeart/2005/8/layout/bProcess4"/>
    <dgm:cxn modelId="{A43E1CE8-7C90-4913-A534-669B225A3C72}" type="presOf" srcId="{541BDAEA-1F40-48BB-BDA7-FEE6DC85073A}" destId="{783EDA1B-F732-41C1-83EE-531CDF737208}" srcOrd="0" destOrd="0" presId="urn:microsoft.com/office/officeart/2005/8/layout/bProcess4"/>
    <dgm:cxn modelId="{EB9C8336-89A1-47ED-94DE-319448AD0896}" type="presParOf" srcId="{015BA590-C7C8-4771-94DD-4ABFF64E5C48}" destId="{2050C2D1-BA40-44BF-9FAA-BDF5A7936EF3}" srcOrd="0" destOrd="0" presId="urn:microsoft.com/office/officeart/2005/8/layout/bProcess4"/>
    <dgm:cxn modelId="{7A4231D4-B410-4A3F-97D3-CBA84750A626}" type="presParOf" srcId="{2050C2D1-BA40-44BF-9FAA-BDF5A7936EF3}" destId="{756AA310-36CD-4B7A-96FD-515BE3FB5B04}" srcOrd="0" destOrd="0" presId="urn:microsoft.com/office/officeart/2005/8/layout/bProcess4"/>
    <dgm:cxn modelId="{0126C9D7-F973-492B-82B0-DE721AA47496}" type="presParOf" srcId="{2050C2D1-BA40-44BF-9FAA-BDF5A7936EF3}" destId="{5DD9D96C-F84E-4435-ACAB-E6F039BD8406}" srcOrd="1" destOrd="0" presId="urn:microsoft.com/office/officeart/2005/8/layout/bProcess4"/>
    <dgm:cxn modelId="{A9505408-00B3-458F-8B96-842877992352}" type="presParOf" srcId="{015BA590-C7C8-4771-94DD-4ABFF64E5C48}" destId="{14CD48B4-ECF7-44CF-BB69-93E2C43B60A6}" srcOrd="1" destOrd="0" presId="urn:microsoft.com/office/officeart/2005/8/layout/bProcess4"/>
    <dgm:cxn modelId="{659A4272-4D3E-42BD-B781-17C65E3EF01D}" type="presParOf" srcId="{015BA590-C7C8-4771-94DD-4ABFF64E5C48}" destId="{1F7788AD-EFB5-41D6-818A-1EFBCB3F1C19}" srcOrd="2" destOrd="0" presId="urn:microsoft.com/office/officeart/2005/8/layout/bProcess4"/>
    <dgm:cxn modelId="{2B8A8F5C-5B9A-48FC-9FFC-C9B79F0F2CF5}" type="presParOf" srcId="{1F7788AD-EFB5-41D6-818A-1EFBCB3F1C19}" destId="{C266E53B-E79E-490B-BB0E-69ACCDD087ED}" srcOrd="0" destOrd="0" presId="urn:microsoft.com/office/officeart/2005/8/layout/bProcess4"/>
    <dgm:cxn modelId="{9385E776-DB60-4F5C-82F7-3885F20CF367}" type="presParOf" srcId="{1F7788AD-EFB5-41D6-818A-1EFBCB3F1C19}" destId="{6758086D-D088-4B12-9ACB-2A3DD86AB38A}" srcOrd="1" destOrd="0" presId="urn:microsoft.com/office/officeart/2005/8/layout/bProcess4"/>
    <dgm:cxn modelId="{F5559028-9671-426D-AF66-C28017F4CC57}" type="presParOf" srcId="{015BA590-C7C8-4771-94DD-4ABFF64E5C48}" destId="{B4E6DC53-3EC3-4299-A8C4-D22F921DA9E1}" srcOrd="3" destOrd="0" presId="urn:microsoft.com/office/officeart/2005/8/layout/bProcess4"/>
    <dgm:cxn modelId="{403B886A-9CD0-4550-B70F-56BE17E84CD2}" type="presParOf" srcId="{015BA590-C7C8-4771-94DD-4ABFF64E5C48}" destId="{33B0E09A-96F1-48DC-88B8-1AD265DB201E}" srcOrd="4" destOrd="0" presId="urn:microsoft.com/office/officeart/2005/8/layout/bProcess4"/>
    <dgm:cxn modelId="{DA3785B4-6463-48F6-93E1-117AB9E177CC}" type="presParOf" srcId="{33B0E09A-96F1-48DC-88B8-1AD265DB201E}" destId="{503E0745-C5DD-451E-B69F-FB5B403A268B}" srcOrd="0" destOrd="0" presId="urn:microsoft.com/office/officeart/2005/8/layout/bProcess4"/>
    <dgm:cxn modelId="{C638D555-8008-4C66-9F2C-8A46591B64B5}" type="presParOf" srcId="{33B0E09A-96F1-48DC-88B8-1AD265DB201E}" destId="{BDAA9D03-DEFC-49E6-9036-B804E3A01C77}" srcOrd="1" destOrd="0" presId="urn:microsoft.com/office/officeart/2005/8/layout/bProcess4"/>
    <dgm:cxn modelId="{0447CDD2-577D-4DB5-9941-5CA0C881BED3}" type="presParOf" srcId="{015BA590-C7C8-4771-94DD-4ABFF64E5C48}" destId="{2D98DA5D-89CB-4774-9E0C-E7CAF2E191E3}" srcOrd="5" destOrd="0" presId="urn:microsoft.com/office/officeart/2005/8/layout/bProcess4"/>
    <dgm:cxn modelId="{C0622F82-4789-4444-AD71-9487A6A498FE}" type="presParOf" srcId="{015BA590-C7C8-4771-94DD-4ABFF64E5C48}" destId="{7D5C253C-35FC-4DFE-B5A8-FE68C54979D8}" srcOrd="6" destOrd="0" presId="urn:microsoft.com/office/officeart/2005/8/layout/bProcess4"/>
    <dgm:cxn modelId="{9074A084-26DE-40EF-B1B4-92EB03BB5125}" type="presParOf" srcId="{7D5C253C-35FC-4DFE-B5A8-FE68C54979D8}" destId="{6698354A-1824-4331-8BD9-680A024BE696}" srcOrd="0" destOrd="0" presId="urn:microsoft.com/office/officeart/2005/8/layout/bProcess4"/>
    <dgm:cxn modelId="{F1056DB9-0A19-44D1-B594-A31B0A757882}" type="presParOf" srcId="{7D5C253C-35FC-4DFE-B5A8-FE68C54979D8}" destId="{C8F76442-D740-4E63-857E-175ED3F43C13}" srcOrd="1" destOrd="0" presId="urn:microsoft.com/office/officeart/2005/8/layout/bProcess4"/>
    <dgm:cxn modelId="{D6972F2D-822E-4709-8BDE-FFAEBE25DAEB}" type="presParOf" srcId="{015BA590-C7C8-4771-94DD-4ABFF64E5C48}" destId="{090AE67D-A3A2-47CE-8E83-123D68131BDA}" srcOrd="7" destOrd="0" presId="urn:microsoft.com/office/officeart/2005/8/layout/bProcess4"/>
    <dgm:cxn modelId="{947C0877-B0C1-401F-A12A-CFBEAF8E3DE6}" type="presParOf" srcId="{015BA590-C7C8-4771-94DD-4ABFF64E5C48}" destId="{0D25FCD8-286B-4A29-965B-BA62BA3EC04E}" srcOrd="8" destOrd="0" presId="urn:microsoft.com/office/officeart/2005/8/layout/bProcess4"/>
    <dgm:cxn modelId="{F2F2D0CB-055E-467C-A02C-4A71C48D25F1}" type="presParOf" srcId="{0D25FCD8-286B-4A29-965B-BA62BA3EC04E}" destId="{5E5A0398-CCCD-4FBF-8106-8AB1D71016D6}" srcOrd="0" destOrd="0" presId="urn:microsoft.com/office/officeart/2005/8/layout/bProcess4"/>
    <dgm:cxn modelId="{F52DC388-75B7-4DDF-80E1-828DA43312D3}" type="presParOf" srcId="{0D25FCD8-286B-4A29-965B-BA62BA3EC04E}" destId="{2CC20613-75E9-4B01-8141-5BCF710C535A}" srcOrd="1" destOrd="0" presId="urn:microsoft.com/office/officeart/2005/8/layout/bProcess4"/>
    <dgm:cxn modelId="{2A96C3D5-3A42-428B-AD3F-DFEDF49971B3}" type="presParOf" srcId="{015BA590-C7C8-4771-94DD-4ABFF64E5C48}" destId="{0C786F97-3B5A-4963-ADA5-EC7FDD362674}" srcOrd="9" destOrd="0" presId="urn:microsoft.com/office/officeart/2005/8/layout/bProcess4"/>
    <dgm:cxn modelId="{0EAE1A97-7A02-48C3-BE77-4BA56DF0520A}" type="presParOf" srcId="{015BA590-C7C8-4771-94DD-4ABFF64E5C48}" destId="{8260DD18-144D-4D0F-A629-7EC6A607AD7D}" srcOrd="10" destOrd="0" presId="urn:microsoft.com/office/officeart/2005/8/layout/bProcess4"/>
    <dgm:cxn modelId="{FDF7FE00-E601-449E-8264-0156BCB90AFA}" type="presParOf" srcId="{8260DD18-144D-4D0F-A629-7EC6A607AD7D}" destId="{8EC61577-23D8-447F-9633-B769EC7FC2BD}" srcOrd="0" destOrd="0" presId="urn:microsoft.com/office/officeart/2005/8/layout/bProcess4"/>
    <dgm:cxn modelId="{DEC681C4-D71B-4505-B48D-E8207146A61F}" type="presParOf" srcId="{8260DD18-144D-4D0F-A629-7EC6A607AD7D}" destId="{783EDA1B-F732-41C1-83EE-531CDF737208}" srcOrd="1" destOrd="0" presId="urn:microsoft.com/office/officeart/2005/8/layout/bProcess4"/>
    <dgm:cxn modelId="{EF87EC85-65A5-40C6-B136-1634678037AE}" type="presParOf" srcId="{015BA590-C7C8-4771-94DD-4ABFF64E5C48}" destId="{499CAD2F-8337-46AB-8C8F-27978B54128A}" srcOrd="11" destOrd="0" presId="urn:microsoft.com/office/officeart/2005/8/layout/bProcess4"/>
    <dgm:cxn modelId="{173E59C3-6918-43B1-AAA1-1F516D06B0C4}" type="presParOf" srcId="{015BA590-C7C8-4771-94DD-4ABFF64E5C48}" destId="{681F6A1A-0F82-4C32-AF87-46D553CF01C3}" srcOrd="12" destOrd="0" presId="urn:microsoft.com/office/officeart/2005/8/layout/bProcess4"/>
    <dgm:cxn modelId="{08AFA58A-6CD9-47F1-A198-D78B5E2D45F1}" type="presParOf" srcId="{681F6A1A-0F82-4C32-AF87-46D553CF01C3}" destId="{33822400-C012-4799-834C-8D43F06E1830}" srcOrd="0" destOrd="0" presId="urn:microsoft.com/office/officeart/2005/8/layout/bProcess4"/>
    <dgm:cxn modelId="{D9545E3B-B751-48FC-9D8F-1BBC38FB9621}" type="presParOf" srcId="{681F6A1A-0F82-4C32-AF87-46D553CF01C3}" destId="{60F49DA4-A335-4AB0-8994-A04AA7437E43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D48B4-ECF7-44CF-BB69-93E2C43B60A6}">
      <dsp:nvSpPr>
        <dsp:cNvPr id="0" name=""/>
        <dsp:cNvSpPr/>
      </dsp:nvSpPr>
      <dsp:spPr>
        <a:xfrm rot="5400000">
          <a:off x="134453" y="1084432"/>
          <a:ext cx="1694367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9D96C-F84E-4435-ACAB-E6F039BD8406}">
      <dsp:nvSpPr>
        <dsp:cNvPr id="0" name=""/>
        <dsp:cNvSpPr/>
      </dsp:nvSpPr>
      <dsp:spPr>
        <a:xfrm>
          <a:off x="523107" y="1432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1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Tìm kiếm và duyệt</a:t>
          </a:r>
          <a:endParaRPr lang="en-US" sz="1600" kern="1200"/>
        </a:p>
      </dsp:txBody>
      <dsp:txXfrm>
        <a:off x="563013" y="41338"/>
        <a:ext cx="2190992" cy="1282670"/>
      </dsp:txXfrm>
    </dsp:sp>
    <dsp:sp modelId="{B4E6DC53-3EC3-4299-A8C4-D22F921DA9E1}">
      <dsp:nvSpPr>
        <dsp:cNvPr id="0" name=""/>
        <dsp:cNvSpPr/>
      </dsp:nvSpPr>
      <dsp:spPr>
        <a:xfrm rot="5400000">
          <a:off x="134453" y="2787536"/>
          <a:ext cx="1694367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8086D-D088-4B12-9ACB-2A3DD86AB38A}">
      <dsp:nvSpPr>
        <dsp:cNvPr id="0" name=""/>
        <dsp:cNvSpPr/>
      </dsp:nvSpPr>
      <dsp:spPr>
        <a:xfrm>
          <a:off x="523107" y="1704536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2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Xem chi tiết và đặt chỗ</a:t>
          </a:r>
          <a:endParaRPr lang="en-US" sz="1600" kern="1200"/>
        </a:p>
      </dsp:txBody>
      <dsp:txXfrm>
        <a:off x="563013" y="1744442"/>
        <a:ext cx="2190992" cy="1282670"/>
      </dsp:txXfrm>
    </dsp:sp>
    <dsp:sp modelId="{2D98DA5D-89CB-4774-9E0C-E7CAF2E191E3}">
      <dsp:nvSpPr>
        <dsp:cNvPr id="0" name=""/>
        <dsp:cNvSpPr/>
      </dsp:nvSpPr>
      <dsp:spPr>
        <a:xfrm>
          <a:off x="977289" y="3473448"/>
          <a:ext cx="3156651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A9D03-DEFC-49E6-9036-B804E3A01C77}">
      <dsp:nvSpPr>
        <dsp:cNvPr id="0" name=""/>
        <dsp:cNvSpPr/>
      </dsp:nvSpPr>
      <dsp:spPr>
        <a:xfrm>
          <a:off x="523107" y="3407639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3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Gửi yêu cầu đặt chỗ đến chủ nhà</a:t>
          </a:r>
          <a:endParaRPr lang="en-US" sz="1600" kern="1200"/>
        </a:p>
      </dsp:txBody>
      <dsp:txXfrm>
        <a:off x="563013" y="3447545"/>
        <a:ext cx="2190992" cy="1282670"/>
      </dsp:txXfrm>
    </dsp:sp>
    <dsp:sp modelId="{090AE67D-A3A2-47CE-8E83-123D68131BDA}">
      <dsp:nvSpPr>
        <dsp:cNvPr id="0" name=""/>
        <dsp:cNvSpPr/>
      </dsp:nvSpPr>
      <dsp:spPr>
        <a:xfrm rot="16200000">
          <a:off x="2773970" y="1987902"/>
          <a:ext cx="2623529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76442-D740-4E63-857E-175ED3F43C13}">
      <dsp:nvSpPr>
        <dsp:cNvPr id="0" name=""/>
        <dsp:cNvSpPr/>
      </dsp:nvSpPr>
      <dsp:spPr>
        <a:xfrm>
          <a:off x="3666695" y="3071991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4. </a:t>
          </a:r>
          <a:r>
            <a:rPr lang="vi-VN" sz="1600" kern="1200"/>
            <a:t>Xác nhận giao dịch và thanh toán</a:t>
          </a:r>
          <a:endParaRPr lang="en-US" sz="3200" kern="1200"/>
        </a:p>
      </dsp:txBody>
      <dsp:txXfrm>
        <a:off x="3706601" y="3111897"/>
        <a:ext cx="2190992" cy="1282670"/>
      </dsp:txXfrm>
    </dsp:sp>
    <dsp:sp modelId="{0C786F97-3B5A-4963-ADA5-EC7FDD362674}">
      <dsp:nvSpPr>
        <dsp:cNvPr id="0" name=""/>
        <dsp:cNvSpPr/>
      </dsp:nvSpPr>
      <dsp:spPr>
        <a:xfrm rot="22208">
          <a:off x="4046213" y="686796"/>
          <a:ext cx="3115918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20613-75E9-4B01-8141-5BCF710C535A}">
      <dsp:nvSpPr>
        <dsp:cNvPr id="0" name=""/>
        <dsp:cNvSpPr/>
      </dsp:nvSpPr>
      <dsp:spPr>
        <a:xfrm>
          <a:off x="3587717" y="440915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5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Thời gian lưu trú</a:t>
          </a:r>
          <a:endParaRPr lang="en-US" sz="1600" kern="1200"/>
        </a:p>
      </dsp:txBody>
      <dsp:txXfrm>
        <a:off x="3627623" y="480821"/>
        <a:ext cx="2190992" cy="1282670"/>
      </dsp:txXfrm>
    </dsp:sp>
    <dsp:sp modelId="{499CAD2F-8337-46AB-8C8F-27978B54128A}">
      <dsp:nvSpPr>
        <dsp:cNvPr id="0" name=""/>
        <dsp:cNvSpPr/>
      </dsp:nvSpPr>
      <dsp:spPr>
        <a:xfrm rot="5460935">
          <a:off x="6105765" y="1743295"/>
          <a:ext cx="2084460" cy="204372"/>
        </a:xfrm>
        <a:prstGeom prst="rect">
          <a:avLst/>
        </a:prstGeom>
        <a:solidFill>
          <a:srgbClr val="FFB3B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EDA1B-F732-41C1-83EE-531CDF737208}">
      <dsp:nvSpPr>
        <dsp:cNvPr id="0" name=""/>
        <dsp:cNvSpPr/>
      </dsp:nvSpPr>
      <dsp:spPr>
        <a:xfrm>
          <a:off x="6707939" y="465412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6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Đánh giá và phản hồi</a:t>
          </a:r>
          <a:endParaRPr lang="en-US" sz="1600" kern="1200"/>
        </a:p>
      </dsp:txBody>
      <dsp:txXfrm>
        <a:off x="6747845" y="505318"/>
        <a:ext cx="2190992" cy="1282670"/>
      </dsp:txXfrm>
    </dsp:sp>
    <dsp:sp modelId="{60F49DA4-A335-4AB0-8994-A04AA7437E43}">
      <dsp:nvSpPr>
        <dsp:cNvPr id="0" name=""/>
        <dsp:cNvSpPr/>
      </dsp:nvSpPr>
      <dsp:spPr>
        <a:xfrm>
          <a:off x="6670993" y="2558281"/>
          <a:ext cx="2270804" cy="136248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FF5A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3200" kern="1200"/>
            <a:t>7</a:t>
          </a:r>
          <a:endParaRPr lang="en-US" sz="32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600" kern="1200"/>
            <a:t>Nhận hỗ trợ nếu phát sinh vấn đề</a:t>
          </a:r>
          <a:endParaRPr lang="en-US" sz="1600" kern="1200"/>
        </a:p>
      </dsp:txBody>
      <dsp:txXfrm>
        <a:off x="6710899" y="2598187"/>
        <a:ext cx="2190992" cy="1282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19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9E95735-3BA7-8EE4-B195-AA30D8193F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90600" y="3776863"/>
            <a:ext cx="2325472" cy="2271513"/>
          </a:xfrm>
          <a:custGeom>
            <a:avLst/>
            <a:gdLst>
              <a:gd name="connsiteX0" fmla="*/ 178654 w 2325472"/>
              <a:gd name="connsiteY0" fmla="*/ 0 h 2271513"/>
              <a:gd name="connsiteX1" fmla="*/ 2146818 w 2325472"/>
              <a:gd name="connsiteY1" fmla="*/ 0 h 2271513"/>
              <a:gd name="connsiteX2" fmla="*/ 2325472 w 2325472"/>
              <a:gd name="connsiteY2" fmla="*/ 178654 h 2271513"/>
              <a:gd name="connsiteX3" fmla="*/ 2325472 w 2325472"/>
              <a:gd name="connsiteY3" fmla="*/ 2092859 h 2271513"/>
              <a:gd name="connsiteX4" fmla="*/ 2146818 w 2325472"/>
              <a:gd name="connsiteY4" fmla="*/ 2271513 h 2271513"/>
              <a:gd name="connsiteX5" fmla="*/ 178654 w 2325472"/>
              <a:gd name="connsiteY5" fmla="*/ 2271513 h 2271513"/>
              <a:gd name="connsiteX6" fmla="*/ 0 w 2325472"/>
              <a:gd name="connsiteY6" fmla="*/ 2092859 h 2271513"/>
              <a:gd name="connsiteX7" fmla="*/ 0 w 2325472"/>
              <a:gd name="connsiteY7" fmla="*/ 178654 h 2271513"/>
              <a:gd name="connsiteX8" fmla="*/ 178654 w 2325472"/>
              <a:gd name="connsiteY8" fmla="*/ 0 h 22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5472" h="2271513">
                <a:moveTo>
                  <a:pt x="178654" y="0"/>
                </a:moveTo>
                <a:lnTo>
                  <a:pt x="2146818" y="0"/>
                </a:lnTo>
                <a:cubicBezTo>
                  <a:pt x="2245486" y="0"/>
                  <a:pt x="2325472" y="79986"/>
                  <a:pt x="2325472" y="178654"/>
                </a:cubicBezTo>
                <a:lnTo>
                  <a:pt x="2325472" y="2092859"/>
                </a:lnTo>
                <a:cubicBezTo>
                  <a:pt x="2325472" y="2191527"/>
                  <a:pt x="2245486" y="2271513"/>
                  <a:pt x="2146818" y="2271513"/>
                </a:cubicBezTo>
                <a:lnTo>
                  <a:pt x="178654" y="2271513"/>
                </a:lnTo>
                <a:cubicBezTo>
                  <a:pt x="79986" y="2271513"/>
                  <a:pt x="0" y="2191527"/>
                  <a:pt x="0" y="2092859"/>
                </a:cubicBezTo>
                <a:lnTo>
                  <a:pt x="0" y="178654"/>
                </a:lnTo>
                <a:cubicBezTo>
                  <a:pt x="0" y="79986"/>
                  <a:pt x="79986" y="0"/>
                  <a:pt x="1786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9A11C9E-8EA2-A0D4-1498-FE851A29FC2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19043" y="3776863"/>
            <a:ext cx="2325472" cy="2271513"/>
          </a:xfrm>
          <a:custGeom>
            <a:avLst/>
            <a:gdLst>
              <a:gd name="connsiteX0" fmla="*/ 178654 w 2325472"/>
              <a:gd name="connsiteY0" fmla="*/ 0 h 2271513"/>
              <a:gd name="connsiteX1" fmla="*/ 2146818 w 2325472"/>
              <a:gd name="connsiteY1" fmla="*/ 0 h 2271513"/>
              <a:gd name="connsiteX2" fmla="*/ 2325472 w 2325472"/>
              <a:gd name="connsiteY2" fmla="*/ 178654 h 2271513"/>
              <a:gd name="connsiteX3" fmla="*/ 2325472 w 2325472"/>
              <a:gd name="connsiteY3" fmla="*/ 2092859 h 2271513"/>
              <a:gd name="connsiteX4" fmla="*/ 2146818 w 2325472"/>
              <a:gd name="connsiteY4" fmla="*/ 2271513 h 2271513"/>
              <a:gd name="connsiteX5" fmla="*/ 178654 w 2325472"/>
              <a:gd name="connsiteY5" fmla="*/ 2271513 h 2271513"/>
              <a:gd name="connsiteX6" fmla="*/ 0 w 2325472"/>
              <a:gd name="connsiteY6" fmla="*/ 2092859 h 2271513"/>
              <a:gd name="connsiteX7" fmla="*/ 0 w 2325472"/>
              <a:gd name="connsiteY7" fmla="*/ 178654 h 2271513"/>
              <a:gd name="connsiteX8" fmla="*/ 178654 w 2325472"/>
              <a:gd name="connsiteY8" fmla="*/ 0 h 22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5472" h="2271513">
                <a:moveTo>
                  <a:pt x="178654" y="0"/>
                </a:moveTo>
                <a:lnTo>
                  <a:pt x="2146818" y="0"/>
                </a:lnTo>
                <a:cubicBezTo>
                  <a:pt x="2245486" y="0"/>
                  <a:pt x="2325472" y="79986"/>
                  <a:pt x="2325472" y="178654"/>
                </a:cubicBezTo>
                <a:lnTo>
                  <a:pt x="2325472" y="2092859"/>
                </a:lnTo>
                <a:cubicBezTo>
                  <a:pt x="2325472" y="2191527"/>
                  <a:pt x="2245486" y="2271513"/>
                  <a:pt x="2146818" y="2271513"/>
                </a:cubicBezTo>
                <a:lnTo>
                  <a:pt x="178654" y="2271513"/>
                </a:lnTo>
                <a:cubicBezTo>
                  <a:pt x="79986" y="2271513"/>
                  <a:pt x="0" y="2191527"/>
                  <a:pt x="0" y="2092859"/>
                </a:cubicBezTo>
                <a:lnTo>
                  <a:pt x="0" y="178654"/>
                </a:lnTo>
                <a:cubicBezTo>
                  <a:pt x="0" y="79986"/>
                  <a:pt x="79986" y="0"/>
                  <a:pt x="1786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0A81E6-6DDA-B0F7-666B-F46C7A242D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7486" y="3776863"/>
            <a:ext cx="2325472" cy="2271513"/>
          </a:xfrm>
          <a:custGeom>
            <a:avLst/>
            <a:gdLst>
              <a:gd name="connsiteX0" fmla="*/ 178654 w 2325472"/>
              <a:gd name="connsiteY0" fmla="*/ 0 h 2271513"/>
              <a:gd name="connsiteX1" fmla="*/ 2146818 w 2325472"/>
              <a:gd name="connsiteY1" fmla="*/ 0 h 2271513"/>
              <a:gd name="connsiteX2" fmla="*/ 2325472 w 2325472"/>
              <a:gd name="connsiteY2" fmla="*/ 178654 h 2271513"/>
              <a:gd name="connsiteX3" fmla="*/ 2325472 w 2325472"/>
              <a:gd name="connsiteY3" fmla="*/ 2092859 h 2271513"/>
              <a:gd name="connsiteX4" fmla="*/ 2146818 w 2325472"/>
              <a:gd name="connsiteY4" fmla="*/ 2271513 h 2271513"/>
              <a:gd name="connsiteX5" fmla="*/ 178654 w 2325472"/>
              <a:gd name="connsiteY5" fmla="*/ 2271513 h 2271513"/>
              <a:gd name="connsiteX6" fmla="*/ 0 w 2325472"/>
              <a:gd name="connsiteY6" fmla="*/ 2092859 h 2271513"/>
              <a:gd name="connsiteX7" fmla="*/ 0 w 2325472"/>
              <a:gd name="connsiteY7" fmla="*/ 178654 h 2271513"/>
              <a:gd name="connsiteX8" fmla="*/ 178654 w 2325472"/>
              <a:gd name="connsiteY8" fmla="*/ 0 h 22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5472" h="2271513">
                <a:moveTo>
                  <a:pt x="178654" y="0"/>
                </a:moveTo>
                <a:lnTo>
                  <a:pt x="2146818" y="0"/>
                </a:lnTo>
                <a:cubicBezTo>
                  <a:pt x="2245486" y="0"/>
                  <a:pt x="2325472" y="79986"/>
                  <a:pt x="2325472" y="178654"/>
                </a:cubicBezTo>
                <a:lnTo>
                  <a:pt x="2325472" y="2092859"/>
                </a:lnTo>
                <a:cubicBezTo>
                  <a:pt x="2325472" y="2191527"/>
                  <a:pt x="2245486" y="2271513"/>
                  <a:pt x="2146818" y="2271513"/>
                </a:cubicBezTo>
                <a:lnTo>
                  <a:pt x="178654" y="2271513"/>
                </a:lnTo>
                <a:cubicBezTo>
                  <a:pt x="79986" y="2271513"/>
                  <a:pt x="0" y="2191527"/>
                  <a:pt x="0" y="2092859"/>
                </a:cubicBezTo>
                <a:lnTo>
                  <a:pt x="0" y="178654"/>
                </a:lnTo>
                <a:cubicBezTo>
                  <a:pt x="0" y="79986"/>
                  <a:pt x="79986" y="0"/>
                  <a:pt x="1786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63D1538-80FE-35B9-7B2E-E8FC164E1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5928" y="3776863"/>
            <a:ext cx="2325472" cy="2271513"/>
          </a:xfrm>
          <a:custGeom>
            <a:avLst/>
            <a:gdLst>
              <a:gd name="connsiteX0" fmla="*/ 178654 w 2325472"/>
              <a:gd name="connsiteY0" fmla="*/ 0 h 2271513"/>
              <a:gd name="connsiteX1" fmla="*/ 2146818 w 2325472"/>
              <a:gd name="connsiteY1" fmla="*/ 0 h 2271513"/>
              <a:gd name="connsiteX2" fmla="*/ 2325472 w 2325472"/>
              <a:gd name="connsiteY2" fmla="*/ 178654 h 2271513"/>
              <a:gd name="connsiteX3" fmla="*/ 2325472 w 2325472"/>
              <a:gd name="connsiteY3" fmla="*/ 2092859 h 2271513"/>
              <a:gd name="connsiteX4" fmla="*/ 2146818 w 2325472"/>
              <a:gd name="connsiteY4" fmla="*/ 2271513 h 2271513"/>
              <a:gd name="connsiteX5" fmla="*/ 178654 w 2325472"/>
              <a:gd name="connsiteY5" fmla="*/ 2271513 h 2271513"/>
              <a:gd name="connsiteX6" fmla="*/ 0 w 2325472"/>
              <a:gd name="connsiteY6" fmla="*/ 2092859 h 2271513"/>
              <a:gd name="connsiteX7" fmla="*/ 0 w 2325472"/>
              <a:gd name="connsiteY7" fmla="*/ 178654 h 2271513"/>
              <a:gd name="connsiteX8" fmla="*/ 178654 w 2325472"/>
              <a:gd name="connsiteY8" fmla="*/ 0 h 227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5472" h="2271513">
                <a:moveTo>
                  <a:pt x="178654" y="0"/>
                </a:moveTo>
                <a:lnTo>
                  <a:pt x="2146818" y="0"/>
                </a:lnTo>
                <a:cubicBezTo>
                  <a:pt x="2245486" y="0"/>
                  <a:pt x="2325472" y="79986"/>
                  <a:pt x="2325472" y="178654"/>
                </a:cubicBezTo>
                <a:lnTo>
                  <a:pt x="2325472" y="2092859"/>
                </a:lnTo>
                <a:cubicBezTo>
                  <a:pt x="2325472" y="2191527"/>
                  <a:pt x="2245486" y="2271513"/>
                  <a:pt x="2146818" y="2271513"/>
                </a:cubicBezTo>
                <a:lnTo>
                  <a:pt x="178654" y="2271513"/>
                </a:lnTo>
                <a:cubicBezTo>
                  <a:pt x="79986" y="2271513"/>
                  <a:pt x="0" y="2191527"/>
                  <a:pt x="0" y="2092859"/>
                </a:cubicBezTo>
                <a:lnTo>
                  <a:pt x="0" y="178654"/>
                </a:lnTo>
                <a:cubicBezTo>
                  <a:pt x="0" y="79986"/>
                  <a:pt x="79986" y="0"/>
                  <a:pt x="17865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949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4CD8E5-B54C-BD6F-7EE8-F98B3B1DE668}"/>
              </a:ext>
            </a:extLst>
          </p:cNvPr>
          <p:cNvSpPr/>
          <p:nvPr userDrawn="1"/>
        </p:nvSpPr>
        <p:spPr>
          <a:xfrm>
            <a:off x="658368" y="1279843"/>
            <a:ext cx="9518586" cy="54864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DAA382-55F2-B81A-4628-6B05BD3FE3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8368" y="703771"/>
            <a:ext cx="6502400" cy="63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FF5A5F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9FE1B1-6541-5F8E-EDE1-E0BE31524A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43902" y="1893442"/>
            <a:ext cx="9518586" cy="43793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red logo with a clip&#10;&#10;Description automatically generated">
            <a:extLst>
              <a:ext uri="{FF2B5EF4-FFF2-40B4-BE49-F238E27FC236}">
                <a16:creationId xmlns:a16="http://schemas.microsoft.com/office/drawing/2014/main" id="{0503DF69-BC5B-DCB8-6F20-81EFF733C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889" r="90000">
                        <a14:foregroundMark x1="14333" y1="36346" x2="10000" y2="51538"/>
                        <a14:foregroundMark x1="10000" y1="51538" x2="9156" y2="58548"/>
                        <a14:foregroundMark x1="10201" y1="68630" x2="10333" y2="69423"/>
                        <a14:foregroundMark x1="9808" y1="66278" x2="9923" y2="66968"/>
                        <a14:foregroundMark x1="11070" y1="69848" x2="11333" y2="70000"/>
                        <a14:foregroundMark x1="10333" y1="69423" x2="10741" y2="69659"/>
                        <a14:foregroundMark x1="41624" y1="45216" x2="41000" y2="45000"/>
                        <a14:foregroundMark x1="45409" y1="46526" x2="42558" y2="45539"/>
                        <a14:foregroundMark x1="46000" y1="46731" x2="45589" y2="46589"/>
                        <a14:foregroundMark x1="41000" y1="45000" x2="40933" y2="46292"/>
                        <a14:foregroundMark x1="45219" y1="49399" x2="45778" y2="48654"/>
                        <a14:foregroundMark x1="46110" y1="52103" x2="46556" y2="56731"/>
                        <a14:foregroundMark x1="45778" y1="48654" x2="45864" y2="49551"/>
                        <a14:foregroundMark x1="50667" y1="44808" x2="50222" y2="57115"/>
                        <a14:foregroundMark x1="54667" y1="44423" x2="54889" y2="54615"/>
                        <a14:foregroundMark x1="50778" y1="36923" x2="50778" y2="36923"/>
                        <a14:foregroundMark x1="62667" y1="38462" x2="62667" y2="38462"/>
                        <a14:foregroundMark x1="73778" y1="46154" x2="73778" y2="46154"/>
                        <a14:foregroundMark x1="84222" y1="43269" x2="84222" y2="43269"/>
                        <a14:foregroundMark x1="39667" y1="53654" x2="39778" y2="53462"/>
                        <a14:foregroundMark x1="39778" y1="53654" x2="40889" y2="55577"/>
                        <a14:foregroundMark x1="45333" y1="48846" x2="45333" y2="51538"/>
                        <a14:backgroundMark x1="17111" y1="49808" x2="17111" y2="49808"/>
                        <a14:backgroundMark x1="42556" y1="50769" x2="42556" y2="50769"/>
                        <a14:backgroundMark x1="9556" y1="63654" x2="9556" y2="63654"/>
                        <a14:backgroundMark x1="9222" y1="63269" x2="9222" y2="63269"/>
                        <a14:backgroundMark x1="42790" y1="48846" x2="40444" y2="52500"/>
                        <a14:backgroundMark x1="43778" y1="47308" x2="42971" y2="48565"/>
                        <a14:backgroundMark x1="41912" y1="51607" x2="42971" y2="50963"/>
                        <a14:backgroundMark x1="43991" y1="48846" x2="43333" y2="47500"/>
                        <a14:backgroundMark x1="41320" y1="54992" x2="41667" y2="55192"/>
                        <a14:backgroundMark x1="9444" y1="58462" x2="10222" y2="66154"/>
                        <a14:backgroundMark x1="10222" y1="66154" x2="11111" y2="66154"/>
                        <a14:backgroundMark x1="10333" y1="66731" x2="9778" y2="65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57" t="23560" r="6623" b="26882"/>
          <a:stretch/>
        </p:blipFill>
        <p:spPr>
          <a:xfrm>
            <a:off x="10744200" y="81818"/>
            <a:ext cx="1325880" cy="4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63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392DDD8F-440C-827A-E431-50D5E7540B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80" b="91102" l="9390" r="92488">
                        <a14:foregroundMark x1="45070" y1="7203" x2="45070" y2="7203"/>
                        <a14:foregroundMark x1="14554" y1="80085" x2="14554" y2="80085"/>
                        <a14:foregroundMark x1="28169" y1="82627" x2="28169" y2="82627"/>
                        <a14:foregroundMark x1="35681" y1="84322" x2="35681" y2="84322"/>
                        <a14:foregroundMark x1="26761" y1="72881" x2="26761" y2="72881"/>
                        <a14:foregroundMark x1="44601" y1="84746" x2="44601" y2="84746"/>
                        <a14:foregroundMark x1="63850" y1="81780" x2="63850" y2="81780"/>
                        <a14:foregroundMark x1="78873" y1="81356" x2="78873" y2="81356"/>
                        <a14:foregroundMark x1="87793" y1="91102" x2="87793" y2="91102"/>
                        <a14:foregroundMark x1="92488" y1="86864" x2="92488" y2="868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316" y="119284"/>
            <a:ext cx="802984" cy="88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8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44CA004-B1AA-F0AE-F19E-756725758F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55980" y="1107483"/>
            <a:ext cx="1979613" cy="2353517"/>
          </a:xfrm>
          <a:custGeom>
            <a:avLst/>
            <a:gdLst>
              <a:gd name="connsiteX0" fmla="*/ 155697 w 1979613"/>
              <a:gd name="connsiteY0" fmla="*/ 0 h 2353517"/>
              <a:gd name="connsiteX1" fmla="*/ 1823916 w 1979613"/>
              <a:gd name="connsiteY1" fmla="*/ 0 h 2353517"/>
              <a:gd name="connsiteX2" fmla="*/ 1979613 w 1979613"/>
              <a:gd name="connsiteY2" fmla="*/ 155697 h 2353517"/>
              <a:gd name="connsiteX3" fmla="*/ 1979613 w 1979613"/>
              <a:gd name="connsiteY3" fmla="*/ 2197820 h 2353517"/>
              <a:gd name="connsiteX4" fmla="*/ 1823916 w 1979613"/>
              <a:gd name="connsiteY4" fmla="*/ 2353517 h 2353517"/>
              <a:gd name="connsiteX5" fmla="*/ 155697 w 1979613"/>
              <a:gd name="connsiteY5" fmla="*/ 2353517 h 2353517"/>
              <a:gd name="connsiteX6" fmla="*/ 0 w 1979613"/>
              <a:gd name="connsiteY6" fmla="*/ 2197820 h 2353517"/>
              <a:gd name="connsiteX7" fmla="*/ 0 w 1979613"/>
              <a:gd name="connsiteY7" fmla="*/ 155697 h 2353517"/>
              <a:gd name="connsiteX8" fmla="*/ 155697 w 1979613"/>
              <a:gd name="connsiteY8" fmla="*/ 0 h 235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9613" h="2353517">
                <a:moveTo>
                  <a:pt x="155697" y="0"/>
                </a:moveTo>
                <a:lnTo>
                  <a:pt x="1823916" y="0"/>
                </a:lnTo>
                <a:cubicBezTo>
                  <a:pt x="1909905" y="0"/>
                  <a:pt x="1979613" y="69708"/>
                  <a:pt x="1979613" y="155697"/>
                </a:cubicBezTo>
                <a:lnTo>
                  <a:pt x="1979613" y="2197820"/>
                </a:lnTo>
                <a:cubicBezTo>
                  <a:pt x="1979613" y="2283809"/>
                  <a:pt x="1909905" y="2353517"/>
                  <a:pt x="1823916" y="2353517"/>
                </a:cubicBezTo>
                <a:lnTo>
                  <a:pt x="155697" y="2353517"/>
                </a:lnTo>
                <a:cubicBezTo>
                  <a:pt x="69708" y="2353517"/>
                  <a:pt x="0" y="2283809"/>
                  <a:pt x="0" y="2197820"/>
                </a:cubicBezTo>
                <a:lnTo>
                  <a:pt x="0" y="155697"/>
                </a:lnTo>
                <a:cubicBezTo>
                  <a:pt x="0" y="69708"/>
                  <a:pt x="69708" y="0"/>
                  <a:pt x="155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89AE022-733B-6F7C-D742-4EB956ED6E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04888" y="1107483"/>
            <a:ext cx="1979613" cy="2353517"/>
          </a:xfrm>
          <a:custGeom>
            <a:avLst/>
            <a:gdLst>
              <a:gd name="connsiteX0" fmla="*/ 155697 w 1979613"/>
              <a:gd name="connsiteY0" fmla="*/ 0 h 2353517"/>
              <a:gd name="connsiteX1" fmla="*/ 1823916 w 1979613"/>
              <a:gd name="connsiteY1" fmla="*/ 0 h 2353517"/>
              <a:gd name="connsiteX2" fmla="*/ 1979613 w 1979613"/>
              <a:gd name="connsiteY2" fmla="*/ 155697 h 2353517"/>
              <a:gd name="connsiteX3" fmla="*/ 1979613 w 1979613"/>
              <a:gd name="connsiteY3" fmla="*/ 2197820 h 2353517"/>
              <a:gd name="connsiteX4" fmla="*/ 1823916 w 1979613"/>
              <a:gd name="connsiteY4" fmla="*/ 2353517 h 2353517"/>
              <a:gd name="connsiteX5" fmla="*/ 155697 w 1979613"/>
              <a:gd name="connsiteY5" fmla="*/ 2353517 h 2353517"/>
              <a:gd name="connsiteX6" fmla="*/ 0 w 1979613"/>
              <a:gd name="connsiteY6" fmla="*/ 2197820 h 2353517"/>
              <a:gd name="connsiteX7" fmla="*/ 0 w 1979613"/>
              <a:gd name="connsiteY7" fmla="*/ 155697 h 2353517"/>
              <a:gd name="connsiteX8" fmla="*/ 155697 w 1979613"/>
              <a:gd name="connsiteY8" fmla="*/ 0 h 235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9613" h="2353517">
                <a:moveTo>
                  <a:pt x="155697" y="0"/>
                </a:moveTo>
                <a:lnTo>
                  <a:pt x="1823916" y="0"/>
                </a:lnTo>
                <a:cubicBezTo>
                  <a:pt x="1909905" y="0"/>
                  <a:pt x="1979613" y="69708"/>
                  <a:pt x="1979613" y="155697"/>
                </a:cubicBezTo>
                <a:lnTo>
                  <a:pt x="1979613" y="2197820"/>
                </a:lnTo>
                <a:cubicBezTo>
                  <a:pt x="1979613" y="2283809"/>
                  <a:pt x="1909905" y="2353517"/>
                  <a:pt x="1823916" y="2353517"/>
                </a:cubicBezTo>
                <a:lnTo>
                  <a:pt x="155697" y="2353517"/>
                </a:lnTo>
                <a:cubicBezTo>
                  <a:pt x="69708" y="2353517"/>
                  <a:pt x="0" y="2283809"/>
                  <a:pt x="0" y="2197820"/>
                </a:cubicBezTo>
                <a:lnTo>
                  <a:pt x="0" y="155697"/>
                </a:lnTo>
                <a:cubicBezTo>
                  <a:pt x="0" y="69708"/>
                  <a:pt x="69708" y="0"/>
                  <a:pt x="155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32B8061-E09C-38EA-5A30-5687452EF1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55980" y="3621842"/>
            <a:ext cx="1979613" cy="2353517"/>
          </a:xfrm>
          <a:custGeom>
            <a:avLst/>
            <a:gdLst>
              <a:gd name="connsiteX0" fmla="*/ 155697 w 1979613"/>
              <a:gd name="connsiteY0" fmla="*/ 0 h 2353517"/>
              <a:gd name="connsiteX1" fmla="*/ 1823916 w 1979613"/>
              <a:gd name="connsiteY1" fmla="*/ 0 h 2353517"/>
              <a:gd name="connsiteX2" fmla="*/ 1979613 w 1979613"/>
              <a:gd name="connsiteY2" fmla="*/ 155697 h 2353517"/>
              <a:gd name="connsiteX3" fmla="*/ 1979613 w 1979613"/>
              <a:gd name="connsiteY3" fmla="*/ 2197820 h 2353517"/>
              <a:gd name="connsiteX4" fmla="*/ 1823916 w 1979613"/>
              <a:gd name="connsiteY4" fmla="*/ 2353517 h 2353517"/>
              <a:gd name="connsiteX5" fmla="*/ 155697 w 1979613"/>
              <a:gd name="connsiteY5" fmla="*/ 2353517 h 2353517"/>
              <a:gd name="connsiteX6" fmla="*/ 0 w 1979613"/>
              <a:gd name="connsiteY6" fmla="*/ 2197820 h 2353517"/>
              <a:gd name="connsiteX7" fmla="*/ 0 w 1979613"/>
              <a:gd name="connsiteY7" fmla="*/ 155697 h 2353517"/>
              <a:gd name="connsiteX8" fmla="*/ 155697 w 1979613"/>
              <a:gd name="connsiteY8" fmla="*/ 0 h 235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9613" h="2353517">
                <a:moveTo>
                  <a:pt x="155697" y="0"/>
                </a:moveTo>
                <a:lnTo>
                  <a:pt x="1823916" y="0"/>
                </a:lnTo>
                <a:cubicBezTo>
                  <a:pt x="1909905" y="0"/>
                  <a:pt x="1979613" y="69708"/>
                  <a:pt x="1979613" y="155697"/>
                </a:cubicBezTo>
                <a:lnTo>
                  <a:pt x="1979613" y="2197820"/>
                </a:lnTo>
                <a:cubicBezTo>
                  <a:pt x="1979613" y="2283809"/>
                  <a:pt x="1909905" y="2353517"/>
                  <a:pt x="1823916" y="2353517"/>
                </a:cubicBezTo>
                <a:lnTo>
                  <a:pt x="155697" y="2353517"/>
                </a:lnTo>
                <a:cubicBezTo>
                  <a:pt x="69708" y="2353517"/>
                  <a:pt x="0" y="2283809"/>
                  <a:pt x="0" y="2197820"/>
                </a:cubicBezTo>
                <a:lnTo>
                  <a:pt x="0" y="155697"/>
                </a:lnTo>
                <a:cubicBezTo>
                  <a:pt x="0" y="69708"/>
                  <a:pt x="69708" y="0"/>
                  <a:pt x="155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142B4E-8D5E-CFD8-DFE4-C9293C3302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04889" y="3621842"/>
            <a:ext cx="1979613" cy="2353517"/>
          </a:xfrm>
          <a:custGeom>
            <a:avLst/>
            <a:gdLst>
              <a:gd name="connsiteX0" fmla="*/ 155697 w 1979613"/>
              <a:gd name="connsiteY0" fmla="*/ 0 h 2353517"/>
              <a:gd name="connsiteX1" fmla="*/ 1823916 w 1979613"/>
              <a:gd name="connsiteY1" fmla="*/ 0 h 2353517"/>
              <a:gd name="connsiteX2" fmla="*/ 1979613 w 1979613"/>
              <a:gd name="connsiteY2" fmla="*/ 155697 h 2353517"/>
              <a:gd name="connsiteX3" fmla="*/ 1979613 w 1979613"/>
              <a:gd name="connsiteY3" fmla="*/ 2197820 h 2353517"/>
              <a:gd name="connsiteX4" fmla="*/ 1823916 w 1979613"/>
              <a:gd name="connsiteY4" fmla="*/ 2353517 h 2353517"/>
              <a:gd name="connsiteX5" fmla="*/ 155697 w 1979613"/>
              <a:gd name="connsiteY5" fmla="*/ 2353517 h 2353517"/>
              <a:gd name="connsiteX6" fmla="*/ 0 w 1979613"/>
              <a:gd name="connsiteY6" fmla="*/ 2197820 h 2353517"/>
              <a:gd name="connsiteX7" fmla="*/ 0 w 1979613"/>
              <a:gd name="connsiteY7" fmla="*/ 155697 h 2353517"/>
              <a:gd name="connsiteX8" fmla="*/ 155697 w 1979613"/>
              <a:gd name="connsiteY8" fmla="*/ 0 h 235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9613" h="2353517">
                <a:moveTo>
                  <a:pt x="155697" y="0"/>
                </a:moveTo>
                <a:lnTo>
                  <a:pt x="1823916" y="0"/>
                </a:lnTo>
                <a:cubicBezTo>
                  <a:pt x="1909905" y="0"/>
                  <a:pt x="1979613" y="69708"/>
                  <a:pt x="1979613" y="155697"/>
                </a:cubicBezTo>
                <a:lnTo>
                  <a:pt x="1979613" y="2197820"/>
                </a:lnTo>
                <a:cubicBezTo>
                  <a:pt x="1979613" y="2283809"/>
                  <a:pt x="1909905" y="2353517"/>
                  <a:pt x="1823916" y="2353517"/>
                </a:cubicBezTo>
                <a:lnTo>
                  <a:pt x="155697" y="2353517"/>
                </a:lnTo>
                <a:cubicBezTo>
                  <a:pt x="69708" y="2353517"/>
                  <a:pt x="0" y="2283809"/>
                  <a:pt x="0" y="2197820"/>
                </a:cubicBezTo>
                <a:lnTo>
                  <a:pt x="0" y="155697"/>
                </a:lnTo>
                <a:cubicBezTo>
                  <a:pt x="0" y="69708"/>
                  <a:pt x="69708" y="0"/>
                  <a:pt x="1556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2" name="Picture 1" descr="A red logo with a clip&#10;&#10;Description automatically generated">
            <a:extLst>
              <a:ext uri="{FF2B5EF4-FFF2-40B4-BE49-F238E27FC236}">
                <a16:creationId xmlns:a16="http://schemas.microsoft.com/office/drawing/2014/main" id="{C30AEFA0-BC89-8CFB-3835-EDCBFC5817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889" r="90000">
                        <a14:foregroundMark x1="14333" y1="36346" x2="10000" y2="51538"/>
                        <a14:foregroundMark x1="10000" y1="51538" x2="9156" y2="58548"/>
                        <a14:foregroundMark x1="10201" y1="68630" x2="10333" y2="69423"/>
                        <a14:foregroundMark x1="9808" y1="66278" x2="9923" y2="66968"/>
                        <a14:foregroundMark x1="11070" y1="69848" x2="11333" y2="70000"/>
                        <a14:foregroundMark x1="10333" y1="69423" x2="10741" y2="69659"/>
                        <a14:foregroundMark x1="41624" y1="45216" x2="41000" y2="45000"/>
                        <a14:foregroundMark x1="45409" y1="46526" x2="42558" y2="45539"/>
                        <a14:foregroundMark x1="46000" y1="46731" x2="45589" y2="46589"/>
                        <a14:foregroundMark x1="41000" y1="45000" x2="40933" y2="46292"/>
                        <a14:foregroundMark x1="45219" y1="49399" x2="45778" y2="48654"/>
                        <a14:foregroundMark x1="46110" y1="52103" x2="46556" y2="56731"/>
                        <a14:foregroundMark x1="45778" y1="48654" x2="45864" y2="49551"/>
                        <a14:foregroundMark x1="50667" y1="44808" x2="50222" y2="57115"/>
                        <a14:foregroundMark x1="54667" y1="44423" x2="54889" y2="54615"/>
                        <a14:foregroundMark x1="50778" y1="36923" x2="50778" y2="36923"/>
                        <a14:foregroundMark x1="62667" y1="38462" x2="62667" y2="38462"/>
                        <a14:foregroundMark x1="73778" y1="46154" x2="73778" y2="46154"/>
                        <a14:foregroundMark x1="84222" y1="43269" x2="84222" y2="43269"/>
                        <a14:foregroundMark x1="39667" y1="53654" x2="39778" y2="53462"/>
                        <a14:foregroundMark x1="39778" y1="53654" x2="40889" y2="55577"/>
                        <a14:foregroundMark x1="45333" y1="48846" x2="45333" y2="51538"/>
                        <a14:backgroundMark x1="17111" y1="49808" x2="17111" y2="49808"/>
                        <a14:backgroundMark x1="42556" y1="50769" x2="42556" y2="50769"/>
                        <a14:backgroundMark x1="9556" y1="63654" x2="9556" y2="63654"/>
                        <a14:backgroundMark x1="9222" y1="63269" x2="9222" y2="63269"/>
                        <a14:backgroundMark x1="42790" y1="48846" x2="40444" y2="52500"/>
                        <a14:backgroundMark x1="43778" y1="47308" x2="42971" y2="48565"/>
                        <a14:backgroundMark x1="41912" y1="51607" x2="42971" y2="50963"/>
                        <a14:backgroundMark x1="43991" y1="48846" x2="43333" y2="47500"/>
                        <a14:backgroundMark x1="41320" y1="54992" x2="41667" y2="55192"/>
                        <a14:backgroundMark x1="9444" y1="58462" x2="10222" y2="66154"/>
                        <a14:backgroundMark x1="10222" y1="66154" x2="11111" y2="66154"/>
                        <a14:backgroundMark x1="10333" y1="66731" x2="9778" y2="65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57" t="23560" r="6623" b="26882"/>
          <a:stretch/>
        </p:blipFill>
        <p:spPr>
          <a:xfrm>
            <a:off x="10744200" y="81818"/>
            <a:ext cx="1325880" cy="4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35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logo with a clip&#10;&#10;Description automatically generated">
            <a:extLst>
              <a:ext uri="{FF2B5EF4-FFF2-40B4-BE49-F238E27FC236}">
                <a16:creationId xmlns:a16="http://schemas.microsoft.com/office/drawing/2014/main" id="{9B6C56AE-62EB-97BA-EFB9-870727490A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889" r="90000">
                        <a14:foregroundMark x1="14333" y1="36346" x2="10000" y2="51538"/>
                        <a14:foregroundMark x1="10000" y1="51538" x2="9156" y2="58548"/>
                        <a14:foregroundMark x1="10201" y1="68630" x2="10333" y2="69423"/>
                        <a14:foregroundMark x1="9808" y1="66278" x2="9923" y2="66968"/>
                        <a14:foregroundMark x1="11070" y1="69848" x2="11333" y2="70000"/>
                        <a14:foregroundMark x1="10333" y1="69423" x2="10741" y2="69659"/>
                        <a14:foregroundMark x1="41624" y1="45216" x2="41000" y2="45000"/>
                        <a14:foregroundMark x1="45409" y1="46526" x2="42558" y2="45539"/>
                        <a14:foregroundMark x1="46000" y1="46731" x2="45589" y2="46589"/>
                        <a14:foregroundMark x1="41000" y1="45000" x2="40933" y2="46292"/>
                        <a14:foregroundMark x1="45219" y1="49399" x2="45778" y2="48654"/>
                        <a14:foregroundMark x1="46110" y1="52103" x2="46556" y2="56731"/>
                        <a14:foregroundMark x1="45778" y1="48654" x2="45864" y2="49551"/>
                        <a14:foregroundMark x1="50667" y1="44808" x2="50222" y2="57115"/>
                        <a14:foregroundMark x1="54667" y1="44423" x2="54889" y2="54615"/>
                        <a14:foregroundMark x1="50778" y1="36923" x2="50778" y2="36923"/>
                        <a14:foregroundMark x1="62667" y1="38462" x2="62667" y2="38462"/>
                        <a14:foregroundMark x1="73778" y1="46154" x2="73778" y2="46154"/>
                        <a14:foregroundMark x1="84222" y1="43269" x2="84222" y2="43269"/>
                        <a14:foregroundMark x1="39667" y1="53654" x2="39778" y2="53462"/>
                        <a14:foregroundMark x1="39778" y1="53654" x2="40889" y2="55577"/>
                        <a14:foregroundMark x1="45333" y1="48846" x2="45333" y2="51538"/>
                        <a14:backgroundMark x1="17111" y1="49808" x2="17111" y2="49808"/>
                        <a14:backgroundMark x1="42556" y1="50769" x2="42556" y2="50769"/>
                        <a14:backgroundMark x1="9556" y1="63654" x2="9556" y2="63654"/>
                        <a14:backgroundMark x1="9222" y1="63269" x2="9222" y2="63269"/>
                        <a14:backgroundMark x1="42790" y1="48846" x2="40444" y2="52500"/>
                        <a14:backgroundMark x1="43778" y1="47308" x2="42971" y2="48565"/>
                        <a14:backgroundMark x1="41912" y1="51607" x2="42971" y2="50963"/>
                        <a14:backgroundMark x1="43991" y1="48846" x2="43333" y2="47500"/>
                        <a14:backgroundMark x1="41320" y1="54992" x2="41667" y2="55192"/>
                        <a14:backgroundMark x1="9444" y1="58462" x2="10222" y2="66154"/>
                        <a14:backgroundMark x1="10222" y1="66154" x2="11111" y2="66154"/>
                        <a14:backgroundMark x1="10333" y1="66731" x2="9778" y2="65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57" t="23560" r="6623" b="26882"/>
          <a:stretch/>
        </p:blipFill>
        <p:spPr>
          <a:xfrm>
            <a:off x="10744200" y="81818"/>
            <a:ext cx="1325880" cy="4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F30451A-A827-AD97-9A3B-7745E66BFF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6069" y="2161677"/>
            <a:ext cx="2654575" cy="3155964"/>
          </a:xfrm>
          <a:custGeom>
            <a:avLst/>
            <a:gdLst>
              <a:gd name="connsiteX0" fmla="*/ 208782 w 2654575"/>
              <a:gd name="connsiteY0" fmla="*/ 0 h 3155964"/>
              <a:gd name="connsiteX1" fmla="*/ 2445793 w 2654575"/>
              <a:gd name="connsiteY1" fmla="*/ 0 h 3155964"/>
              <a:gd name="connsiteX2" fmla="*/ 2654575 w 2654575"/>
              <a:gd name="connsiteY2" fmla="*/ 208782 h 3155964"/>
              <a:gd name="connsiteX3" fmla="*/ 2654575 w 2654575"/>
              <a:gd name="connsiteY3" fmla="*/ 2947182 h 3155964"/>
              <a:gd name="connsiteX4" fmla="*/ 2445793 w 2654575"/>
              <a:gd name="connsiteY4" fmla="*/ 3155964 h 3155964"/>
              <a:gd name="connsiteX5" fmla="*/ 208782 w 2654575"/>
              <a:gd name="connsiteY5" fmla="*/ 3155964 h 3155964"/>
              <a:gd name="connsiteX6" fmla="*/ 0 w 2654575"/>
              <a:gd name="connsiteY6" fmla="*/ 2947182 h 3155964"/>
              <a:gd name="connsiteX7" fmla="*/ 0 w 2654575"/>
              <a:gd name="connsiteY7" fmla="*/ 208782 h 3155964"/>
              <a:gd name="connsiteX8" fmla="*/ 208782 w 2654575"/>
              <a:gd name="connsiteY8" fmla="*/ 0 h 315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4575" h="3155964">
                <a:moveTo>
                  <a:pt x="208782" y="0"/>
                </a:moveTo>
                <a:lnTo>
                  <a:pt x="2445793" y="0"/>
                </a:lnTo>
                <a:cubicBezTo>
                  <a:pt x="2561100" y="0"/>
                  <a:pt x="2654575" y="93475"/>
                  <a:pt x="2654575" y="208782"/>
                </a:cubicBezTo>
                <a:lnTo>
                  <a:pt x="2654575" y="2947182"/>
                </a:lnTo>
                <a:cubicBezTo>
                  <a:pt x="2654575" y="3062489"/>
                  <a:pt x="2561100" y="3155964"/>
                  <a:pt x="2445793" y="3155964"/>
                </a:cubicBezTo>
                <a:lnTo>
                  <a:pt x="208782" y="3155964"/>
                </a:lnTo>
                <a:cubicBezTo>
                  <a:pt x="93475" y="3155964"/>
                  <a:pt x="0" y="3062489"/>
                  <a:pt x="0" y="2947182"/>
                </a:cubicBezTo>
                <a:lnTo>
                  <a:pt x="0" y="208782"/>
                </a:lnTo>
                <a:cubicBezTo>
                  <a:pt x="0" y="93475"/>
                  <a:pt x="93475" y="0"/>
                  <a:pt x="2087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91F2A65-1815-2F76-CF25-51D657B5C8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78140" y="2161677"/>
            <a:ext cx="2654575" cy="3155964"/>
          </a:xfrm>
          <a:custGeom>
            <a:avLst/>
            <a:gdLst>
              <a:gd name="connsiteX0" fmla="*/ 208782 w 2654575"/>
              <a:gd name="connsiteY0" fmla="*/ 0 h 3155964"/>
              <a:gd name="connsiteX1" fmla="*/ 2445793 w 2654575"/>
              <a:gd name="connsiteY1" fmla="*/ 0 h 3155964"/>
              <a:gd name="connsiteX2" fmla="*/ 2654575 w 2654575"/>
              <a:gd name="connsiteY2" fmla="*/ 208782 h 3155964"/>
              <a:gd name="connsiteX3" fmla="*/ 2654575 w 2654575"/>
              <a:gd name="connsiteY3" fmla="*/ 2947182 h 3155964"/>
              <a:gd name="connsiteX4" fmla="*/ 2445793 w 2654575"/>
              <a:gd name="connsiteY4" fmla="*/ 3155964 h 3155964"/>
              <a:gd name="connsiteX5" fmla="*/ 208782 w 2654575"/>
              <a:gd name="connsiteY5" fmla="*/ 3155964 h 3155964"/>
              <a:gd name="connsiteX6" fmla="*/ 0 w 2654575"/>
              <a:gd name="connsiteY6" fmla="*/ 2947182 h 3155964"/>
              <a:gd name="connsiteX7" fmla="*/ 0 w 2654575"/>
              <a:gd name="connsiteY7" fmla="*/ 208782 h 3155964"/>
              <a:gd name="connsiteX8" fmla="*/ 208782 w 2654575"/>
              <a:gd name="connsiteY8" fmla="*/ 0 h 315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4575" h="3155964">
                <a:moveTo>
                  <a:pt x="208782" y="0"/>
                </a:moveTo>
                <a:lnTo>
                  <a:pt x="2445793" y="0"/>
                </a:lnTo>
                <a:cubicBezTo>
                  <a:pt x="2561100" y="0"/>
                  <a:pt x="2654575" y="93475"/>
                  <a:pt x="2654575" y="208782"/>
                </a:cubicBezTo>
                <a:lnTo>
                  <a:pt x="2654575" y="2947182"/>
                </a:lnTo>
                <a:cubicBezTo>
                  <a:pt x="2654575" y="3062489"/>
                  <a:pt x="2561100" y="3155964"/>
                  <a:pt x="2445793" y="3155964"/>
                </a:cubicBezTo>
                <a:lnTo>
                  <a:pt x="208782" y="3155964"/>
                </a:lnTo>
                <a:cubicBezTo>
                  <a:pt x="93475" y="3155964"/>
                  <a:pt x="0" y="3062489"/>
                  <a:pt x="0" y="2947182"/>
                </a:cubicBezTo>
                <a:lnTo>
                  <a:pt x="0" y="208782"/>
                </a:lnTo>
                <a:cubicBezTo>
                  <a:pt x="0" y="93475"/>
                  <a:pt x="93475" y="0"/>
                  <a:pt x="2087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075098-1B54-88EF-CDC9-648EA16A28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10211" y="2161677"/>
            <a:ext cx="2654575" cy="3155964"/>
          </a:xfrm>
          <a:custGeom>
            <a:avLst/>
            <a:gdLst>
              <a:gd name="connsiteX0" fmla="*/ 208782 w 2654575"/>
              <a:gd name="connsiteY0" fmla="*/ 0 h 3155964"/>
              <a:gd name="connsiteX1" fmla="*/ 2445793 w 2654575"/>
              <a:gd name="connsiteY1" fmla="*/ 0 h 3155964"/>
              <a:gd name="connsiteX2" fmla="*/ 2654575 w 2654575"/>
              <a:gd name="connsiteY2" fmla="*/ 208782 h 3155964"/>
              <a:gd name="connsiteX3" fmla="*/ 2654575 w 2654575"/>
              <a:gd name="connsiteY3" fmla="*/ 2947182 h 3155964"/>
              <a:gd name="connsiteX4" fmla="*/ 2445793 w 2654575"/>
              <a:gd name="connsiteY4" fmla="*/ 3155964 h 3155964"/>
              <a:gd name="connsiteX5" fmla="*/ 208782 w 2654575"/>
              <a:gd name="connsiteY5" fmla="*/ 3155964 h 3155964"/>
              <a:gd name="connsiteX6" fmla="*/ 0 w 2654575"/>
              <a:gd name="connsiteY6" fmla="*/ 2947182 h 3155964"/>
              <a:gd name="connsiteX7" fmla="*/ 0 w 2654575"/>
              <a:gd name="connsiteY7" fmla="*/ 208782 h 3155964"/>
              <a:gd name="connsiteX8" fmla="*/ 208782 w 2654575"/>
              <a:gd name="connsiteY8" fmla="*/ 0 h 315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4575" h="3155964">
                <a:moveTo>
                  <a:pt x="208782" y="0"/>
                </a:moveTo>
                <a:lnTo>
                  <a:pt x="2445793" y="0"/>
                </a:lnTo>
                <a:cubicBezTo>
                  <a:pt x="2561100" y="0"/>
                  <a:pt x="2654575" y="93475"/>
                  <a:pt x="2654575" y="208782"/>
                </a:cubicBezTo>
                <a:lnTo>
                  <a:pt x="2654575" y="2947182"/>
                </a:lnTo>
                <a:cubicBezTo>
                  <a:pt x="2654575" y="3062489"/>
                  <a:pt x="2561100" y="3155964"/>
                  <a:pt x="2445793" y="3155964"/>
                </a:cubicBezTo>
                <a:lnTo>
                  <a:pt x="208782" y="3155964"/>
                </a:lnTo>
                <a:cubicBezTo>
                  <a:pt x="93475" y="3155964"/>
                  <a:pt x="0" y="3062489"/>
                  <a:pt x="0" y="2947182"/>
                </a:cubicBezTo>
                <a:lnTo>
                  <a:pt x="0" y="208782"/>
                </a:lnTo>
                <a:cubicBezTo>
                  <a:pt x="0" y="93475"/>
                  <a:pt x="93475" y="0"/>
                  <a:pt x="2087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85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427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744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3171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70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18E0EAE-CFFE-A18C-4CB3-5CEEDF32AF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76060" y="717458"/>
            <a:ext cx="3233279" cy="1816716"/>
          </a:xfrm>
          <a:custGeom>
            <a:avLst/>
            <a:gdLst>
              <a:gd name="connsiteX0" fmla="*/ 142885 w 3233279"/>
              <a:gd name="connsiteY0" fmla="*/ 0 h 1816716"/>
              <a:gd name="connsiteX1" fmla="*/ 3090394 w 3233279"/>
              <a:gd name="connsiteY1" fmla="*/ 0 h 1816716"/>
              <a:gd name="connsiteX2" fmla="*/ 3233279 w 3233279"/>
              <a:gd name="connsiteY2" fmla="*/ 142885 h 1816716"/>
              <a:gd name="connsiteX3" fmla="*/ 3233279 w 3233279"/>
              <a:gd name="connsiteY3" fmla="*/ 1673831 h 1816716"/>
              <a:gd name="connsiteX4" fmla="*/ 3090394 w 3233279"/>
              <a:gd name="connsiteY4" fmla="*/ 1816716 h 1816716"/>
              <a:gd name="connsiteX5" fmla="*/ 142885 w 3233279"/>
              <a:gd name="connsiteY5" fmla="*/ 1816716 h 1816716"/>
              <a:gd name="connsiteX6" fmla="*/ 0 w 3233279"/>
              <a:gd name="connsiteY6" fmla="*/ 1673831 h 1816716"/>
              <a:gd name="connsiteX7" fmla="*/ 0 w 3233279"/>
              <a:gd name="connsiteY7" fmla="*/ 142885 h 1816716"/>
              <a:gd name="connsiteX8" fmla="*/ 142885 w 3233279"/>
              <a:gd name="connsiteY8" fmla="*/ 0 h 1816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3279" h="1816716">
                <a:moveTo>
                  <a:pt x="142885" y="0"/>
                </a:moveTo>
                <a:lnTo>
                  <a:pt x="3090394" y="0"/>
                </a:lnTo>
                <a:cubicBezTo>
                  <a:pt x="3169307" y="0"/>
                  <a:pt x="3233279" y="63972"/>
                  <a:pt x="3233279" y="142885"/>
                </a:cubicBezTo>
                <a:lnTo>
                  <a:pt x="3233279" y="1673831"/>
                </a:lnTo>
                <a:cubicBezTo>
                  <a:pt x="3233279" y="1752744"/>
                  <a:pt x="3169307" y="1816716"/>
                  <a:pt x="3090394" y="1816716"/>
                </a:cubicBezTo>
                <a:lnTo>
                  <a:pt x="142885" y="1816716"/>
                </a:lnTo>
                <a:cubicBezTo>
                  <a:pt x="63972" y="1816716"/>
                  <a:pt x="0" y="1752744"/>
                  <a:pt x="0" y="1673831"/>
                </a:cubicBezTo>
                <a:lnTo>
                  <a:pt x="0" y="142885"/>
                </a:lnTo>
                <a:cubicBezTo>
                  <a:pt x="0" y="63972"/>
                  <a:pt x="63972" y="0"/>
                  <a:pt x="1428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66B23B-6E15-5AA9-AAD2-3DEEC78CC8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6060" y="2721353"/>
            <a:ext cx="3233279" cy="1816716"/>
          </a:xfrm>
          <a:custGeom>
            <a:avLst/>
            <a:gdLst>
              <a:gd name="connsiteX0" fmla="*/ 142885 w 3233279"/>
              <a:gd name="connsiteY0" fmla="*/ 0 h 1816716"/>
              <a:gd name="connsiteX1" fmla="*/ 3090394 w 3233279"/>
              <a:gd name="connsiteY1" fmla="*/ 0 h 1816716"/>
              <a:gd name="connsiteX2" fmla="*/ 3233279 w 3233279"/>
              <a:gd name="connsiteY2" fmla="*/ 142885 h 1816716"/>
              <a:gd name="connsiteX3" fmla="*/ 3233279 w 3233279"/>
              <a:gd name="connsiteY3" fmla="*/ 1673831 h 1816716"/>
              <a:gd name="connsiteX4" fmla="*/ 3090394 w 3233279"/>
              <a:gd name="connsiteY4" fmla="*/ 1816716 h 1816716"/>
              <a:gd name="connsiteX5" fmla="*/ 142885 w 3233279"/>
              <a:gd name="connsiteY5" fmla="*/ 1816716 h 1816716"/>
              <a:gd name="connsiteX6" fmla="*/ 0 w 3233279"/>
              <a:gd name="connsiteY6" fmla="*/ 1673831 h 1816716"/>
              <a:gd name="connsiteX7" fmla="*/ 0 w 3233279"/>
              <a:gd name="connsiteY7" fmla="*/ 142885 h 1816716"/>
              <a:gd name="connsiteX8" fmla="*/ 142885 w 3233279"/>
              <a:gd name="connsiteY8" fmla="*/ 0 h 1816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3279" h="1816716">
                <a:moveTo>
                  <a:pt x="142885" y="0"/>
                </a:moveTo>
                <a:lnTo>
                  <a:pt x="3090394" y="0"/>
                </a:lnTo>
                <a:cubicBezTo>
                  <a:pt x="3169307" y="0"/>
                  <a:pt x="3233279" y="63972"/>
                  <a:pt x="3233279" y="142885"/>
                </a:cubicBezTo>
                <a:lnTo>
                  <a:pt x="3233279" y="1673831"/>
                </a:lnTo>
                <a:cubicBezTo>
                  <a:pt x="3233279" y="1752744"/>
                  <a:pt x="3169307" y="1816716"/>
                  <a:pt x="3090394" y="1816716"/>
                </a:cubicBezTo>
                <a:lnTo>
                  <a:pt x="142885" y="1816716"/>
                </a:lnTo>
                <a:cubicBezTo>
                  <a:pt x="63972" y="1816716"/>
                  <a:pt x="0" y="1752744"/>
                  <a:pt x="0" y="1673831"/>
                </a:cubicBezTo>
                <a:lnTo>
                  <a:pt x="0" y="142885"/>
                </a:lnTo>
                <a:cubicBezTo>
                  <a:pt x="0" y="63972"/>
                  <a:pt x="63972" y="0"/>
                  <a:pt x="1428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3961C1-E39D-4731-3B53-1D7FCEC9C5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76059" y="4725248"/>
            <a:ext cx="3233279" cy="1816716"/>
          </a:xfrm>
          <a:custGeom>
            <a:avLst/>
            <a:gdLst>
              <a:gd name="connsiteX0" fmla="*/ 142885 w 3233279"/>
              <a:gd name="connsiteY0" fmla="*/ 0 h 1816716"/>
              <a:gd name="connsiteX1" fmla="*/ 3090394 w 3233279"/>
              <a:gd name="connsiteY1" fmla="*/ 0 h 1816716"/>
              <a:gd name="connsiteX2" fmla="*/ 3233279 w 3233279"/>
              <a:gd name="connsiteY2" fmla="*/ 142885 h 1816716"/>
              <a:gd name="connsiteX3" fmla="*/ 3233279 w 3233279"/>
              <a:gd name="connsiteY3" fmla="*/ 1673831 h 1816716"/>
              <a:gd name="connsiteX4" fmla="*/ 3090394 w 3233279"/>
              <a:gd name="connsiteY4" fmla="*/ 1816716 h 1816716"/>
              <a:gd name="connsiteX5" fmla="*/ 142885 w 3233279"/>
              <a:gd name="connsiteY5" fmla="*/ 1816716 h 1816716"/>
              <a:gd name="connsiteX6" fmla="*/ 0 w 3233279"/>
              <a:gd name="connsiteY6" fmla="*/ 1673831 h 1816716"/>
              <a:gd name="connsiteX7" fmla="*/ 0 w 3233279"/>
              <a:gd name="connsiteY7" fmla="*/ 142885 h 1816716"/>
              <a:gd name="connsiteX8" fmla="*/ 142885 w 3233279"/>
              <a:gd name="connsiteY8" fmla="*/ 0 h 1816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33279" h="1816716">
                <a:moveTo>
                  <a:pt x="142885" y="0"/>
                </a:moveTo>
                <a:lnTo>
                  <a:pt x="3090394" y="0"/>
                </a:lnTo>
                <a:cubicBezTo>
                  <a:pt x="3169307" y="0"/>
                  <a:pt x="3233279" y="63972"/>
                  <a:pt x="3233279" y="142885"/>
                </a:cubicBezTo>
                <a:lnTo>
                  <a:pt x="3233279" y="1673831"/>
                </a:lnTo>
                <a:cubicBezTo>
                  <a:pt x="3233279" y="1752744"/>
                  <a:pt x="3169307" y="1816716"/>
                  <a:pt x="3090394" y="1816716"/>
                </a:cubicBezTo>
                <a:lnTo>
                  <a:pt x="142885" y="1816716"/>
                </a:lnTo>
                <a:cubicBezTo>
                  <a:pt x="63972" y="1816716"/>
                  <a:pt x="0" y="1752744"/>
                  <a:pt x="0" y="1673831"/>
                </a:cubicBezTo>
                <a:lnTo>
                  <a:pt x="0" y="142885"/>
                </a:lnTo>
                <a:cubicBezTo>
                  <a:pt x="0" y="63972"/>
                  <a:pt x="63972" y="0"/>
                  <a:pt x="1428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073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4CE7CF7-6BC2-9BA7-3526-5ED44F9C50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4341" y="1196974"/>
            <a:ext cx="2493931" cy="2232026"/>
          </a:xfrm>
          <a:custGeom>
            <a:avLst/>
            <a:gdLst>
              <a:gd name="connsiteX0" fmla="*/ 175549 w 2493931"/>
              <a:gd name="connsiteY0" fmla="*/ 0 h 2232026"/>
              <a:gd name="connsiteX1" fmla="*/ 2318382 w 2493931"/>
              <a:gd name="connsiteY1" fmla="*/ 0 h 2232026"/>
              <a:gd name="connsiteX2" fmla="*/ 2493931 w 2493931"/>
              <a:gd name="connsiteY2" fmla="*/ 175549 h 2232026"/>
              <a:gd name="connsiteX3" fmla="*/ 2493931 w 2493931"/>
              <a:gd name="connsiteY3" fmla="*/ 2056477 h 2232026"/>
              <a:gd name="connsiteX4" fmla="*/ 2318382 w 2493931"/>
              <a:gd name="connsiteY4" fmla="*/ 2232026 h 2232026"/>
              <a:gd name="connsiteX5" fmla="*/ 175549 w 2493931"/>
              <a:gd name="connsiteY5" fmla="*/ 2232026 h 2232026"/>
              <a:gd name="connsiteX6" fmla="*/ 0 w 2493931"/>
              <a:gd name="connsiteY6" fmla="*/ 2056477 h 2232026"/>
              <a:gd name="connsiteX7" fmla="*/ 0 w 2493931"/>
              <a:gd name="connsiteY7" fmla="*/ 175549 h 2232026"/>
              <a:gd name="connsiteX8" fmla="*/ 175549 w 2493931"/>
              <a:gd name="connsiteY8" fmla="*/ 0 h 2232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931" h="2232026">
                <a:moveTo>
                  <a:pt x="175549" y="0"/>
                </a:moveTo>
                <a:lnTo>
                  <a:pt x="2318382" y="0"/>
                </a:lnTo>
                <a:cubicBezTo>
                  <a:pt x="2415335" y="0"/>
                  <a:pt x="2493931" y="78596"/>
                  <a:pt x="2493931" y="175549"/>
                </a:cubicBezTo>
                <a:lnTo>
                  <a:pt x="2493931" y="2056477"/>
                </a:lnTo>
                <a:cubicBezTo>
                  <a:pt x="2493931" y="2153430"/>
                  <a:pt x="2415335" y="2232026"/>
                  <a:pt x="2318382" y="2232026"/>
                </a:cubicBezTo>
                <a:lnTo>
                  <a:pt x="175549" y="2232026"/>
                </a:lnTo>
                <a:cubicBezTo>
                  <a:pt x="78596" y="2232026"/>
                  <a:pt x="0" y="2153430"/>
                  <a:pt x="0" y="2056477"/>
                </a:cubicBezTo>
                <a:lnTo>
                  <a:pt x="0" y="175549"/>
                </a:lnTo>
                <a:cubicBezTo>
                  <a:pt x="0" y="78596"/>
                  <a:pt x="78596" y="0"/>
                  <a:pt x="1755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8FB67A8-E5EC-3238-3481-A5B0A913AA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4342" y="3723431"/>
            <a:ext cx="2493931" cy="2305851"/>
          </a:xfrm>
          <a:custGeom>
            <a:avLst/>
            <a:gdLst>
              <a:gd name="connsiteX0" fmla="*/ 181355 w 2493931"/>
              <a:gd name="connsiteY0" fmla="*/ 0 h 2305851"/>
              <a:gd name="connsiteX1" fmla="*/ 2312576 w 2493931"/>
              <a:gd name="connsiteY1" fmla="*/ 0 h 2305851"/>
              <a:gd name="connsiteX2" fmla="*/ 2493931 w 2493931"/>
              <a:gd name="connsiteY2" fmla="*/ 181355 h 2305851"/>
              <a:gd name="connsiteX3" fmla="*/ 2493931 w 2493931"/>
              <a:gd name="connsiteY3" fmla="*/ 2124496 h 2305851"/>
              <a:gd name="connsiteX4" fmla="*/ 2312576 w 2493931"/>
              <a:gd name="connsiteY4" fmla="*/ 2305851 h 2305851"/>
              <a:gd name="connsiteX5" fmla="*/ 181355 w 2493931"/>
              <a:gd name="connsiteY5" fmla="*/ 2305851 h 2305851"/>
              <a:gd name="connsiteX6" fmla="*/ 0 w 2493931"/>
              <a:gd name="connsiteY6" fmla="*/ 2124496 h 2305851"/>
              <a:gd name="connsiteX7" fmla="*/ 0 w 2493931"/>
              <a:gd name="connsiteY7" fmla="*/ 181355 h 2305851"/>
              <a:gd name="connsiteX8" fmla="*/ 181355 w 2493931"/>
              <a:gd name="connsiteY8" fmla="*/ 0 h 2305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931" h="2305851">
                <a:moveTo>
                  <a:pt x="181355" y="0"/>
                </a:moveTo>
                <a:lnTo>
                  <a:pt x="2312576" y="0"/>
                </a:lnTo>
                <a:cubicBezTo>
                  <a:pt x="2412736" y="0"/>
                  <a:pt x="2493931" y="81195"/>
                  <a:pt x="2493931" y="181355"/>
                </a:cubicBezTo>
                <a:lnTo>
                  <a:pt x="2493931" y="2124496"/>
                </a:lnTo>
                <a:cubicBezTo>
                  <a:pt x="2493931" y="2224656"/>
                  <a:pt x="2412736" y="2305851"/>
                  <a:pt x="2312576" y="2305851"/>
                </a:cubicBezTo>
                <a:lnTo>
                  <a:pt x="181355" y="2305851"/>
                </a:lnTo>
                <a:cubicBezTo>
                  <a:pt x="81195" y="2305851"/>
                  <a:pt x="0" y="2224656"/>
                  <a:pt x="0" y="2124496"/>
                </a:cubicBezTo>
                <a:lnTo>
                  <a:pt x="0" y="181355"/>
                </a:lnTo>
                <a:cubicBezTo>
                  <a:pt x="0" y="81195"/>
                  <a:pt x="81195" y="0"/>
                  <a:pt x="18135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08CE4F9-11DE-636C-8FDC-1BDD6EAF5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4565" y="2578100"/>
            <a:ext cx="2599303" cy="3451181"/>
          </a:xfrm>
          <a:custGeom>
            <a:avLst/>
            <a:gdLst>
              <a:gd name="connsiteX0" fmla="*/ 204435 w 2599303"/>
              <a:gd name="connsiteY0" fmla="*/ 0 h 3451181"/>
              <a:gd name="connsiteX1" fmla="*/ 2394868 w 2599303"/>
              <a:gd name="connsiteY1" fmla="*/ 0 h 3451181"/>
              <a:gd name="connsiteX2" fmla="*/ 2599303 w 2599303"/>
              <a:gd name="connsiteY2" fmla="*/ 204435 h 3451181"/>
              <a:gd name="connsiteX3" fmla="*/ 2599303 w 2599303"/>
              <a:gd name="connsiteY3" fmla="*/ 3246746 h 3451181"/>
              <a:gd name="connsiteX4" fmla="*/ 2394868 w 2599303"/>
              <a:gd name="connsiteY4" fmla="*/ 3451181 h 3451181"/>
              <a:gd name="connsiteX5" fmla="*/ 204435 w 2599303"/>
              <a:gd name="connsiteY5" fmla="*/ 3451181 h 3451181"/>
              <a:gd name="connsiteX6" fmla="*/ 0 w 2599303"/>
              <a:gd name="connsiteY6" fmla="*/ 3246746 h 3451181"/>
              <a:gd name="connsiteX7" fmla="*/ 0 w 2599303"/>
              <a:gd name="connsiteY7" fmla="*/ 204435 h 3451181"/>
              <a:gd name="connsiteX8" fmla="*/ 204435 w 2599303"/>
              <a:gd name="connsiteY8" fmla="*/ 0 h 345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99303" h="3451181">
                <a:moveTo>
                  <a:pt x="204435" y="0"/>
                </a:moveTo>
                <a:lnTo>
                  <a:pt x="2394868" y="0"/>
                </a:lnTo>
                <a:cubicBezTo>
                  <a:pt x="2507774" y="0"/>
                  <a:pt x="2599303" y="91529"/>
                  <a:pt x="2599303" y="204435"/>
                </a:cubicBezTo>
                <a:lnTo>
                  <a:pt x="2599303" y="3246746"/>
                </a:lnTo>
                <a:cubicBezTo>
                  <a:pt x="2599303" y="3359652"/>
                  <a:pt x="2507774" y="3451181"/>
                  <a:pt x="2394868" y="3451181"/>
                </a:cubicBezTo>
                <a:lnTo>
                  <a:pt x="204435" y="3451181"/>
                </a:lnTo>
                <a:cubicBezTo>
                  <a:pt x="91529" y="3451181"/>
                  <a:pt x="0" y="3359652"/>
                  <a:pt x="0" y="3246746"/>
                </a:cubicBezTo>
                <a:lnTo>
                  <a:pt x="0" y="204435"/>
                </a:lnTo>
                <a:cubicBezTo>
                  <a:pt x="0" y="91529"/>
                  <a:pt x="91529" y="0"/>
                  <a:pt x="2044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D98CA0E-3E56-E68F-C7D8-00382BCEC9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6500" y="2578101"/>
            <a:ext cx="2387686" cy="3451181"/>
          </a:xfrm>
          <a:custGeom>
            <a:avLst/>
            <a:gdLst>
              <a:gd name="connsiteX0" fmla="*/ 187792 w 2387686"/>
              <a:gd name="connsiteY0" fmla="*/ 0 h 3451181"/>
              <a:gd name="connsiteX1" fmla="*/ 2199894 w 2387686"/>
              <a:gd name="connsiteY1" fmla="*/ 0 h 3451181"/>
              <a:gd name="connsiteX2" fmla="*/ 2387686 w 2387686"/>
              <a:gd name="connsiteY2" fmla="*/ 187792 h 3451181"/>
              <a:gd name="connsiteX3" fmla="*/ 2387686 w 2387686"/>
              <a:gd name="connsiteY3" fmla="*/ 3263389 h 3451181"/>
              <a:gd name="connsiteX4" fmla="*/ 2199894 w 2387686"/>
              <a:gd name="connsiteY4" fmla="*/ 3451181 h 3451181"/>
              <a:gd name="connsiteX5" fmla="*/ 187792 w 2387686"/>
              <a:gd name="connsiteY5" fmla="*/ 3451181 h 3451181"/>
              <a:gd name="connsiteX6" fmla="*/ 0 w 2387686"/>
              <a:gd name="connsiteY6" fmla="*/ 3263389 h 3451181"/>
              <a:gd name="connsiteX7" fmla="*/ 0 w 2387686"/>
              <a:gd name="connsiteY7" fmla="*/ 187792 h 3451181"/>
              <a:gd name="connsiteX8" fmla="*/ 187792 w 2387686"/>
              <a:gd name="connsiteY8" fmla="*/ 0 h 3451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7686" h="3451181">
                <a:moveTo>
                  <a:pt x="187792" y="0"/>
                </a:moveTo>
                <a:lnTo>
                  <a:pt x="2199894" y="0"/>
                </a:lnTo>
                <a:cubicBezTo>
                  <a:pt x="2303609" y="0"/>
                  <a:pt x="2387686" y="84077"/>
                  <a:pt x="2387686" y="187792"/>
                </a:cubicBezTo>
                <a:lnTo>
                  <a:pt x="2387686" y="3263389"/>
                </a:lnTo>
                <a:cubicBezTo>
                  <a:pt x="2387686" y="3367104"/>
                  <a:pt x="2303609" y="3451181"/>
                  <a:pt x="2199894" y="3451181"/>
                </a:cubicBezTo>
                <a:lnTo>
                  <a:pt x="187792" y="3451181"/>
                </a:lnTo>
                <a:cubicBezTo>
                  <a:pt x="84077" y="3451181"/>
                  <a:pt x="0" y="3367104"/>
                  <a:pt x="0" y="3263389"/>
                </a:cubicBezTo>
                <a:lnTo>
                  <a:pt x="0" y="187792"/>
                </a:lnTo>
                <a:cubicBezTo>
                  <a:pt x="0" y="84077"/>
                  <a:pt x="84077" y="0"/>
                  <a:pt x="1877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07ED7C0-6140-B889-EADF-9D046DE11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16819" y="1196974"/>
            <a:ext cx="2709954" cy="2260557"/>
          </a:xfrm>
          <a:custGeom>
            <a:avLst/>
            <a:gdLst>
              <a:gd name="connsiteX0" fmla="*/ 177793 w 2709954"/>
              <a:gd name="connsiteY0" fmla="*/ 0 h 2260557"/>
              <a:gd name="connsiteX1" fmla="*/ 2532161 w 2709954"/>
              <a:gd name="connsiteY1" fmla="*/ 0 h 2260557"/>
              <a:gd name="connsiteX2" fmla="*/ 2709954 w 2709954"/>
              <a:gd name="connsiteY2" fmla="*/ 177793 h 2260557"/>
              <a:gd name="connsiteX3" fmla="*/ 2709954 w 2709954"/>
              <a:gd name="connsiteY3" fmla="*/ 2082764 h 2260557"/>
              <a:gd name="connsiteX4" fmla="*/ 2532161 w 2709954"/>
              <a:gd name="connsiteY4" fmla="*/ 2260557 h 2260557"/>
              <a:gd name="connsiteX5" fmla="*/ 177793 w 2709954"/>
              <a:gd name="connsiteY5" fmla="*/ 2260557 h 2260557"/>
              <a:gd name="connsiteX6" fmla="*/ 0 w 2709954"/>
              <a:gd name="connsiteY6" fmla="*/ 2082764 h 2260557"/>
              <a:gd name="connsiteX7" fmla="*/ 0 w 2709954"/>
              <a:gd name="connsiteY7" fmla="*/ 177793 h 2260557"/>
              <a:gd name="connsiteX8" fmla="*/ 177793 w 2709954"/>
              <a:gd name="connsiteY8" fmla="*/ 0 h 226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9954" h="2260557">
                <a:moveTo>
                  <a:pt x="177793" y="0"/>
                </a:moveTo>
                <a:lnTo>
                  <a:pt x="2532161" y="0"/>
                </a:lnTo>
                <a:cubicBezTo>
                  <a:pt x="2630353" y="0"/>
                  <a:pt x="2709954" y="79601"/>
                  <a:pt x="2709954" y="177793"/>
                </a:cubicBezTo>
                <a:lnTo>
                  <a:pt x="2709954" y="2082764"/>
                </a:lnTo>
                <a:cubicBezTo>
                  <a:pt x="2709954" y="2180956"/>
                  <a:pt x="2630353" y="2260557"/>
                  <a:pt x="2532161" y="2260557"/>
                </a:cubicBezTo>
                <a:lnTo>
                  <a:pt x="177793" y="2260557"/>
                </a:lnTo>
                <a:cubicBezTo>
                  <a:pt x="79601" y="2260557"/>
                  <a:pt x="0" y="2180956"/>
                  <a:pt x="0" y="2082764"/>
                </a:cubicBezTo>
                <a:lnTo>
                  <a:pt x="0" y="177793"/>
                </a:lnTo>
                <a:cubicBezTo>
                  <a:pt x="0" y="79601"/>
                  <a:pt x="79601" y="0"/>
                  <a:pt x="17779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69AD42B-95AD-E387-4E6E-26ACB1B739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16819" y="3723431"/>
            <a:ext cx="2709954" cy="2305850"/>
          </a:xfrm>
          <a:custGeom>
            <a:avLst/>
            <a:gdLst>
              <a:gd name="connsiteX0" fmla="*/ 173301 w 2709954"/>
              <a:gd name="connsiteY0" fmla="*/ 0 h 2203450"/>
              <a:gd name="connsiteX1" fmla="*/ 2536653 w 2709954"/>
              <a:gd name="connsiteY1" fmla="*/ 0 h 2203450"/>
              <a:gd name="connsiteX2" fmla="*/ 2709954 w 2709954"/>
              <a:gd name="connsiteY2" fmla="*/ 173301 h 2203450"/>
              <a:gd name="connsiteX3" fmla="*/ 2709954 w 2709954"/>
              <a:gd name="connsiteY3" fmla="*/ 2030149 h 2203450"/>
              <a:gd name="connsiteX4" fmla="*/ 2536653 w 2709954"/>
              <a:gd name="connsiteY4" fmla="*/ 2203450 h 2203450"/>
              <a:gd name="connsiteX5" fmla="*/ 173301 w 2709954"/>
              <a:gd name="connsiteY5" fmla="*/ 2203450 h 2203450"/>
              <a:gd name="connsiteX6" fmla="*/ 0 w 2709954"/>
              <a:gd name="connsiteY6" fmla="*/ 2030149 h 2203450"/>
              <a:gd name="connsiteX7" fmla="*/ 0 w 2709954"/>
              <a:gd name="connsiteY7" fmla="*/ 173301 h 2203450"/>
              <a:gd name="connsiteX8" fmla="*/ 173301 w 2709954"/>
              <a:gd name="connsiteY8" fmla="*/ 0 h 220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09954" h="2203450">
                <a:moveTo>
                  <a:pt x="173301" y="0"/>
                </a:moveTo>
                <a:lnTo>
                  <a:pt x="2536653" y="0"/>
                </a:lnTo>
                <a:cubicBezTo>
                  <a:pt x="2632364" y="0"/>
                  <a:pt x="2709954" y="77590"/>
                  <a:pt x="2709954" y="173301"/>
                </a:cubicBezTo>
                <a:lnTo>
                  <a:pt x="2709954" y="2030149"/>
                </a:lnTo>
                <a:cubicBezTo>
                  <a:pt x="2709954" y="2125860"/>
                  <a:pt x="2632364" y="2203450"/>
                  <a:pt x="2536653" y="2203450"/>
                </a:cubicBezTo>
                <a:lnTo>
                  <a:pt x="173301" y="2203450"/>
                </a:lnTo>
                <a:cubicBezTo>
                  <a:pt x="77590" y="2203450"/>
                  <a:pt x="0" y="2125860"/>
                  <a:pt x="0" y="2030149"/>
                </a:cubicBezTo>
                <a:lnTo>
                  <a:pt x="0" y="173301"/>
                </a:lnTo>
                <a:cubicBezTo>
                  <a:pt x="0" y="77590"/>
                  <a:pt x="77590" y="0"/>
                  <a:pt x="1733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899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150A8F-FBFA-4653-1797-1C9816C6C0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226" y="2644170"/>
            <a:ext cx="3927995" cy="3172810"/>
          </a:xfrm>
          <a:custGeom>
            <a:avLst/>
            <a:gdLst>
              <a:gd name="connsiteX0" fmla="*/ 249542 w 3927995"/>
              <a:gd name="connsiteY0" fmla="*/ 0 h 3172810"/>
              <a:gd name="connsiteX1" fmla="*/ 3678453 w 3927995"/>
              <a:gd name="connsiteY1" fmla="*/ 0 h 3172810"/>
              <a:gd name="connsiteX2" fmla="*/ 3927995 w 3927995"/>
              <a:gd name="connsiteY2" fmla="*/ 249542 h 3172810"/>
              <a:gd name="connsiteX3" fmla="*/ 3927995 w 3927995"/>
              <a:gd name="connsiteY3" fmla="*/ 2923268 h 3172810"/>
              <a:gd name="connsiteX4" fmla="*/ 3678453 w 3927995"/>
              <a:gd name="connsiteY4" fmla="*/ 3172810 h 3172810"/>
              <a:gd name="connsiteX5" fmla="*/ 249542 w 3927995"/>
              <a:gd name="connsiteY5" fmla="*/ 3172810 h 3172810"/>
              <a:gd name="connsiteX6" fmla="*/ 0 w 3927995"/>
              <a:gd name="connsiteY6" fmla="*/ 2923268 h 3172810"/>
              <a:gd name="connsiteX7" fmla="*/ 0 w 3927995"/>
              <a:gd name="connsiteY7" fmla="*/ 249542 h 3172810"/>
              <a:gd name="connsiteX8" fmla="*/ 249542 w 3927995"/>
              <a:gd name="connsiteY8" fmla="*/ 0 h 317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7995" h="3172810">
                <a:moveTo>
                  <a:pt x="249542" y="0"/>
                </a:moveTo>
                <a:lnTo>
                  <a:pt x="3678453" y="0"/>
                </a:lnTo>
                <a:cubicBezTo>
                  <a:pt x="3816271" y="0"/>
                  <a:pt x="3927995" y="111724"/>
                  <a:pt x="3927995" y="249542"/>
                </a:cubicBezTo>
                <a:lnTo>
                  <a:pt x="3927995" y="2923268"/>
                </a:lnTo>
                <a:cubicBezTo>
                  <a:pt x="3927995" y="3061086"/>
                  <a:pt x="3816271" y="3172810"/>
                  <a:pt x="3678453" y="3172810"/>
                </a:cubicBezTo>
                <a:lnTo>
                  <a:pt x="249542" y="3172810"/>
                </a:lnTo>
                <a:cubicBezTo>
                  <a:pt x="111724" y="3172810"/>
                  <a:pt x="0" y="3061086"/>
                  <a:pt x="0" y="2923268"/>
                </a:cubicBezTo>
                <a:lnTo>
                  <a:pt x="0" y="249542"/>
                </a:lnTo>
                <a:cubicBezTo>
                  <a:pt x="0" y="111724"/>
                  <a:pt x="111724" y="0"/>
                  <a:pt x="2495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15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66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90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83DCFB-E8EC-208C-E0CE-058350F727B1}"/>
              </a:ext>
            </a:extLst>
          </p:cNvPr>
          <p:cNvSpPr/>
          <p:nvPr userDrawn="1"/>
        </p:nvSpPr>
        <p:spPr>
          <a:xfrm>
            <a:off x="2314575" y="0"/>
            <a:ext cx="779145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386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68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53" descr="A living room with a tv and a couch&#10;&#10;Description automatically generated">
            <a:extLst>
              <a:ext uri="{FF2B5EF4-FFF2-40B4-BE49-F238E27FC236}">
                <a16:creationId xmlns:a16="http://schemas.microsoft.com/office/drawing/2014/main" id="{F53F8843-9E66-467B-2CE6-3709B18B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67" t="1" r="23778" b="-1"/>
          <a:stretch/>
        </p:blipFill>
        <p:spPr>
          <a:xfrm>
            <a:off x="0" y="-1"/>
            <a:ext cx="5738668" cy="685800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 descr="A red logo with a clip&#10;&#10;Description automatically generated">
            <a:extLst>
              <a:ext uri="{FF2B5EF4-FFF2-40B4-BE49-F238E27FC236}">
                <a16:creationId xmlns:a16="http://schemas.microsoft.com/office/drawing/2014/main" id="{5A66E536-3642-1C8D-EACD-3C211E7CD3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556" r="91889">
                        <a14:foregroundMark x1="9556" y1="54808" x2="9556" y2="54808"/>
                        <a14:foregroundMark x1="39444" y1="49615" x2="39444" y2="49615"/>
                        <a14:foregroundMark x1="51000" y1="47500" x2="51000" y2="47500"/>
                        <a14:foregroundMark x1="55222" y1="47115" x2="55222" y2="47115"/>
                        <a14:foregroundMark x1="51111" y1="37308" x2="51111" y2="37308"/>
                        <a14:foregroundMark x1="62556" y1="40962" x2="62556" y2="40962"/>
                        <a14:foregroundMark x1="72444" y1="50192" x2="72444" y2="50192"/>
                        <a14:foregroundMark x1="82778" y1="45577" x2="82778" y2="45577"/>
                        <a14:foregroundMark x1="91889" y1="50577" x2="91889" y2="505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12" t="23677" r="6131" b="27243"/>
          <a:stretch/>
        </p:blipFill>
        <p:spPr>
          <a:xfrm>
            <a:off x="5948313" y="1211842"/>
            <a:ext cx="1734532" cy="561125"/>
          </a:xfrm>
          <a:prstGeom prst="rect">
            <a:avLst/>
          </a:prstGeom>
        </p:spPr>
      </p:pic>
      <p:sp>
        <p:nvSpPr>
          <p:cNvPr id="19" name="!!h1">
            <a:extLst>
              <a:ext uri="{FF2B5EF4-FFF2-40B4-BE49-F238E27FC236}">
                <a16:creationId xmlns:a16="http://schemas.microsoft.com/office/drawing/2014/main" id="{F468C9BD-E472-8B90-60AC-B149006DEAE7}"/>
              </a:ext>
            </a:extLst>
          </p:cNvPr>
          <p:cNvSpPr/>
          <p:nvPr/>
        </p:nvSpPr>
        <p:spPr>
          <a:xfrm>
            <a:off x="5197834" y="4764048"/>
            <a:ext cx="5297865" cy="107756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8DAD5-374F-68C2-C876-E715489D339A}"/>
              </a:ext>
            </a:extLst>
          </p:cNvPr>
          <p:cNvSpPr txBox="1"/>
          <p:nvPr/>
        </p:nvSpPr>
        <p:spPr>
          <a:xfrm>
            <a:off x="5982879" y="5104154"/>
            <a:ext cx="6070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vi-VN" sz="2000"/>
              <a:t>Bang_A46483_Nguyễn Thị Thùy Trang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F0596-445D-AEA3-DB1A-B9B4924BA27B}"/>
              </a:ext>
            </a:extLst>
          </p:cNvPr>
          <p:cNvSpPr txBox="1"/>
          <p:nvPr/>
        </p:nvSpPr>
        <p:spPr>
          <a:xfrm>
            <a:off x="5848599" y="2129833"/>
            <a:ext cx="63473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5A5F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ea typeface="ADLaM Display" panose="02010000000000000000" pitchFamily="2" charset="0"/>
                <a:cs typeface="ADLaM Display" panose="02010000000000000000" pitchFamily="2" charset="0"/>
              </a:rPr>
              <a:t>THU HÚT KHÁCH HÀNG ĐẶT PHÒNG “TRỐNG”</a:t>
            </a:r>
            <a:endParaRPr lang="en-US" sz="4800" b="1">
              <a:ln w="13462">
                <a:solidFill>
                  <a:schemeClr val="bg1"/>
                </a:solidFill>
                <a:prstDash val="solid"/>
              </a:ln>
              <a:solidFill>
                <a:srgbClr val="FF5A5F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3" name="!!h2">
            <a:extLst>
              <a:ext uri="{FF2B5EF4-FFF2-40B4-BE49-F238E27FC236}">
                <a16:creationId xmlns:a16="http://schemas.microsoft.com/office/drawing/2014/main" id="{CB8F9D27-E7FC-ADBB-6930-E91A45B0556E}"/>
              </a:ext>
            </a:extLst>
          </p:cNvPr>
          <p:cNvSpPr/>
          <p:nvPr/>
        </p:nvSpPr>
        <p:spPr>
          <a:xfrm>
            <a:off x="10792840" y="4764047"/>
            <a:ext cx="118365" cy="107757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h3">
            <a:extLst>
              <a:ext uri="{FF2B5EF4-FFF2-40B4-BE49-F238E27FC236}">
                <a16:creationId xmlns:a16="http://schemas.microsoft.com/office/drawing/2014/main" id="{96DC15ED-3A86-6E6D-DF67-4E7F45B5957B}"/>
              </a:ext>
            </a:extLst>
          </p:cNvPr>
          <p:cNvSpPr/>
          <p:nvPr/>
        </p:nvSpPr>
        <p:spPr>
          <a:xfrm>
            <a:off x="11061307" y="4764047"/>
            <a:ext cx="118365" cy="107757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h4">
            <a:extLst>
              <a:ext uri="{FF2B5EF4-FFF2-40B4-BE49-F238E27FC236}">
                <a16:creationId xmlns:a16="http://schemas.microsoft.com/office/drawing/2014/main" id="{2229C0A1-AC40-A8D1-C49F-5F1074F75509}"/>
              </a:ext>
            </a:extLst>
          </p:cNvPr>
          <p:cNvSpPr/>
          <p:nvPr/>
        </p:nvSpPr>
        <p:spPr>
          <a:xfrm>
            <a:off x="11329774" y="4764046"/>
            <a:ext cx="118365" cy="107757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05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49925B-57AF-BBF6-D4A2-B5E951B23D34}"/>
              </a:ext>
            </a:extLst>
          </p:cNvPr>
          <p:cNvSpPr/>
          <p:nvPr/>
        </p:nvSpPr>
        <p:spPr>
          <a:xfrm>
            <a:off x="982663" y="3667772"/>
            <a:ext cx="2340754" cy="2210864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70D18C-35D9-8DF3-6C2D-DAB23FC569DE}"/>
              </a:ext>
            </a:extLst>
          </p:cNvPr>
          <p:cNvSpPr/>
          <p:nvPr/>
        </p:nvSpPr>
        <p:spPr>
          <a:xfrm>
            <a:off x="3556180" y="3326049"/>
            <a:ext cx="2340754" cy="2552587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51BF44-8DBC-E68D-B2A5-2C8EBA4693CE}"/>
              </a:ext>
            </a:extLst>
          </p:cNvPr>
          <p:cNvSpPr/>
          <p:nvPr/>
        </p:nvSpPr>
        <p:spPr>
          <a:xfrm>
            <a:off x="6129697" y="2984327"/>
            <a:ext cx="2340754" cy="2894309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80B2DB-05FF-CE8E-45F5-C4D73F281A20}"/>
              </a:ext>
            </a:extLst>
          </p:cNvPr>
          <p:cNvSpPr/>
          <p:nvPr/>
        </p:nvSpPr>
        <p:spPr>
          <a:xfrm>
            <a:off x="8703214" y="2633390"/>
            <a:ext cx="2340754" cy="3245246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9A9D9F-A1FD-333C-FA99-B0A937F0C114}"/>
              </a:ext>
            </a:extLst>
          </p:cNvPr>
          <p:cNvGrpSpPr/>
          <p:nvPr/>
        </p:nvGrpSpPr>
        <p:grpSpPr>
          <a:xfrm>
            <a:off x="1001713" y="913983"/>
            <a:ext cx="7607300" cy="886066"/>
            <a:chOff x="789209" y="1408647"/>
            <a:chExt cx="7607300" cy="88606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DC1E0EA-DB4E-E0D2-5ED3-3250383A4019}"/>
                </a:ext>
              </a:extLst>
            </p:cNvPr>
            <p:cNvSpPr/>
            <p:nvPr/>
          </p:nvSpPr>
          <p:spPr>
            <a:xfrm>
              <a:off x="789209" y="1408647"/>
              <a:ext cx="7607300" cy="8860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1905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F46D07-4060-346B-6D28-E997385F9F72}"/>
                </a:ext>
              </a:extLst>
            </p:cNvPr>
            <p:cNvSpPr txBox="1"/>
            <p:nvPr/>
          </p:nvSpPr>
          <p:spPr>
            <a:xfrm>
              <a:off x="1310297" y="1528514"/>
              <a:ext cx="5198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r>
                <a:rPr lang="vi-VN" sz="3600" b="1" spc="0">
                  <a:solidFill>
                    <a:srgbClr val="FF5A5F"/>
                  </a:solidFill>
                  <a:latin typeface="+mn-lt"/>
                  <a:ea typeface="ADLaM Display" panose="02010000000000000000" pitchFamily="2" charset="0"/>
                  <a:cs typeface="Aharoni" panose="02010803020104030203" pitchFamily="2" charset="-79"/>
                </a:rPr>
                <a:t>Nội dung</a:t>
              </a:r>
              <a:endParaRPr lang="en-IN" sz="3600" b="1" spc="0" dirty="0">
                <a:solidFill>
                  <a:srgbClr val="FF5A5F"/>
                </a:solidFill>
                <a:latin typeface="+mn-lt"/>
                <a:ea typeface="ADLaM Display" panose="02010000000000000000" pitchFamily="2" charset="0"/>
                <a:cs typeface="Aharoni" panose="02010803020104030203" pitchFamily="2" charset="-79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C941232-6AF7-320F-B48B-0560EF8ED41C}"/>
                </a:ext>
              </a:extLst>
            </p:cNvPr>
            <p:cNvGrpSpPr/>
            <p:nvPr/>
          </p:nvGrpSpPr>
          <p:grpSpPr>
            <a:xfrm>
              <a:off x="7545331" y="1480199"/>
              <a:ext cx="734888" cy="742960"/>
              <a:chOff x="7211466" y="1719600"/>
              <a:chExt cx="444130" cy="44900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9090D3F-C860-F484-FD32-D4B6CFDF647B}"/>
                  </a:ext>
                </a:extLst>
              </p:cNvPr>
              <p:cNvSpPr/>
              <p:nvPr/>
            </p:nvSpPr>
            <p:spPr>
              <a:xfrm>
                <a:off x="7211466" y="1719600"/>
                <a:ext cx="444130" cy="449008"/>
              </a:xfrm>
              <a:prstGeom prst="roundRect">
                <a:avLst>
                  <a:gd name="adj" fmla="val 50000"/>
                </a:avLst>
              </a:prstGeom>
              <a:solidFill>
                <a:srgbClr val="FF5A5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3DF09395-BCBA-ECC3-41D4-1AFC47E5F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9243" y="1849816"/>
                <a:ext cx="188577" cy="188577"/>
              </a:xfrm>
              <a:prstGeom prst="rect">
                <a:avLst/>
              </a:prstGeom>
            </p:spPr>
          </p:pic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6931713-A3CF-AD54-CA9A-98F69E1C0143}"/>
              </a:ext>
            </a:extLst>
          </p:cNvPr>
          <p:cNvSpPr txBox="1"/>
          <p:nvPr/>
        </p:nvSpPr>
        <p:spPr>
          <a:xfrm>
            <a:off x="1248066" y="4345914"/>
            <a:ext cx="1865231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vi-VN" sz="1800" b="1">
                <a:latin typeface="+mn-lt"/>
              </a:rPr>
              <a:t>Mở đầu</a:t>
            </a:r>
            <a:endParaRPr lang="en-IN" sz="1800" b="1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19914A-EBDE-3FBB-A0CD-82BB8EDCD8F9}"/>
              </a:ext>
            </a:extLst>
          </p:cNvPr>
          <p:cNvSpPr txBox="1"/>
          <p:nvPr/>
        </p:nvSpPr>
        <p:spPr>
          <a:xfrm>
            <a:off x="3793001" y="3977445"/>
            <a:ext cx="202472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vi-VN" sz="1600" b="1">
                <a:latin typeface="+mn-lt"/>
              </a:rPr>
              <a:t>Khoảng “trống” trong thị trường Airbnb Bangkok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0A0C3-DE7A-5FCE-456E-619D154352D3}"/>
              </a:ext>
            </a:extLst>
          </p:cNvPr>
          <p:cNvSpPr txBox="1"/>
          <p:nvPr/>
        </p:nvSpPr>
        <p:spPr>
          <a:xfrm>
            <a:off x="6406552" y="3482576"/>
            <a:ext cx="1917462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vi-VN" sz="1800" b="1">
                <a:latin typeface="+mn-lt"/>
              </a:rPr>
              <a:t>Vấn đề nằm ở đâu?</a:t>
            </a:r>
            <a:endParaRPr lang="en-IN" sz="1800" b="1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528B2C-6619-7DA4-6E4E-DF091B0305A7}"/>
              </a:ext>
            </a:extLst>
          </p:cNvPr>
          <p:cNvSpPr txBox="1"/>
          <p:nvPr/>
        </p:nvSpPr>
        <p:spPr>
          <a:xfrm>
            <a:off x="9248676" y="3233406"/>
            <a:ext cx="1809947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vi-VN" sz="1800" b="1">
                <a:latin typeface="+mn-lt"/>
              </a:rPr>
              <a:t>Đề xuất</a:t>
            </a:r>
            <a:endParaRPr lang="en-IN" sz="1800" b="1" dirty="0">
              <a:latin typeface="+mn-lt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7589EEE-B08C-7E85-C421-0ABFD85DBE5B}"/>
              </a:ext>
            </a:extLst>
          </p:cNvPr>
          <p:cNvSpPr/>
          <p:nvPr/>
        </p:nvSpPr>
        <p:spPr>
          <a:xfrm>
            <a:off x="7034226" y="5073389"/>
            <a:ext cx="501622" cy="452632"/>
          </a:xfrm>
          <a:custGeom>
            <a:avLst/>
            <a:gdLst>
              <a:gd name="connsiteX0" fmla="*/ 29646 w 563280"/>
              <a:gd name="connsiteY0" fmla="*/ 377531 h 508271"/>
              <a:gd name="connsiteX1" fmla="*/ 59293 w 563280"/>
              <a:gd name="connsiteY1" fmla="*/ 382274 h 508271"/>
              <a:gd name="connsiteX2" fmla="*/ 259405 w 563280"/>
              <a:gd name="connsiteY2" fmla="*/ 382274 h 508271"/>
              <a:gd name="connsiteX3" fmla="*/ 259405 w 563280"/>
              <a:gd name="connsiteY3" fmla="*/ 392799 h 508271"/>
              <a:gd name="connsiteX4" fmla="*/ 281640 w 563280"/>
              <a:gd name="connsiteY4" fmla="*/ 415034 h 508271"/>
              <a:gd name="connsiteX5" fmla="*/ 303875 w 563280"/>
              <a:gd name="connsiteY5" fmla="*/ 392799 h 508271"/>
              <a:gd name="connsiteX6" fmla="*/ 303875 w 563280"/>
              <a:gd name="connsiteY6" fmla="*/ 382274 h 508271"/>
              <a:gd name="connsiteX7" fmla="*/ 503987 w 563280"/>
              <a:gd name="connsiteY7" fmla="*/ 382274 h 508271"/>
              <a:gd name="connsiteX8" fmla="*/ 533634 w 563280"/>
              <a:gd name="connsiteY8" fmla="*/ 377531 h 508271"/>
              <a:gd name="connsiteX9" fmla="*/ 533634 w 563280"/>
              <a:gd name="connsiteY9" fmla="*/ 478625 h 508271"/>
              <a:gd name="connsiteX10" fmla="*/ 503987 w 563280"/>
              <a:gd name="connsiteY10" fmla="*/ 508271 h 508271"/>
              <a:gd name="connsiteX11" fmla="*/ 59293 w 563280"/>
              <a:gd name="connsiteY11" fmla="*/ 508271 h 508271"/>
              <a:gd name="connsiteX12" fmla="*/ 29646 w 563280"/>
              <a:gd name="connsiteY12" fmla="*/ 478625 h 508271"/>
              <a:gd name="connsiteX13" fmla="*/ 29646 w 563280"/>
              <a:gd name="connsiteY13" fmla="*/ 108046 h 508271"/>
              <a:gd name="connsiteX14" fmla="*/ 533634 w 563280"/>
              <a:gd name="connsiteY14" fmla="*/ 108046 h 508271"/>
              <a:gd name="connsiteX15" fmla="*/ 563280 w 563280"/>
              <a:gd name="connsiteY15" fmla="*/ 137692 h 508271"/>
              <a:gd name="connsiteX16" fmla="*/ 563280 w 563280"/>
              <a:gd name="connsiteY16" fmla="*/ 285924 h 508271"/>
              <a:gd name="connsiteX17" fmla="*/ 503987 w 563280"/>
              <a:gd name="connsiteY17" fmla="*/ 345216 h 508271"/>
              <a:gd name="connsiteX18" fmla="*/ 303875 w 563280"/>
              <a:gd name="connsiteY18" fmla="*/ 345216 h 508271"/>
              <a:gd name="connsiteX19" fmla="*/ 303875 w 563280"/>
              <a:gd name="connsiteY19" fmla="*/ 327874 h 508271"/>
              <a:gd name="connsiteX20" fmla="*/ 281640 w 563280"/>
              <a:gd name="connsiteY20" fmla="*/ 305639 h 508271"/>
              <a:gd name="connsiteX21" fmla="*/ 259405 w 563280"/>
              <a:gd name="connsiteY21" fmla="*/ 327874 h 508271"/>
              <a:gd name="connsiteX22" fmla="*/ 259405 w 563280"/>
              <a:gd name="connsiteY22" fmla="*/ 345216 h 508271"/>
              <a:gd name="connsiteX23" fmla="*/ 59293 w 563280"/>
              <a:gd name="connsiteY23" fmla="*/ 345216 h 508271"/>
              <a:gd name="connsiteX24" fmla="*/ 0 w 563280"/>
              <a:gd name="connsiteY24" fmla="*/ 285924 h 508271"/>
              <a:gd name="connsiteX25" fmla="*/ 0 w 563280"/>
              <a:gd name="connsiteY25" fmla="*/ 137692 h 508271"/>
              <a:gd name="connsiteX26" fmla="*/ 29646 w 563280"/>
              <a:gd name="connsiteY26" fmla="*/ 108046 h 508271"/>
              <a:gd name="connsiteX27" fmla="*/ 192701 w 563280"/>
              <a:gd name="connsiteY27" fmla="*/ 0 h 508271"/>
              <a:gd name="connsiteX28" fmla="*/ 370579 w 563280"/>
              <a:gd name="connsiteY28" fmla="*/ 0 h 508271"/>
              <a:gd name="connsiteX29" fmla="*/ 420682 w 563280"/>
              <a:gd name="connsiteY29" fmla="*/ 50102 h 508271"/>
              <a:gd name="connsiteX30" fmla="*/ 420682 w 563280"/>
              <a:gd name="connsiteY30" fmla="*/ 86863 h 508271"/>
              <a:gd name="connsiteX31" fmla="*/ 370579 w 563280"/>
              <a:gd name="connsiteY31" fmla="*/ 86863 h 508271"/>
              <a:gd name="connsiteX32" fmla="*/ 370579 w 563280"/>
              <a:gd name="connsiteY32" fmla="*/ 50102 h 508271"/>
              <a:gd name="connsiteX33" fmla="*/ 192701 w 563280"/>
              <a:gd name="connsiteY33" fmla="*/ 50102 h 508271"/>
              <a:gd name="connsiteX34" fmla="*/ 192701 w 563280"/>
              <a:gd name="connsiteY34" fmla="*/ 86863 h 508271"/>
              <a:gd name="connsiteX35" fmla="*/ 142599 w 563280"/>
              <a:gd name="connsiteY35" fmla="*/ 86863 h 508271"/>
              <a:gd name="connsiteX36" fmla="*/ 142599 w 563280"/>
              <a:gd name="connsiteY36" fmla="*/ 50102 h 508271"/>
              <a:gd name="connsiteX37" fmla="*/ 192701 w 563280"/>
              <a:gd name="connsiteY37" fmla="*/ 0 h 508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63280" h="508271">
                <a:moveTo>
                  <a:pt x="29646" y="377531"/>
                </a:moveTo>
                <a:cubicBezTo>
                  <a:pt x="38985" y="380644"/>
                  <a:pt x="48916" y="382274"/>
                  <a:pt x="59293" y="382274"/>
                </a:cubicBezTo>
                <a:lnTo>
                  <a:pt x="259405" y="382274"/>
                </a:lnTo>
                <a:lnTo>
                  <a:pt x="259405" y="392799"/>
                </a:lnTo>
                <a:cubicBezTo>
                  <a:pt x="259405" y="405102"/>
                  <a:pt x="269337" y="415034"/>
                  <a:pt x="281640" y="415034"/>
                </a:cubicBezTo>
                <a:cubicBezTo>
                  <a:pt x="293943" y="415034"/>
                  <a:pt x="303875" y="405102"/>
                  <a:pt x="303875" y="392799"/>
                </a:cubicBezTo>
                <a:lnTo>
                  <a:pt x="303875" y="382274"/>
                </a:lnTo>
                <a:lnTo>
                  <a:pt x="503987" y="382274"/>
                </a:lnTo>
                <a:cubicBezTo>
                  <a:pt x="514364" y="382274"/>
                  <a:pt x="524295" y="380496"/>
                  <a:pt x="533634" y="377531"/>
                </a:cubicBezTo>
                <a:lnTo>
                  <a:pt x="533634" y="478625"/>
                </a:lnTo>
                <a:cubicBezTo>
                  <a:pt x="533634" y="494930"/>
                  <a:pt x="520293" y="508271"/>
                  <a:pt x="503987" y="508271"/>
                </a:cubicBezTo>
                <a:lnTo>
                  <a:pt x="59293" y="508271"/>
                </a:lnTo>
                <a:cubicBezTo>
                  <a:pt x="42987" y="508271"/>
                  <a:pt x="29646" y="494930"/>
                  <a:pt x="29646" y="478625"/>
                </a:cubicBezTo>
                <a:close/>
                <a:moveTo>
                  <a:pt x="29646" y="108046"/>
                </a:moveTo>
                <a:lnTo>
                  <a:pt x="533634" y="108046"/>
                </a:lnTo>
                <a:cubicBezTo>
                  <a:pt x="549939" y="108046"/>
                  <a:pt x="563280" y="121387"/>
                  <a:pt x="563280" y="137692"/>
                </a:cubicBezTo>
                <a:lnTo>
                  <a:pt x="563280" y="285924"/>
                </a:lnTo>
                <a:cubicBezTo>
                  <a:pt x="563280" y="318683"/>
                  <a:pt x="536746" y="345216"/>
                  <a:pt x="503987" y="345216"/>
                </a:cubicBezTo>
                <a:lnTo>
                  <a:pt x="303875" y="345216"/>
                </a:lnTo>
                <a:lnTo>
                  <a:pt x="303875" y="327874"/>
                </a:lnTo>
                <a:cubicBezTo>
                  <a:pt x="303875" y="315570"/>
                  <a:pt x="293943" y="305639"/>
                  <a:pt x="281640" y="305639"/>
                </a:cubicBezTo>
                <a:cubicBezTo>
                  <a:pt x="269337" y="305639"/>
                  <a:pt x="259405" y="315570"/>
                  <a:pt x="259405" y="327874"/>
                </a:cubicBezTo>
                <a:lnTo>
                  <a:pt x="259405" y="345216"/>
                </a:lnTo>
                <a:lnTo>
                  <a:pt x="59293" y="345216"/>
                </a:lnTo>
                <a:cubicBezTo>
                  <a:pt x="26534" y="345216"/>
                  <a:pt x="0" y="318683"/>
                  <a:pt x="0" y="285924"/>
                </a:cubicBezTo>
                <a:lnTo>
                  <a:pt x="0" y="137692"/>
                </a:lnTo>
                <a:cubicBezTo>
                  <a:pt x="0" y="121387"/>
                  <a:pt x="13341" y="108046"/>
                  <a:pt x="29646" y="108046"/>
                </a:cubicBezTo>
                <a:close/>
                <a:moveTo>
                  <a:pt x="192701" y="0"/>
                </a:moveTo>
                <a:lnTo>
                  <a:pt x="370579" y="0"/>
                </a:lnTo>
                <a:cubicBezTo>
                  <a:pt x="398298" y="0"/>
                  <a:pt x="420682" y="22383"/>
                  <a:pt x="420682" y="50102"/>
                </a:cubicBezTo>
                <a:lnTo>
                  <a:pt x="420682" y="86863"/>
                </a:lnTo>
                <a:lnTo>
                  <a:pt x="370579" y="86863"/>
                </a:lnTo>
                <a:lnTo>
                  <a:pt x="370579" y="50102"/>
                </a:lnTo>
                <a:lnTo>
                  <a:pt x="192701" y="50102"/>
                </a:lnTo>
                <a:lnTo>
                  <a:pt x="192701" y="86863"/>
                </a:lnTo>
                <a:lnTo>
                  <a:pt x="142599" y="86863"/>
                </a:lnTo>
                <a:lnTo>
                  <a:pt x="142599" y="50102"/>
                </a:lnTo>
                <a:cubicBezTo>
                  <a:pt x="142599" y="22383"/>
                  <a:pt x="164982" y="0"/>
                  <a:pt x="192701" y="0"/>
                </a:cubicBezTo>
                <a:close/>
              </a:path>
            </a:pathLst>
          </a:custGeom>
          <a:solidFill>
            <a:srgbClr val="FF5A5F"/>
          </a:solidFill>
          <a:ln w="1480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D66756A-E599-CC81-B686-9BA49F7C4CE2}"/>
              </a:ext>
            </a:extLst>
          </p:cNvPr>
          <p:cNvSpPr/>
          <p:nvPr/>
        </p:nvSpPr>
        <p:spPr>
          <a:xfrm>
            <a:off x="4642289" y="5105479"/>
            <a:ext cx="388470" cy="388452"/>
          </a:xfrm>
          <a:custGeom>
            <a:avLst/>
            <a:gdLst>
              <a:gd name="connsiteX0" fmla="*/ 22235 w 489164"/>
              <a:gd name="connsiteY0" fmla="*/ 444672 h 489142"/>
              <a:gd name="connsiteX1" fmla="*/ 466929 w 489164"/>
              <a:gd name="connsiteY1" fmla="*/ 444672 h 489142"/>
              <a:gd name="connsiteX2" fmla="*/ 489164 w 489164"/>
              <a:gd name="connsiteY2" fmla="*/ 466907 h 489142"/>
              <a:gd name="connsiteX3" fmla="*/ 466929 w 489164"/>
              <a:gd name="connsiteY3" fmla="*/ 489142 h 489142"/>
              <a:gd name="connsiteX4" fmla="*/ 22235 w 489164"/>
              <a:gd name="connsiteY4" fmla="*/ 489142 h 489142"/>
              <a:gd name="connsiteX5" fmla="*/ 0 w 489164"/>
              <a:gd name="connsiteY5" fmla="*/ 466907 h 489142"/>
              <a:gd name="connsiteX6" fmla="*/ 22235 w 489164"/>
              <a:gd name="connsiteY6" fmla="*/ 444672 h 489142"/>
              <a:gd name="connsiteX7" fmla="*/ 81527 w 489164"/>
              <a:gd name="connsiteY7" fmla="*/ 259383 h 489142"/>
              <a:gd name="connsiteX8" fmla="*/ 140820 w 489164"/>
              <a:gd name="connsiteY8" fmla="*/ 259383 h 489142"/>
              <a:gd name="connsiteX9" fmla="*/ 155643 w 489164"/>
              <a:gd name="connsiteY9" fmla="*/ 274206 h 489142"/>
              <a:gd name="connsiteX10" fmla="*/ 155643 w 489164"/>
              <a:gd name="connsiteY10" fmla="*/ 407614 h 489142"/>
              <a:gd name="connsiteX11" fmla="*/ 66704 w 489164"/>
              <a:gd name="connsiteY11" fmla="*/ 407614 h 489142"/>
              <a:gd name="connsiteX12" fmla="*/ 66704 w 489164"/>
              <a:gd name="connsiteY12" fmla="*/ 274206 h 489142"/>
              <a:gd name="connsiteX13" fmla="*/ 81527 w 489164"/>
              <a:gd name="connsiteY13" fmla="*/ 259383 h 489142"/>
              <a:gd name="connsiteX14" fmla="*/ 333521 w 489164"/>
              <a:gd name="connsiteY14" fmla="*/ 214913 h 489142"/>
              <a:gd name="connsiteX15" fmla="*/ 392814 w 489164"/>
              <a:gd name="connsiteY15" fmla="*/ 214913 h 489142"/>
              <a:gd name="connsiteX16" fmla="*/ 407637 w 489164"/>
              <a:gd name="connsiteY16" fmla="*/ 229736 h 489142"/>
              <a:gd name="connsiteX17" fmla="*/ 407637 w 489164"/>
              <a:gd name="connsiteY17" fmla="*/ 407614 h 489142"/>
              <a:gd name="connsiteX18" fmla="*/ 318698 w 489164"/>
              <a:gd name="connsiteY18" fmla="*/ 407614 h 489142"/>
              <a:gd name="connsiteX19" fmla="*/ 318698 w 489164"/>
              <a:gd name="connsiteY19" fmla="*/ 229736 h 489142"/>
              <a:gd name="connsiteX20" fmla="*/ 333521 w 489164"/>
              <a:gd name="connsiteY20" fmla="*/ 214913 h 489142"/>
              <a:gd name="connsiteX21" fmla="*/ 207524 w 489164"/>
              <a:gd name="connsiteY21" fmla="*/ 185267 h 489142"/>
              <a:gd name="connsiteX22" fmla="*/ 266817 w 489164"/>
              <a:gd name="connsiteY22" fmla="*/ 185267 h 489142"/>
              <a:gd name="connsiteX23" fmla="*/ 281640 w 489164"/>
              <a:gd name="connsiteY23" fmla="*/ 200090 h 489142"/>
              <a:gd name="connsiteX24" fmla="*/ 281640 w 489164"/>
              <a:gd name="connsiteY24" fmla="*/ 407614 h 489142"/>
              <a:gd name="connsiteX25" fmla="*/ 192701 w 489164"/>
              <a:gd name="connsiteY25" fmla="*/ 407614 h 489142"/>
              <a:gd name="connsiteX26" fmla="*/ 192701 w 489164"/>
              <a:gd name="connsiteY26" fmla="*/ 200090 h 489142"/>
              <a:gd name="connsiteX27" fmla="*/ 207524 w 489164"/>
              <a:gd name="connsiteY27" fmla="*/ 185267 h 489142"/>
              <a:gd name="connsiteX28" fmla="*/ 429131 w 489164"/>
              <a:gd name="connsiteY28" fmla="*/ 125 h 489142"/>
              <a:gd name="connsiteX29" fmla="*/ 443954 w 489164"/>
              <a:gd name="connsiteY29" fmla="*/ 14948 h 489142"/>
              <a:gd name="connsiteX30" fmla="*/ 434467 w 489164"/>
              <a:gd name="connsiteY30" fmla="*/ 81653 h 489142"/>
              <a:gd name="connsiteX31" fmla="*/ 412084 w 489164"/>
              <a:gd name="connsiteY31" fmla="*/ 89064 h 489142"/>
              <a:gd name="connsiteX32" fmla="*/ 401856 w 489164"/>
              <a:gd name="connsiteY32" fmla="*/ 78836 h 489142"/>
              <a:gd name="connsiteX33" fmla="*/ 334411 w 489164"/>
              <a:gd name="connsiteY33" fmla="*/ 146282 h 489142"/>
              <a:gd name="connsiteX34" fmla="*/ 305209 w 489164"/>
              <a:gd name="connsiteY34" fmla="*/ 148209 h 489142"/>
              <a:gd name="connsiteX35" fmla="*/ 215233 w 489164"/>
              <a:gd name="connsiteY35" fmla="*/ 80318 h 489142"/>
              <a:gd name="connsiteX36" fmla="*/ 88050 w 489164"/>
              <a:gd name="connsiteY36" fmla="*/ 184970 h 489142"/>
              <a:gd name="connsiteX37" fmla="*/ 73968 w 489164"/>
              <a:gd name="connsiteY37" fmla="*/ 190010 h 489142"/>
              <a:gd name="connsiteX38" fmla="*/ 56773 w 489164"/>
              <a:gd name="connsiteY38" fmla="*/ 181857 h 489142"/>
              <a:gd name="connsiteX39" fmla="*/ 59886 w 489164"/>
              <a:gd name="connsiteY39" fmla="*/ 150580 h 489142"/>
              <a:gd name="connsiteX40" fmla="*/ 200706 w 489164"/>
              <a:gd name="connsiteY40" fmla="*/ 34811 h 489142"/>
              <a:gd name="connsiteX41" fmla="*/ 228277 w 489164"/>
              <a:gd name="connsiteY41" fmla="*/ 34218 h 489142"/>
              <a:gd name="connsiteX42" fmla="*/ 316623 w 489164"/>
              <a:gd name="connsiteY42" fmla="*/ 101219 h 489142"/>
              <a:gd name="connsiteX43" fmla="*/ 370431 w 489164"/>
              <a:gd name="connsiteY43" fmla="*/ 47411 h 489142"/>
              <a:gd name="connsiteX44" fmla="*/ 355015 w 489164"/>
              <a:gd name="connsiteY44" fmla="*/ 31995 h 489142"/>
              <a:gd name="connsiteX45" fmla="*/ 362427 w 489164"/>
              <a:gd name="connsiteY45" fmla="*/ 9612 h 489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489164" h="489142">
                <a:moveTo>
                  <a:pt x="22235" y="444672"/>
                </a:moveTo>
                <a:lnTo>
                  <a:pt x="466929" y="444672"/>
                </a:lnTo>
                <a:cubicBezTo>
                  <a:pt x="479233" y="444672"/>
                  <a:pt x="489164" y="454604"/>
                  <a:pt x="489164" y="466907"/>
                </a:cubicBezTo>
                <a:cubicBezTo>
                  <a:pt x="489164" y="479210"/>
                  <a:pt x="479233" y="489142"/>
                  <a:pt x="466929" y="489142"/>
                </a:cubicBezTo>
                <a:lnTo>
                  <a:pt x="22235" y="489142"/>
                </a:lnTo>
                <a:cubicBezTo>
                  <a:pt x="9931" y="489142"/>
                  <a:pt x="0" y="479210"/>
                  <a:pt x="0" y="466907"/>
                </a:cubicBezTo>
                <a:cubicBezTo>
                  <a:pt x="0" y="454604"/>
                  <a:pt x="9931" y="444672"/>
                  <a:pt x="22235" y="444672"/>
                </a:cubicBezTo>
                <a:close/>
                <a:moveTo>
                  <a:pt x="81527" y="259383"/>
                </a:moveTo>
                <a:lnTo>
                  <a:pt x="140820" y="259383"/>
                </a:lnTo>
                <a:cubicBezTo>
                  <a:pt x="148973" y="259383"/>
                  <a:pt x="155643" y="266053"/>
                  <a:pt x="155643" y="274206"/>
                </a:cubicBezTo>
                <a:lnTo>
                  <a:pt x="155643" y="407614"/>
                </a:lnTo>
                <a:lnTo>
                  <a:pt x="66704" y="407614"/>
                </a:lnTo>
                <a:lnTo>
                  <a:pt x="66704" y="274206"/>
                </a:lnTo>
                <a:cubicBezTo>
                  <a:pt x="66704" y="266053"/>
                  <a:pt x="73375" y="259383"/>
                  <a:pt x="81527" y="259383"/>
                </a:cubicBezTo>
                <a:close/>
                <a:moveTo>
                  <a:pt x="333521" y="214913"/>
                </a:moveTo>
                <a:lnTo>
                  <a:pt x="392814" y="214913"/>
                </a:lnTo>
                <a:cubicBezTo>
                  <a:pt x="400966" y="214913"/>
                  <a:pt x="407637" y="221584"/>
                  <a:pt x="407637" y="229736"/>
                </a:cubicBezTo>
                <a:lnTo>
                  <a:pt x="407637" y="407614"/>
                </a:lnTo>
                <a:lnTo>
                  <a:pt x="318698" y="407614"/>
                </a:lnTo>
                <a:lnTo>
                  <a:pt x="318698" y="229736"/>
                </a:lnTo>
                <a:cubicBezTo>
                  <a:pt x="318698" y="221584"/>
                  <a:pt x="325368" y="214913"/>
                  <a:pt x="333521" y="214913"/>
                </a:cubicBezTo>
                <a:close/>
                <a:moveTo>
                  <a:pt x="207524" y="185267"/>
                </a:moveTo>
                <a:lnTo>
                  <a:pt x="266817" y="185267"/>
                </a:lnTo>
                <a:cubicBezTo>
                  <a:pt x="274970" y="185267"/>
                  <a:pt x="281640" y="191937"/>
                  <a:pt x="281640" y="200090"/>
                </a:cubicBezTo>
                <a:lnTo>
                  <a:pt x="281640" y="407614"/>
                </a:lnTo>
                <a:lnTo>
                  <a:pt x="192701" y="407614"/>
                </a:lnTo>
                <a:lnTo>
                  <a:pt x="192701" y="200090"/>
                </a:lnTo>
                <a:cubicBezTo>
                  <a:pt x="192701" y="191937"/>
                  <a:pt x="199371" y="185267"/>
                  <a:pt x="207524" y="185267"/>
                </a:cubicBezTo>
                <a:close/>
                <a:moveTo>
                  <a:pt x="429131" y="125"/>
                </a:moveTo>
                <a:cubicBezTo>
                  <a:pt x="437877" y="-1061"/>
                  <a:pt x="445288" y="6351"/>
                  <a:pt x="443954" y="14948"/>
                </a:cubicBezTo>
                <a:lnTo>
                  <a:pt x="434467" y="81653"/>
                </a:lnTo>
                <a:cubicBezTo>
                  <a:pt x="432837" y="92325"/>
                  <a:pt x="419792" y="96772"/>
                  <a:pt x="412084" y="89064"/>
                </a:cubicBezTo>
                <a:lnTo>
                  <a:pt x="401856" y="78836"/>
                </a:lnTo>
                <a:lnTo>
                  <a:pt x="334411" y="146282"/>
                </a:lnTo>
                <a:cubicBezTo>
                  <a:pt x="326555" y="154138"/>
                  <a:pt x="314103" y="154879"/>
                  <a:pt x="305209" y="148209"/>
                </a:cubicBezTo>
                <a:lnTo>
                  <a:pt x="215233" y="80318"/>
                </a:lnTo>
                <a:lnTo>
                  <a:pt x="88050" y="184970"/>
                </a:lnTo>
                <a:cubicBezTo>
                  <a:pt x="83900" y="188379"/>
                  <a:pt x="78860" y="190010"/>
                  <a:pt x="73968" y="190010"/>
                </a:cubicBezTo>
                <a:cubicBezTo>
                  <a:pt x="67594" y="190010"/>
                  <a:pt x="61220" y="187193"/>
                  <a:pt x="56773" y="181857"/>
                </a:cubicBezTo>
                <a:cubicBezTo>
                  <a:pt x="49065" y="172370"/>
                  <a:pt x="50399" y="158437"/>
                  <a:pt x="59886" y="150580"/>
                </a:cubicBezTo>
                <a:lnTo>
                  <a:pt x="200706" y="34811"/>
                </a:lnTo>
                <a:cubicBezTo>
                  <a:pt x="208711" y="28289"/>
                  <a:pt x="220124" y="27993"/>
                  <a:pt x="228277" y="34218"/>
                </a:cubicBezTo>
                <a:lnTo>
                  <a:pt x="316623" y="101219"/>
                </a:lnTo>
                <a:lnTo>
                  <a:pt x="370431" y="47411"/>
                </a:lnTo>
                <a:lnTo>
                  <a:pt x="355015" y="31995"/>
                </a:lnTo>
                <a:cubicBezTo>
                  <a:pt x="347307" y="24287"/>
                  <a:pt x="351754" y="11094"/>
                  <a:pt x="362427" y="9612"/>
                </a:cubicBezTo>
                <a:close/>
              </a:path>
            </a:pathLst>
          </a:custGeom>
          <a:solidFill>
            <a:srgbClr val="FF5A5F"/>
          </a:solidFill>
          <a:ln w="1480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CD9BA3E-AFD7-2611-9902-B888449C2B2D}"/>
              </a:ext>
            </a:extLst>
          </p:cNvPr>
          <p:cNvSpPr/>
          <p:nvPr/>
        </p:nvSpPr>
        <p:spPr>
          <a:xfrm>
            <a:off x="9623606" y="4951793"/>
            <a:ext cx="530044" cy="627602"/>
          </a:xfrm>
          <a:custGeom>
            <a:avLst/>
            <a:gdLst>
              <a:gd name="connsiteX0" fmla="*/ 242062 w 488238"/>
              <a:gd name="connsiteY0" fmla="*/ 97536 h 578103"/>
              <a:gd name="connsiteX1" fmla="*/ 300317 w 488238"/>
              <a:gd name="connsiteY1" fmla="*/ 110432 h 578103"/>
              <a:gd name="connsiteX2" fmla="*/ 253031 w 488238"/>
              <a:gd name="connsiteY2" fmla="*/ 157718 h 578103"/>
              <a:gd name="connsiteX3" fmla="*/ 241914 w 488238"/>
              <a:gd name="connsiteY3" fmla="*/ 156829 h 578103"/>
              <a:gd name="connsiteX4" fmla="*/ 159497 w 488238"/>
              <a:gd name="connsiteY4" fmla="*/ 242062 h 578103"/>
              <a:gd name="connsiteX5" fmla="*/ 241914 w 488238"/>
              <a:gd name="connsiteY5" fmla="*/ 327295 h 578103"/>
              <a:gd name="connsiteX6" fmla="*/ 324479 w 488238"/>
              <a:gd name="connsiteY6" fmla="*/ 242062 h 578103"/>
              <a:gd name="connsiteX7" fmla="*/ 324182 w 488238"/>
              <a:gd name="connsiteY7" fmla="*/ 233316 h 578103"/>
              <a:gd name="connsiteX8" fmla="*/ 372358 w 488238"/>
              <a:gd name="connsiteY8" fmla="*/ 185141 h 578103"/>
              <a:gd name="connsiteX9" fmla="*/ 383920 w 488238"/>
              <a:gd name="connsiteY9" fmla="*/ 242062 h 578103"/>
              <a:gd name="connsiteX10" fmla="*/ 242062 w 488238"/>
              <a:gd name="connsiteY10" fmla="*/ 386588 h 578103"/>
              <a:gd name="connsiteX11" fmla="*/ 100353 w 488238"/>
              <a:gd name="connsiteY11" fmla="*/ 242062 h 578103"/>
              <a:gd name="connsiteX12" fmla="*/ 242062 w 488238"/>
              <a:gd name="connsiteY12" fmla="*/ 97536 h 578103"/>
              <a:gd name="connsiteX13" fmla="*/ 399780 w 488238"/>
              <a:gd name="connsiteY13" fmla="*/ 3409 h 578103"/>
              <a:gd name="connsiteX14" fmla="*/ 412973 w 488238"/>
              <a:gd name="connsiteY14" fmla="*/ 12451 h 578103"/>
              <a:gd name="connsiteX15" fmla="*/ 429130 w 488238"/>
              <a:gd name="connsiteY15" fmla="*/ 54549 h 578103"/>
              <a:gd name="connsiteX16" fmla="*/ 437135 w 488238"/>
              <a:gd name="connsiteY16" fmla="*/ 62553 h 578103"/>
              <a:gd name="connsiteX17" fmla="*/ 479232 w 488238"/>
              <a:gd name="connsiteY17" fmla="*/ 78711 h 578103"/>
              <a:gd name="connsiteX18" fmla="*/ 484421 w 488238"/>
              <a:gd name="connsiteY18" fmla="*/ 101687 h 578103"/>
              <a:gd name="connsiteX19" fmla="*/ 432836 w 488238"/>
              <a:gd name="connsiteY19" fmla="*/ 153271 h 578103"/>
              <a:gd name="connsiteX20" fmla="*/ 422905 w 488238"/>
              <a:gd name="connsiteY20" fmla="*/ 157422 h 578103"/>
              <a:gd name="connsiteX21" fmla="*/ 417865 w 488238"/>
              <a:gd name="connsiteY21" fmla="*/ 156532 h 578103"/>
              <a:gd name="connsiteX22" fmla="*/ 371765 w 488238"/>
              <a:gd name="connsiteY22" fmla="*/ 138893 h 578103"/>
              <a:gd name="connsiteX23" fmla="*/ 286383 w 488238"/>
              <a:gd name="connsiteY23" fmla="*/ 224274 h 578103"/>
              <a:gd name="connsiteX24" fmla="*/ 289941 w 488238"/>
              <a:gd name="connsiteY24" fmla="*/ 242062 h 578103"/>
              <a:gd name="connsiteX25" fmla="*/ 242359 w 488238"/>
              <a:gd name="connsiteY25" fmla="*/ 289644 h 578103"/>
              <a:gd name="connsiteX26" fmla="*/ 194776 w 488238"/>
              <a:gd name="connsiteY26" fmla="*/ 242062 h 578103"/>
              <a:gd name="connsiteX27" fmla="*/ 242359 w 488238"/>
              <a:gd name="connsiteY27" fmla="*/ 194479 h 578103"/>
              <a:gd name="connsiteX28" fmla="*/ 260146 w 488238"/>
              <a:gd name="connsiteY28" fmla="*/ 198037 h 578103"/>
              <a:gd name="connsiteX29" fmla="*/ 348789 w 488238"/>
              <a:gd name="connsiteY29" fmla="*/ 109395 h 578103"/>
              <a:gd name="connsiteX30" fmla="*/ 335151 w 488238"/>
              <a:gd name="connsiteY30" fmla="*/ 74115 h 578103"/>
              <a:gd name="connsiteX31" fmla="*/ 338264 w 488238"/>
              <a:gd name="connsiteY31" fmla="*/ 59144 h 578103"/>
              <a:gd name="connsiteX32" fmla="*/ 389849 w 488238"/>
              <a:gd name="connsiteY32" fmla="*/ 7559 h 578103"/>
              <a:gd name="connsiteX33" fmla="*/ 399780 w 488238"/>
              <a:gd name="connsiteY33" fmla="*/ 3409 h 578103"/>
              <a:gd name="connsiteX34" fmla="*/ 242062 w 488238"/>
              <a:gd name="connsiteY34" fmla="*/ 0 h 578103"/>
              <a:gd name="connsiteX35" fmla="*/ 328629 w 488238"/>
              <a:gd name="connsiteY35" fmla="*/ 16305 h 578103"/>
              <a:gd name="connsiteX36" fmla="*/ 312027 w 488238"/>
              <a:gd name="connsiteY36" fmla="*/ 32907 h 578103"/>
              <a:gd name="connsiteX37" fmla="*/ 297204 w 488238"/>
              <a:gd name="connsiteY37" fmla="*/ 67890 h 578103"/>
              <a:gd name="connsiteX38" fmla="*/ 242062 w 488238"/>
              <a:gd name="connsiteY38" fmla="*/ 59293 h 578103"/>
              <a:gd name="connsiteX39" fmla="*/ 59293 w 488238"/>
              <a:gd name="connsiteY39" fmla="*/ 242062 h 578103"/>
              <a:gd name="connsiteX40" fmla="*/ 242062 w 488238"/>
              <a:gd name="connsiteY40" fmla="*/ 424832 h 578103"/>
              <a:gd name="connsiteX41" fmla="*/ 424832 w 488238"/>
              <a:gd name="connsiteY41" fmla="*/ 242062 h 578103"/>
              <a:gd name="connsiteX42" fmla="*/ 418161 w 488238"/>
              <a:gd name="connsiteY42" fmla="*/ 194183 h 578103"/>
              <a:gd name="connsiteX43" fmla="*/ 422460 w 488238"/>
              <a:gd name="connsiteY43" fmla="*/ 194628 h 578103"/>
              <a:gd name="connsiteX44" fmla="*/ 458628 w 488238"/>
              <a:gd name="connsiteY44" fmla="*/ 179657 h 578103"/>
              <a:gd name="connsiteX45" fmla="*/ 471821 w 488238"/>
              <a:gd name="connsiteY45" fmla="*/ 166464 h 578103"/>
              <a:gd name="connsiteX46" fmla="*/ 484124 w 488238"/>
              <a:gd name="connsiteY46" fmla="*/ 242062 h 578103"/>
              <a:gd name="connsiteX47" fmla="*/ 390145 w 488238"/>
              <a:gd name="connsiteY47" fmla="*/ 433133 h 578103"/>
              <a:gd name="connsiteX48" fmla="*/ 433281 w 488238"/>
              <a:gd name="connsiteY48" fmla="*/ 548012 h 578103"/>
              <a:gd name="connsiteX49" fmla="*/ 420237 w 488238"/>
              <a:gd name="connsiteY49" fmla="*/ 576621 h 578103"/>
              <a:gd name="connsiteX50" fmla="*/ 412380 w 488238"/>
              <a:gd name="connsiteY50" fmla="*/ 578103 h 578103"/>
              <a:gd name="connsiteX51" fmla="*/ 391628 w 488238"/>
              <a:gd name="connsiteY51" fmla="*/ 563725 h 578103"/>
              <a:gd name="connsiteX52" fmla="*/ 351902 w 488238"/>
              <a:gd name="connsiteY52" fmla="*/ 457591 h 578103"/>
              <a:gd name="connsiteX53" fmla="*/ 271708 w 488238"/>
              <a:gd name="connsiteY53" fmla="*/ 482197 h 578103"/>
              <a:gd name="connsiteX54" fmla="*/ 271708 w 488238"/>
              <a:gd name="connsiteY54" fmla="*/ 555868 h 578103"/>
              <a:gd name="connsiteX55" fmla="*/ 249474 w 488238"/>
              <a:gd name="connsiteY55" fmla="*/ 578103 h 578103"/>
              <a:gd name="connsiteX56" fmla="*/ 227239 w 488238"/>
              <a:gd name="connsiteY56" fmla="*/ 555868 h 578103"/>
              <a:gd name="connsiteX57" fmla="*/ 227239 w 488238"/>
              <a:gd name="connsiteY57" fmla="*/ 483531 h 578103"/>
              <a:gd name="connsiteX58" fmla="*/ 144822 w 488238"/>
              <a:gd name="connsiteY58" fmla="*/ 463668 h 578103"/>
              <a:gd name="connsiteX59" fmla="*/ 107320 w 488238"/>
              <a:gd name="connsiteY59" fmla="*/ 563725 h 578103"/>
              <a:gd name="connsiteX60" fmla="*/ 86567 w 488238"/>
              <a:gd name="connsiteY60" fmla="*/ 578103 h 578103"/>
              <a:gd name="connsiteX61" fmla="*/ 78711 w 488238"/>
              <a:gd name="connsiteY61" fmla="*/ 576621 h 578103"/>
              <a:gd name="connsiteX62" fmla="*/ 65666 w 488238"/>
              <a:gd name="connsiteY62" fmla="*/ 548012 h 578103"/>
              <a:gd name="connsiteX63" fmla="*/ 105541 w 488238"/>
              <a:gd name="connsiteY63" fmla="*/ 441730 h 578103"/>
              <a:gd name="connsiteX64" fmla="*/ 0 w 488238"/>
              <a:gd name="connsiteY64" fmla="*/ 242062 h 578103"/>
              <a:gd name="connsiteX65" fmla="*/ 242062 w 488238"/>
              <a:gd name="connsiteY65" fmla="*/ 0 h 57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88238" h="578103">
                <a:moveTo>
                  <a:pt x="242062" y="97536"/>
                </a:moveTo>
                <a:cubicBezTo>
                  <a:pt x="262814" y="97536"/>
                  <a:pt x="282529" y="102132"/>
                  <a:pt x="300317" y="110432"/>
                </a:cubicBezTo>
                <a:lnTo>
                  <a:pt x="253031" y="157718"/>
                </a:lnTo>
                <a:cubicBezTo>
                  <a:pt x="249325" y="157125"/>
                  <a:pt x="245619" y="156829"/>
                  <a:pt x="241914" y="156829"/>
                </a:cubicBezTo>
                <a:cubicBezTo>
                  <a:pt x="196555" y="156829"/>
                  <a:pt x="159497" y="195073"/>
                  <a:pt x="159497" y="242062"/>
                </a:cubicBezTo>
                <a:cubicBezTo>
                  <a:pt x="159497" y="289052"/>
                  <a:pt x="196407" y="327295"/>
                  <a:pt x="241914" y="327295"/>
                </a:cubicBezTo>
                <a:cubicBezTo>
                  <a:pt x="287421" y="327295"/>
                  <a:pt x="324479" y="289052"/>
                  <a:pt x="324479" y="242062"/>
                </a:cubicBezTo>
                <a:cubicBezTo>
                  <a:pt x="324479" y="239246"/>
                  <a:pt x="324331" y="236281"/>
                  <a:pt x="324182" y="233316"/>
                </a:cubicBezTo>
                <a:lnTo>
                  <a:pt x="372358" y="185141"/>
                </a:lnTo>
                <a:cubicBezTo>
                  <a:pt x="379769" y="202633"/>
                  <a:pt x="383920" y="221903"/>
                  <a:pt x="383920" y="242062"/>
                </a:cubicBezTo>
                <a:cubicBezTo>
                  <a:pt x="383920" y="321662"/>
                  <a:pt x="320180" y="386588"/>
                  <a:pt x="242062" y="386588"/>
                </a:cubicBezTo>
                <a:cubicBezTo>
                  <a:pt x="163944" y="386588"/>
                  <a:pt x="100353" y="321811"/>
                  <a:pt x="100353" y="242062"/>
                </a:cubicBezTo>
                <a:cubicBezTo>
                  <a:pt x="100353" y="162462"/>
                  <a:pt x="163944" y="97536"/>
                  <a:pt x="242062" y="97536"/>
                </a:cubicBezTo>
                <a:close/>
                <a:moveTo>
                  <a:pt x="399780" y="3409"/>
                </a:moveTo>
                <a:cubicBezTo>
                  <a:pt x="405413" y="3409"/>
                  <a:pt x="410749" y="6670"/>
                  <a:pt x="412973" y="12451"/>
                </a:cubicBezTo>
                <a:lnTo>
                  <a:pt x="429130" y="54549"/>
                </a:lnTo>
                <a:cubicBezTo>
                  <a:pt x="430464" y="58255"/>
                  <a:pt x="433429" y="61071"/>
                  <a:pt x="437135" y="62553"/>
                </a:cubicBezTo>
                <a:lnTo>
                  <a:pt x="479232" y="78711"/>
                </a:lnTo>
                <a:cubicBezTo>
                  <a:pt x="488571" y="82416"/>
                  <a:pt x="491239" y="94571"/>
                  <a:pt x="484421" y="101687"/>
                </a:cubicBezTo>
                <a:lnTo>
                  <a:pt x="432836" y="153271"/>
                </a:lnTo>
                <a:cubicBezTo>
                  <a:pt x="430168" y="155939"/>
                  <a:pt x="426610" y="157422"/>
                  <a:pt x="422905" y="157422"/>
                </a:cubicBezTo>
                <a:cubicBezTo>
                  <a:pt x="421274" y="157422"/>
                  <a:pt x="419495" y="157125"/>
                  <a:pt x="417865" y="156532"/>
                </a:cubicBezTo>
                <a:lnTo>
                  <a:pt x="371765" y="138893"/>
                </a:lnTo>
                <a:lnTo>
                  <a:pt x="286383" y="224274"/>
                </a:lnTo>
                <a:cubicBezTo>
                  <a:pt x="288607" y="229759"/>
                  <a:pt x="289941" y="235688"/>
                  <a:pt x="289941" y="242062"/>
                </a:cubicBezTo>
                <a:cubicBezTo>
                  <a:pt x="289941" y="268299"/>
                  <a:pt x="268595" y="289644"/>
                  <a:pt x="242359" y="289644"/>
                </a:cubicBezTo>
                <a:cubicBezTo>
                  <a:pt x="216121" y="289644"/>
                  <a:pt x="194776" y="268299"/>
                  <a:pt x="194776" y="242062"/>
                </a:cubicBezTo>
                <a:cubicBezTo>
                  <a:pt x="194776" y="215825"/>
                  <a:pt x="216121" y="194479"/>
                  <a:pt x="242359" y="194479"/>
                </a:cubicBezTo>
                <a:cubicBezTo>
                  <a:pt x="248584" y="194479"/>
                  <a:pt x="254662" y="195814"/>
                  <a:pt x="260146" y="198037"/>
                </a:cubicBezTo>
                <a:lnTo>
                  <a:pt x="348789" y="109395"/>
                </a:lnTo>
                <a:lnTo>
                  <a:pt x="335151" y="74115"/>
                </a:lnTo>
                <a:cubicBezTo>
                  <a:pt x="333076" y="68927"/>
                  <a:pt x="334410" y="62998"/>
                  <a:pt x="338264" y="59144"/>
                </a:cubicBezTo>
                <a:lnTo>
                  <a:pt x="389849" y="7559"/>
                </a:lnTo>
                <a:cubicBezTo>
                  <a:pt x="392665" y="4743"/>
                  <a:pt x="396223" y="3409"/>
                  <a:pt x="399780" y="3409"/>
                </a:cubicBezTo>
                <a:close/>
                <a:moveTo>
                  <a:pt x="242062" y="0"/>
                </a:moveTo>
                <a:cubicBezTo>
                  <a:pt x="272598" y="0"/>
                  <a:pt x="301651" y="5929"/>
                  <a:pt x="328629" y="16305"/>
                </a:cubicBezTo>
                <a:lnTo>
                  <a:pt x="312027" y="32907"/>
                </a:lnTo>
                <a:cubicBezTo>
                  <a:pt x="302541" y="42394"/>
                  <a:pt x="297500" y="54994"/>
                  <a:pt x="297204" y="67890"/>
                </a:cubicBezTo>
                <a:cubicBezTo>
                  <a:pt x="279713" y="62257"/>
                  <a:pt x="261332" y="59293"/>
                  <a:pt x="242062" y="59293"/>
                </a:cubicBezTo>
                <a:cubicBezTo>
                  <a:pt x="141265" y="59293"/>
                  <a:pt x="59293" y="141265"/>
                  <a:pt x="59293" y="242062"/>
                </a:cubicBezTo>
                <a:cubicBezTo>
                  <a:pt x="59293" y="342860"/>
                  <a:pt x="141265" y="424832"/>
                  <a:pt x="242062" y="424832"/>
                </a:cubicBezTo>
                <a:cubicBezTo>
                  <a:pt x="342860" y="424832"/>
                  <a:pt x="424832" y="342860"/>
                  <a:pt x="424832" y="242062"/>
                </a:cubicBezTo>
                <a:cubicBezTo>
                  <a:pt x="424832" y="225460"/>
                  <a:pt x="422312" y="209451"/>
                  <a:pt x="418161" y="194183"/>
                </a:cubicBezTo>
                <a:cubicBezTo>
                  <a:pt x="419643" y="194332"/>
                  <a:pt x="420978" y="194628"/>
                  <a:pt x="422460" y="194628"/>
                </a:cubicBezTo>
                <a:cubicBezTo>
                  <a:pt x="436097" y="194628"/>
                  <a:pt x="448993" y="189292"/>
                  <a:pt x="458628" y="179657"/>
                </a:cubicBezTo>
                <a:lnTo>
                  <a:pt x="471821" y="166464"/>
                </a:lnTo>
                <a:cubicBezTo>
                  <a:pt x="479677" y="190181"/>
                  <a:pt x="484124" y="215677"/>
                  <a:pt x="484124" y="242062"/>
                </a:cubicBezTo>
                <a:cubicBezTo>
                  <a:pt x="484124" y="319735"/>
                  <a:pt x="447214" y="388811"/>
                  <a:pt x="390145" y="433133"/>
                </a:cubicBezTo>
                <a:lnTo>
                  <a:pt x="433281" y="548012"/>
                </a:lnTo>
                <a:cubicBezTo>
                  <a:pt x="437579" y="559426"/>
                  <a:pt x="431799" y="572322"/>
                  <a:pt x="420237" y="576621"/>
                </a:cubicBezTo>
                <a:cubicBezTo>
                  <a:pt x="417568" y="577658"/>
                  <a:pt x="414900" y="578103"/>
                  <a:pt x="412380" y="578103"/>
                </a:cubicBezTo>
                <a:cubicBezTo>
                  <a:pt x="403486" y="578103"/>
                  <a:pt x="395037" y="572618"/>
                  <a:pt x="391628" y="563725"/>
                </a:cubicBezTo>
                <a:lnTo>
                  <a:pt x="351902" y="457591"/>
                </a:lnTo>
                <a:cubicBezTo>
                  <a:pt x="327295" y="470190"/>
                  <a:pt x="300317" y="478640"/>
                  <a:pt x="271708" y="482197"/>
                </a:cubicBezTo>
                <a:lnTo>
                  <a:pt x="271708" y="555868"/>
                </a:lnTo>
                <a:cubicBezTo>
                  <a:pt x="271708" y="568172"/>
                  <a:pt x="261777" y="578103"/>
                  <a:pt x="249474" y="578103"/>
                </a:cubicBezTo>
                <a:cubicBezTo>
                  <a:pt x="237170" y="578103"/>
                  <a:pt x="227239" y="568172"/>
                  <a:pt x="227239" y="555868"/>
                </a:cubicBezTo>
                <a:lnTo>
                  <a:pt x="227239" y="483531"/>
                </a:lnTo>
                <a:cubicBezTo>
                  <a:pt x="198186" y="481753"/>
                  <a:pt x="170318" y="474934"/>
                  <a:pt x="144822" y="463668"/>
                </a:cubicBezTo>
                <a:lnTo>
                  <a:pt x="107320" y="563725"/>
                </a:lnTo>
                <a:cubicBezTo>
                  <a:pt x="104058" y="572618"/>
                  <a:pt x="95609" y="578103"/>
                  <a:pt x="86567" y="578103"/>
                </a:cubicBezTo>
                <a:cubicBezTo>
                  <a:pt x="83899" y="578103"/>
                  <a:pt x="81231" y="577658"/>
                  <a:pt x="78711" y="576621"/>
                </a:cubicBezTo>
                <a:cubicBezTo>
                  <a:pt x="67149" y="572322"/>
                  <a:pt x="61368" y="559574"/>
                  <a:pt x="65666" y="548012"/>
                </a:cubicBezTo>
                <a:lnTo>
                  <a:pt x="105541" y="441730"/>
                </a:lnTo>
                <a:cubicBezTo>
                  <a:pt x="41801" y="398150"/>
                  <a:pt x="0" y="324924"/>
                  <a:pt x="0" y="242062"/>
                </a:cubicBezTo>
                <a:cubicBezTo>
                  <a:pt x="0" y="108654"/>
                  <a:pt x="108505" y="0"/>
                  <a:pt x="242062" y="0"/>
                </a:cubicBezTo>
                <a:close/>
              </a:path>
            </a:pathLst>
          </a:custGeom>
          <a:solidFill>
            <a:srgbClr val="FF5A5F"/>
          </a:solidFill>
          <a:ln w="1480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!!h1">
            <a:extLst>
              <a:ext uri="{FF2B5EF4-FFF2-40B4-BE49-F238E27FC236}">
                <a16:creationId xmlns:a16="http://schemas.microsoft.com/office/drawing/2014/main" id="{6211D6E2-BFBD-0A4B-72C6-92C6B7B32F14}"/>
              </a:ext>
            </a:extLst>
          </p:cNvPr>
          <p:cNvSpPr/>
          <p:nvPr/>
        </p:nvSpPr>
        <p:spPr>
          <a:xfrm>
            <a:off x="1195835" y="3350376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3B188D-446E-41AC-1616-11C33E7AC314}"/>
              </a:ext>
            </a:extLst>
          </p:cNvPr>
          <p:cNvSpPr txBox="1"/>
          <p:nvPr/>
        </p:nvSpPr>
        <p:spPr>
          <a:xfrm>
            <a:off x="1847233" y="3264253"/>
            <a:ext cx="614666" cy="769441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400" dirty="0"/>
              <a:t>1</a:t>
            </a:r>
          </a:p>
        </p:txBody>
      </p:sp>
      <p:sp>
        <p:nvSpPr>
          <p:cNvPr id="14" name="!!h2">
            <a:extLst>
              <a:ext uri="{FF2B5EF4-FFF2-40B4-BE49-F238E27FC236}">
                <a16:creationId xmlns:a16="http://schemas.microsoft.com/office/drawing/2014/main" id="{B92DD83A-9113-618C-F8A3-848F3F95714E}"/>
              </a:ext>
            </a:extLst>
          </p:cNvPr>
          <p:cNvSpPr/>
          <p:nvPr/>
        </p:nvSpPr>
        <p:spPr>
          <a:xfrm>
            <a:off x="3764695" y="3023599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AF726-5286-164E-75F7-AC1E5A307467}"/>
              </a:ext>
            </a:extLst>
          </p:cNvPr>
          <p:cNvSpPr txBox="1"/>
          <p:nvPr/>
        </p:nvSpPr>
        <p:spPr>
          <a:xfrm>
            <a:off x="4416093" y="2943826"/>
            <a:ext cx="614666" cy="769441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400" dirty="0"/>
              <a:t>2</a:t>
            </a:r>
          </a:p>
        </p:txBody>
      </p:sp>
      <p:sp>
        <p:nvSpPr>
          <p:cNvPr id="21" name="!!h3">
            <a:extLst>
              <a:ext uri="{FF2B5EF4-FFF2-40B4-BE49-F238E27FC236}">
                <a16:creationId xmlns:a16="http://schemas.microsoft.com/office/drawing/2014/main" id="{1847663C-10A1-7D1A-7863-9A9F18A79338}"/>
              </a:ext>
            </a:extLst>
          </p:cNvPr>
          <p:cNvSpPr/>
          <p:nvPr/>
        </p:nvSpPr>
        <p:spPr>
          <a:xfrm>
            <a:off x="6352795" y="2692007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B593E-56A7-EFBE-FCA5-241A5900948E}"/>
              </a:ext>
            </a:extLst>
          </p:cNvPr>
          <p:cNvSpPr txBox="1"/>
          <p:nvPr/>
        </p:nvSpPr>
        <p:spPr>
          <a:xfrm>
            <a:off x="7004193" y="2612234"/>
            <a:ext cx="614666" cy="769441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400" dirty="0"/>
              <a:t>3</a:t>
            </a:r>
          </a:p>
        </p:txBody>
      </p:sp>
      <p:sp>
        <p:nvSpPr>
          <p:cNvPr id="25" name="!!h4">
            <a:extLst>
              <a:ext uri="{FF2B5EF4-FFF2-40B4-BE49-F238E27FC236}">
                <a16:creationId xmlns:a16="http://schemas.microsoft.com/office/drawing/2014/main" id="{B503A3BE-F9BC-980E-D55D-D6E4B6774DA8}"/>
              </a:ext>
            </a:extLst>
          </p:cNvPr>
          <p:cNvSpPr/>
          <p:nvPr/>
        </p:nvSpPr>
        <p:spPr>
          <a:xfrm>
            <a:off x="8931839" y="2330133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D37D55-27C1-23F8-C5CF-21A93D833A6C}"/>
              </a:ext>
            </a:extLst>
          </p:cNvPr>
          <p:cNvSpPr txBox="1"/>
          <p:nvPr/>
        </p:nvSpPr>
        <p:spPr>
          <a:xfrm>
            <a:off x="9583237" y="2250360"/>
            <a:ext cx="614666" cy="769441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400" dirty="0"/>
              <a:t>4</a:t>
            </a:r>
          </a:p>
        </p:txBody>
      </p:sp>
      <p:pic>
        <p:nvPicPr>
          <p:cNvPr id="32" name="Graphic 31" descr="Work from home house with solid fill">
            <a:extLst>
              <a:ext uri="{FF2B5EF4-FFF2-40B4-BE49-F238E27FC236}">
                <a16:creationId xmlns:a16="http://schemas.microsoft.com/office/drawing/2014/main" id="{A578B8DC-0129-CBD8-D847-20C0BA7E3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0052" y="5073389"/>
            <a:ext cx="516595" cy="51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6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1">
            <a:extLst>
              <a:ext uri="{FF2B5EF4-FFF2-40B4-BE49-F238E27FC236}">
                <a16:creationId xmlns:a16="http://schemas.microsoft.com/office/drawing/2014/main" id="{16B23B57-C3E9-4DE4-4B3B-882ACFCCD3A7}"/>
              </a:ext>
            </a:extLst>
          </p:cNvPr>
          <p:cNvSpPr/>
          <p:nvPr/>
        </p:nvSpPr>
        <p:spPr>
          <a:xfrm>
            <a:off x="3070203" y="1324992"/>
            <a:ext cx="6051594" cy="4208016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000" b="1"/>
              <a:t>Mở đầu</a:t>
            </a:r>
            <a:endParaRPr lang="en-IN" sz="6000" b="1"/>
          </a:p>
        </p:txBody>
      </p:sp>
    </p:spTree>
    <p:extLst>
      <p:ext uri="{BB962C8B-B14F-4D97-AF65-F5344CB8AC3E}">
        <p14:creationId xmlns:p14="http://schemas.microsoft.com/office/powerpoint/2010/main" val="2147955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a1">
            <a:extLst>
              <a:ext uri="{FF2B5EF4-FFF2-40B4-BE49-F238E27FC236}">
                <a16:creationId xmlns:a16="http://schemas.microsoft.com/office/drawing/2014/main" id="{CDC1E0EA-DB4E-E0D2-5ED3-3250383A4019}"/>
              </a:ext>
            </a:extLst>
          </p:cNvPr>
          <p:cNvSpPr/>
          <p:nvPr/>
        </p:nvSpPr>
        <p:spPr>
          <a:xfrm>
            <a:off x="921158" y="758062"/>
            <a:ext cx="7607300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46D07-4060-346B-6D28-E997385F9F72}"/>
              </a:ext>
            </a:extLst>
          </p:cNvPr>
          <p:cNvSpPr txBox="1"/>
          <p:nvPr/>
        </p:nvSpPr>
        <p:spPr>
          <a:xfrm>
            <a:off x="1442247" y="877929"/>
            <a:ext cx="6023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vi-VN" sz="3200" b="1" spc="0">
                <a:solidFill>
                  <a:srgbClr val="FF5A5F"/>
                </a:solidFill>
                <a:latin typeface="+mn-lt"/>
              </a:rPr>
              <a:t>Airbnb là gì?</a:t>
            </a:r>
            <a:endParaRPr lang="en-IN" sz="3200" b="1" spc="0" dirty="0">
              <a:solidFill>
                <a:srgbClr val="FF5A5F"/>
              </a:solidFill>
              <a:latin typeface="+mn-lt"/>
            </a:endParaRPr>
          </a:p>
        </p:txBody>
      </p:sp>
      <p:sp>
        <p:nvSpPr>
          <p:cNvPr id="13" name="!!h1">
            <a:extLst>
              <a:ext uri="{FF2B5EF4-FFF2-40B4-BE49-F238E27FC236}">
                <a16:creationId xmlns:a16="http://schemas.microsoft.com/office/drawing/2014/main" id="{09090D3F-C860-F484-FD32-D4B6CFDF647B}"/>
              </a:ext>
            </a:extLst>
          </p:cNvPr>
          <p:cNvSpPr/>
          <p:nvPr/>
        </p:nvSpPr>
        <p:spPr>
          <a:xfrm>
            <a:off x="7677280" y="829614"/>
            <a:ext cx="734888" cy="7429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F09395-BCBA-ECC3-41D4-1AFC47E5F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8709" y="1045078"/>
            <a:ext cx="312032" cy="312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B6300-B815-D6D7-0B82-B1BC08AA2244}"/>
              </a:ext>
            </a:extLst>
          </p:cNvPr>
          <p:cNvSpPr txBox="1"/>
          <p:nvPr/>
        </p:nvSpPr>
        <p:spPr>
          <a:xfrm>
            <a:off x="555586" y="2894047"/>
            <a:ext cx="725438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b="0" i="0">
                <a:solidFill>
                  <a:srgbClr val="212121"/>
                </a:solidFill>
                <a:effectLst/>
              </a:rPr>
              <a:t>Airbnb được thành lập năm </a:t>
            </a:r>
            <a:r>
              <a:rPr lang="vi-VN" b="1" i="0">
                <a:solidFill>
                  <a:srgbClr val="FF5A5F"/>
                </a:solidFill>
                <a:effectLst/>
              </a:rPr>
              <a:t>2008</a:t>
            </a:r>
            <a:r>
              <a:rPr lang="vi-VN" b="0" i="0">
                <a:solidFill>
                  <a:srgbClr val="212121"/>
                </a:solidFill>
                <a:effectLst/>
              </a:rPr>
              <a:t> và đã có mặt ở </a:t>
            </a:r>
            <a:r>
              <a:rPr lang="vi-VN" b="1" i="0">
                <a:solidFill>
                  <a:srgbClr val="FF5A5F"/>
                </a:solidFill>
                <a:effectLst/>
              </a:rPr>
              <a:t>81.000</a:t>
            </a:r>
            <a:r>
              <a:rPr lang="vi-VN" b="0" i="0">
                <a:solidFill>
                  <a:srgbClr val="212121"/>
                </a:solidFill>
                <a:effectLst/>
              </a:rPr>
              <a:t> thành phố vào năm 2018.</a:t>
            </a:r>
            <a:endParaRPr lang="vi-VN">
              <a:solidFill>
                <a:srgbClr val="212121"/>
              </a:solidFill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b="0" i="0">
                <a:solidFill>
                  <a:srgbClr val="212121"/>
                </a:solidFill>
                <a:effectLst/>
              </a:rPr>
              <a:t>Airbnb là nền tảng </a:t>
            </a:r>
            <a:r>
              <a:rPr lang="vi-VN" b="1" i="0">
                <a:solidFill>
                  <a:srgbClr val="FF5A5F"/>
                </a:solidFill>
                <a:effectLst/>
              </a:rPr>
              <a:t>kết nối </a:t>
            </a:r>
            <a:r>
              <a:rPr lang="vi-VN" b="0" i="0">
                <a:solidFill>
                  <a:srgbClr val="212121"/>
                </a:solidFill>
                <a:effectLst/>
              </a:rPr>
              <a:t>giữa người có </a:t>
            </a:r>
            <a:r>
              <a:rPr lang="vi-VN" b="1" i="0">
                <a:solidFill>
                  <a:srgbClr val="FF5A5F"/>
                </a:solidFill>
                <a:effectLst/>
              </a:rPr>
              <a:t>nhu cầu </a:t>
            </a:r>
            <a:r>
              <a:rPr lang="vi-VN" b="0" i="0">
                <a:solidFill>
                  <a:srgbClr val="212121"/>
                </a:solidFill>
                <a:effectLst/>
              </a:rPr>
              <a:t>tìm kiếm chỗ ở và người </a:t>
            </a:r>
            <a:r>
              <a:rPr lang="vi-VN" b="1" i="0">
                <a:solidFill>
                  <a:srgbClr val="FF5A5F"/>
                </a:solidFill>
                <a:effectLst/>
              </a:rPr>
              <a:t>cần cho thuê </a:t>
            </a:r>
            <a:r>
              <a:rPr lang="vi-VN" b="0" i="0">
                <a:solidFill>
                  <a:srgbClr val="212121"/>
                </a:solidFill>
                <a:effectLst/>
              </a:rPr>
              <a:t>phòng. Nền tảng này hoạt động theo mô hình </a:t>
            </a:r>
            <a:r>
              <a:rPr lang="vi-VN" b="1" i="0">
                <a:solidFill>
                  <a:srgbClr val="FF5A5F"/>
                </a:solidFill>
                <a:effectLst/>
              </a:rPr>
              <a:t>kinh tế chia sẻ</a:t>
            </a:r>
            <a:r>
              <a:rPr lang="vi-VN" b="0" i="0">
                <a:solidFill>
                  <a:srgbClr val="212121"/>
                </a:solidFill>
                <a:effectLst/>
              </a:rPr>
              <a:t>, cho phép chủ nhà kiếm thêm thu nhập từ việc tận dụng không gian trống, trong khi khách du lịch được trải nghiệm, lựa chọn chỗ ở phong phú với giá cả hợp lý.</a:t>
            </a:r>
            <a:endParaRPr lang="vi-VN">
              <a:solidFill>
                <a:srgbClr val="212121"/>
              </a:solidFill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b="0" i="0">
                <a:solidFill>
                  <a:srgbClr val="212121"/>
                </a:solidFill>
                <a:effectLst/>
              </a:rPr>
              <a:t>Trên Airbnb, khách hàng có thể tìm thấy </a:t>
            </a:r>
            <a:r>
              <a:rPr lang="vi-VN" b="1" i="0">
                <a:solidFill>
                  <a:srgbClr val="FF5A5F"/>
                </a:solidFill>
                <a:effectLst/>
              </a:rPr>
              <a:t>nhiều loại hình </a:t>
            </a:r>
            <a:r>
              <a:rPr lang="vi-VN" b="0" i="0">
                <a:solidFill>
                  <a:srgbClr val="212121"/>
                </a:solidFill>
                <a:effectLst/>
              </a:rPr>
              <a:t>lưu trú từ căn hộ, biệt thự, nhà truyền thống đến những không gian độc đáo như nhà trên cây hay xe cắm trại.</a:t>
            </a:r>
          </a:p>
        </p:txBody>
      </p:sp>
      <p:pic>
        <p:nvPicPr>
          <p:cNvPr id="14" name="Picture 13" descr="Phát triển mô hình chia sẻ phòng lưu trú trên nền tảng AIRBNB tại Việt Nam  và vấn đề đặt ra - Tạp chí Tài chính">
            <a:extLst>
              <a:ext uri="{FF2B5EF4-FFF2-40B4-BE49-F238E27FC236}">
                <a16:creationId xmlns:a16="http://schemas.microsoft.com/office/drawing/2014/main" id="{47E55CCB-41B1-8868-6AB1-3179B650CA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9" t="8129" r="28287" b="8129"/>
          <a:stretch/>
        </p:blipFill>
        <p:spPr bwMode="auto">
          <a:xfrm>
            <a:off x="8044724" y="2289654"/>
            <a:ext cx="3844031" cy="3523268"/>
          </a:xfrm>
          <a:custGeom>
            <a:avLst/>
            <a:gdLst>
              <a:gd name="connsiteX0" fmla="*/ 249542 w 3927995"/>
              <a:gd name="connsiteY0" fmla="*/ 0 h 3172810"/>
              <a:gd name="connsiteX1" fmla="*/ 3678453 w 3927995"/>
              <a:gd name="connsiteY1" fmla="*/ 0 h 3172810"/>
              <a:gd name="connsiteX2" fmla="*/ 3927995 w 3927995"/>
              <a:gd name="connsiteY2" fmla="*/ 249542 h 3172810"/>
              <a:gd name="connsiteX3" fmla="*/ 3927995 w 3927995"/>
              <a:gd name="connsiteY3" fmla="*/ 2923268 h 3172810"/>
              <a:gd name="connsiteX4" fmla="*/ 3678453 w 3927995"/>
              <a:gd name="connsiteY4" fmla="*/ 3172810 h 3172810"/>
              <a:gd name="connsiteX5" fmla="*/ 249542 w 3927995"/>
              <a:gd name="connsiteY5" fmla="*/ 3172810 h 3172810"/>
              <a:gd name="connsiteX6" fmla="*/ 0 w 3927995"/>
              <a:gd name="connsiteY6" fmla="*/ 2923268 h 3172810"/>
              <a:gd name="connsiteX7" fmla="*/ 0 w 3927995"/>
              <a:gd name="connsiteY7" fmla="*/ 249542 h 3172810"/>
              <a:gd name="connsiteX8" fmla="*/ 249542 w 3927995"/>
              <a:gd name="connsiteY8" fmla="*/ 0 h 317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7995" h="3172810">
                <a:moveTo>
                  <a:pt x="249542" y="0"/>
                </a:moveTo>
                <a:lnTo>
                  <a:pt x="3678453" y="0"/>
                </a:lnTo>
                <a:cubicBezTo>
                  <a:pt x="3816271" y="0"/>
                  <a:pt x="3927995" y="111724"/>
                  <a:pt x="3927995" y="249542"/>
                </a:cubicBezTo>
                <a:lnTo>
                  <a:pt x="3927995" y="2923268"/>
                </a:lnTo>
                <a:cubicBezTo>
                  <a:pt x="3927995" y="3061086"/>
                  <a:pt x="3816271" y="3172810"/>
                  <a:pt x="3678453" y="3172810"/>
                </a:cubicBezTo>
                <a:lnTo>
                  <a:pt x="249542" y="3172810"/>
                </a:lnTo>
                <a:cubicBezTo>
                  <a:pt x="111724" y="3172810"/>
                  <a:pt x="0" y="3061086"/>
                  <a:pt x="0" y="2923268"/>
                </a:cubicBezTo>
                <a:lnTo>
                  <a:pt x="0" y="249542"/>
                </a:lnTo>
                <a:cubicBezTo>
                  <a:pt x="0" y="111724"/>
                  <a:pt x="111724" y="0"/>
                  <a:pt x="24954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09C2C4A-2718-FC72-D4DD-E182BEDCCC98}"/>
              </a:ext>
            </a:extLst>
          </p:cNvPr>
          <p:cNvSpPr txBox="1"/>
          <p:nvPr/>
        </p:nvSpPr>
        <p:spPr>
          <a:xfrm>
            <a:off x="1970843" y="1884367"/>
            <a:ext cx="54191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b="1" i="0">
                <a:solidFill>
                  <a:srgbClr val="FF4B4F"/>
                </a:solidFill>
                <a:effectLst/>
                <a:latin typeface="Inter Regular"/>
              </a:rPr>
              <a:t>Air Bed and Breakfast</a:t>
            </a:r>
            <a:endParaRPr lang="en-US" sz="4400" b="1">
              <a:solidFill>
                <a:srgbClr val="FF4B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05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a1">
            <a:extLst>
              <a:ext uri="{FF2B5EF4-FFF2-40B4-BE49-F238E27FC236}">
                <a16:creationId xmlns:a16="http://schemas.microsoft.com/office/drawing/2014/main" id="{CDC1E0EA-DB4E-E0D2-5ED3-3250383A4019}"/>
              </a:ext>
            </a:extLst>
          </p:cNvPr>
          <p:cNvSpPr/>
          <p:nvPr/>
        </p:nvSpPr>
        <p:spPr>
          <a:xfrm>
            <a:off x="2058171" y="353695"/>
            <a:ext cx="7607300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46D07-4060-346B-6D28-E997385F9F72}"/>
              </a:ext>
            </a:extLst>
          </p:cNvPr>
          <p:cNvSpPr txBox="1"/>
          <p:nvPr/>
        </p:nvSpPr>
        <p:spPr>
          <a:xfrm>
            <a:off x="2837009" y="491325"/>
            <a:ext cx="5977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algn="l"/>
            <a:r>
              <a:rPr lang="vi-VN" sz="3200" b="1" spc="0">
                <a:solidFill>
                  <a:srgbClr val="FF5A5F"/>
                </a:solidFill>
                <a:latin typeface="+mn-lt"/>
              </a:rPr>
              <a:t>Airbnb hoạt động thế nào?</a:t>
            </a:r>
            <a:endParaRPr lang="en-IN" sz="3200" b="1" spc="0" dirty="0">
              <a:solidFill>
                <a:srgbClr val="FF5A5F"/>
              </a:solidFill>
              <a:latin typeface="+mn-lt"/>
            </a:endParaRPr>
          </a:p>
        </p:txBody>
      </p:sp>
      <p:sp>
        <p:nvSpPr>
          <p:cNvPr id="13" name="!!h1">
            <a:extLst>
              <a:ext uri="{FF2B5EF4-FFF2-40B4-BE49-F238E27FC236}">
                <a16:creationId xmlns:a16="http://schemas.microsoft.com/office/drawing/2014/main" id="{09090D3F-C860-F484-FD32-D4B6CFDF647B}"/>
              </a:ext>
            </a:extLst>
          </p:cNvPr>
          <p:cNvSpPr/>
          <p:nvPr/>
        </p:nvSpPr>
        <p:spPr>
          <a:xfrm>
            <a:off x="8814293" y="425247"/>
            <a:ext cx="734888" cy="7429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3DF09395-BCBA-ECC3-41D4-1AFC47E5F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722" y="640711"/>
            <a:ext cx="312032" cy="312033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35085A8-2A02-9BE0-1E04-765B4D5A9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278078"/>
              </p:ext>
            </p:extLst>
          </p:nvPr>
        </p:nvGraphicFramePr>
        <p:xfrm>
          <a:off x="1513840" y="1595120"/>
          <a:ext cx="9357360" cy="4771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0003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1">
            <a:extLst>
              <a:ext uri="{FF2B5EF4-FFF2-40B4-BE49-F238E27FC236}">
                <a16:creationId xmlns:a16="http://schemas.microsoft.com/office/drawing/2014/main" id="{34E1CE8D-5ED0-9346-9D2B-BBBF210F85C4}"/>
              </a:ext>
            </a:extLst>
          </p:cNvPr>
          <p:cNvSpPr/>
          <p:nvPr/>
        </p:nvSpPr>
        <p:spPr>
          <a:xfrm>
            <a:off x="2058171" y="353695"/>
            <a:ext cx="7607300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E15B9-0EF4-39EC-9212-E829C4C3589D}"/>
              </a:ext>
            </a:extLst>
          </p:cNvPr>
          <p:cNvSpPr txBox="1"/>
          <p:nvPr/>
        </p:nvSpPr>
        <p:spPr>
          <a:xfrm>
            <a:off x="2837009" y="491325"/>
            <a:ext cx="5977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vi-VN" sz="3200" b="1" spc="0">
                <a:solidFill>
                  <a:srgbClr val="FF5A5F"/>
                </a:solidFill>
                <a:latin typeface="+mn-lt"/>
              </a:rPr>
              <a:t>Dữ liệu</a:t>
            </a:r>
            <a:endParaRPr lang="en-IN" sz="3200" b="1" spc="0" dirty="0">
              <a:solidFill>
                <a:srgbClr val="FF5A5F"/>
              </a:solidFill>
              <a:latin typeface="+mn-lt"/>
            </a:endParaRPr>
          </a:p>
        </p:txBody>
      </p:sp>
      <p:sp>
        <p:nvSpPr>
          <p:cNvPr id="4" name="!!h1">
            <a:extLst>
              <a:ext uri="{FF2B5EF4-FFF2-40B4-BE49-F238E27FC236}">
                <a16:creationId xmlns:a16="http://schemas.microsoft.com/office/drawing/2014/main" id="{5E52E852-23FD-6725-F0B1-89B221949015}"/>
              </a:ext>
            </a:extLst>
          </p:cNvPr>
          <p:cNvSpPr/>
          <p:nvPr/>
        </p:nvSpPr>
        <p:spPr>
          <a:xfrm>
            <a:off x="8814293" y="425247"/>
            <a:ext cx="734888" cy="7429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15514D9-7484-C7A9-ECFE-32EA466F4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722" y="640711"/>
            <a:ext cx="312032" cy="312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EE6044-B6DE-59A4-6DC9-6EC25D1FD7BB}"/>
              </a:ext>
            </a:extLst>
          </p:cNvPr>
          <p:cNvSpPr txBox="1"/>
          <p:nvPr/>
        </p:nvSpPr>
        <p:spPr>
          <a:xfrm>
            <a:off x="5861821" y="2446887"/>
            <a:ext cx="62000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Chứa thông tin về nơi lưu trú  (căn hộ/phòng) được lấy từ thông tin công khai trên trang Airbnb của thành phố Bangkok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Bộ dữ liệu này gồm 7 file, trong đó có 3 file chính: </a:t>
            </a:r>
          </a:p>
          <a:p>
            <a:pPr marL="2114550" lvl="4" indent="-285750">
              <a:buFont typeface="Courier New" panose="02070309020205020404" pitchFamily="49" charset="0"/>
              <a:buChar char="o"/>
            </a:pPr>
            <a:r>
              <a:rPr lang="vi-VN"/>
              <a:t>Listings.csv</a:t>
            </a:r>
          </a:p>
          <a:p>
            <a:pPr marL="2114550" lvl="4" indent="-285750">
              <a:buFont typeface="Courier New" panose="02070309020205020404" pitchFamily="49" charset="0"/>
              <a:buChar char="o"/>
            </a:pPr>
            <a:r>
              <a:rPr lang="vi-VN"/>
              <a:t>Calendar.csv</a:t>
            </a:r>
          </a:p>
          <a:p>
            <a:pPr marL="2114550" lvl="4" indent="-285750">
              <a:buFont typeface="Courier New" panose="02070309020205020404" pitchFamily="49" charset="0"/>
              <a:buChar char="o"/>
            </a:pPr>
            <a:r>
              <a:rPr lang="vi-VN"/>
              <a:t>Reviews.csv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/>
              <a:t>Lọc và sử dụng sử liệu của 12 tháng gần nhất.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393E9-1A0E-673F-EDB0-C285962BE0FE}"/>
              </a:ext>
            </a:extLst>
          </p:cNvPr>
          <p:cNvSpPr txBox="1"/>
          <p:nvPr/>
        </p:nvSpPr>
        <p:spPr>
          <a:xfrm>
            <a:off x="378691" y="2613392"/>
            <a:ext cx="50871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0000" b="1">
                <a:solidFill>
                  <a:srgbClr val="FF5A5F"/>
                </a:solidFill>
              </a:rPr>
              <a:t>23,651</a:t>
            </a:r>
            <a:endParaRPr lang="en-US" sz="10000" b="1">
              <a:solidFill>
                <a:srgbClr val="FF5A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B3F81-BC08-041A-FBC6-4A5136537797}"/>
              </a:ext>
            </a:extLst>
          </p:cNvPr>
          <p:cNvSpPr txBox="1"/>
          <p:nvPr/>
        </p:nvSpPr>
        <p:spPr>
          <a:xfrm>
            <a:off x="378691" y="4152275"/>
            <a:ext cx="5087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/>
              <a:t>Địa điểm được liệt kê trên Airbnb tại Bangkok</a:t>
            </a:r>
            <a:endParaRPr lang="en-US" sz="1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C52D71-6F72-02AB-8A2C-C0484013E2B0}"/>
              </a:ext>
            </a:extLst>
          </p:cNvPr>
          <p:cNvSpPr/>
          <p:nvPr/>
        </p:nvSpPr>
        <p:spPr>
          <a:xfrm>
            <a:off x="378690" y="2410192"/>
            <a:ext cx="5087116" cy="2622018"/>
          </a:xfrm>
          <a:prstGeom prst="roundRect">
            <a:avLst/>
          </a:prstGeom>
          <a:noFill/>
          <a:ln w="19050">
            <a:solidFill>
              <a:srgbClr val="FF5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38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a1">
            <a:extLst>
              <a:ext uri="{FF2B5EF4-FFF2-40B4-BE49-F238E27FC236}">
                <a16:creationId xmlns:a16="http://schemas.microsoft.com/office/drawing/2014/main" id="{10584A41-066A-8BA4-5991-E74CA254A258}"/>
              </a:ext>
            </a:extLst>
          </p:cNvPr>
          <p:cNvSpPr/>
          <p:nvPr/>
        </p:nvSpPr>
        <p:spPr>
          <a:xfrm>
            <a:off x="2058171" y="353695"/>
            <a:ext cx="7607300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D2732-2419-0F77-D716-8DAEFDEDF22D}"/>
              </a:ext>
            </a:extLst>
          </p:cNvPr>
          <p:cNvSpPr txBox="1"/>
          <p:nvPr/>
        </p:nvSpPr>
        <p:spPr>
          <a:xfrm>
            <a:off x="2367280" y="491325"/>
            <a:ext cx="6447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vi-VN" sz="3200" b="1" spc="0">
                <a:solidFill>
                  <a:srgbClr val="FF5A5F"/>
                </a:solidFill>
                <a:latin typeface="+mn-lt"/>
              </a:rPr>
              <a:t>Problem - Audience - Metric</a:t>
            </a:r>
            <a:endParaRPr lang="en-IN" sz="3200" b="1" spc="0" dirty="0">
              <a:solidFill>
                <a:srgbClr val="FF5A5F"/>
              </a:solidFill>
              <a:latin typeface="+mn-lt"/>
            </a:endParaRPr>
          </a:p>
        </p:txBody>
      </p:sp>
      <p:sp>
        <p:nvSpPr>
          <p:cNvPr id="5" name="!!h1">
            <a:extLst>
              <a:ext uri="{FF2B5EF4-FFF2-40B4-BE49-F238E27FC236}">
                <a16:creationId xmlns:a16="http://schemas.microsoft.com/office/drawing/2014/main" id="{BEFAF87E-8F3C-A10A-2CBE-AB530C1E87AD}"/>
              </a:ext>
            </a:extLst>
          </p:cNvPr>
          <p:cNvSpPr/>
          <p:nvPr/>
        </p:nvSpPr>
        <p:spPr>
          <a:xfrm>
            <a:off x="8814293" y="425247"/>
            <a:ext cx="734888" cy="742960"/>
          </a:xfrm>
          <a:prstGeom prst="roundRect">
            <a:avLst>
              <a:gd name="adj" fmla="val 50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7BD362-EAF9-6E09-4BCB-26A8E6E94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5722" y="640711"/>
            <a:ext cx="312032" cy="31203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112A4C-7673-58EE-0ECD-1CEA1A6FC2D5}"/>
              </a:ext>
            </a:extLst>
          </p:cNvPr>
          <p:cNvSpPr/>
          <p:nvPr/>
        </p:nvSpPr>
        <p:spPr>
          <a:xfrm>
            <a:off x="8379519" y="4130951"/>
            <a:ext cx="2340754" cy="1612325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3827A4-7CB9-1CA6-5800-C8DB93A1827E}"/>
              </a:ext>
            </a:extLst>
          </p:cNvPr>
          <p:cNvSpPr/>
          <p:nvPr/>
        </p:nvSpPr>
        <p:spPr>
          <a:xfrm>
            <a:off x="4797206" y="4130951"/>
            <a:ext cx="2975798" cy="1612325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223676-B518-B0D2-3094-D5EA939B0165}"/>
              </a:ext>
            </a:extLst>
          </p:cNvPr>
          <p:cNvSpPr/>
          <p:nvPr/>
        </p:nvSpPr>
        <p:spPr>
          <a:xfrm>
            <a:off x="1564850" y="4130951"/>
            <a:ext cx="2769919" cy="1751689"/>
          </a:xfrm>
          <a:prstGeom prst="roundRect">
            <a:avLst>
              <a:gd name="adj" fmla="val 867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DFAC9A-90D4-2D8D-45E6-DA0C5DFA0843}"/>
              </a:ext>
            </a:extLst>
          </p:cNvPr>
          <p:cNvGrpSpPr/>
          <p:nvPr/>
        </p:nvGrpSpPr>
        <p:grpSpPr>
          <a:xfrm>
            <a:off x="1906835" y="1620251"/>
            <a:ext cx="2085948" cy="2646878"/>
            <a:chOff x="1417276" y="2311357"/>
            <a:chExt cx="1552548" cy="264687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D7CB83A-4658-2DB7-FE79-8DC49A2C119B}"/>
                </a:ext>
              </a:extLst>
            </p:cNvPr>
            <p:cNvSpPr/>
            <p:nvPr/>
          </p:nvSpPr>
          <p:spPr>
            <a:xfrm>
              <a:off x="1417276" y="2819340"/>
              <a:ext cx="1552548" cy="1473149"/>
            </a:xfrm>
            <a:prstGeom prst="roundRect">
              <a:avLst/>
            </a:prstGeom>
            <a:solidFill>
              <a:srgbClr val="FF5A5F">
                <a:alpha val="9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5F9DAB-2C05-A8BF-7833-9296BC1EBF30}"/>
                </a:ext>
              </a:extLst>
            </p:cNvPr>
            <p:cNvSpPr txBox="1"/>
            <p:nvPr/>
          </p:nvSpPr>
          <p:spPr>
            <a:xfrm>
              <a:off x="1656305" y="2311357"/>
              <a:ext cx="1074490" cy="2646878"/>
            </a:xfrm>
            <a:prstGeom prst="rect">
              <a:avLst/>
            </a:prstGeom>
            <a:noFill/>
            <a:effectLst>
              <a:outerShdw blurRad="50800" dist="88900" algn="l" rotWithShape="0">
                <a:prstClr val="black">
                  <a:alpha val="6000"/>
                </a:prst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600" spc="0">
                  <a:solidFill>
                    <a:schemeClr val="bg1"/>
                  </a:solidFill>
                  <a:latin typeface="Poppins ExtraLight" panose="00000300000000000000" pitchFamily="2" charset="0"/>
                  <a:cs typeface="Poppins ExtraLight" panose="00000300000000000000" pitchFamily="2" charset="0"/>
                </a:defRPr>
              </a:lvl1pPr>
            </a:lstStyle>
            <a:p>
              <a:r>
                <a:rPr lang="vi-VN" dirty="0"/>
                <a:t>P</a:t>
              </a:r>
              <a:endParaRPr lang="en-IN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C830B3-78C0-9D00-3EAF-75E7744BB5C0}"/>
              </a:ext>
            </a:extLst>
          </p:cNvPr>
          <p:cNvGrpSpPr/>
          <p:nvPr/>
        </p:nvGrpSpPr>
        <p:grpSpPr>
          <a:xfrm>
            <a:off x="5242131" y="1620251"/>
            <a:ext cx="2085948" cy="2646878"/>
            <a:chOff x="3954710" y="2311357"/>
            <a:chExt cx="1552548" cy="264687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1A4DFF3-FE50-0A26-F79D-AE729828F0C1}"/>
                </a:ext>
              </a:extLst>
            </p:cNvPr>
            <p:cNvSpPr/>
            <p:nvPr/>
          </p:nvSpPr>
          <p:spPr>
            <a:xfrm>
              <a:off x="3954710" y="2819340"/>
              <a:ext cx="1552548" cy="1473149"/>
            </a:xfrm>
            <a:prstGeom prst="roundRect">
              <a:avLst/>
            </a:prstGeom>
            <a:solidFill>
              <a:srgbClr val="FF5A5F">
                <a:alpha val="9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E03B8C0-9E0B-E33E-DE1C-638D367EF1DF}"/>
                </a:ext>
              </a:extLst>
            </p:cNvPr>
            <p:cNvSpPr txBox="1"/>
            <p:nvPr/>
          </p:nvSpPr>
          <p:spPr>
            <a:xfrm>
              <a:off x="4193739" y="2311357"/>
              <a:ext cx="1074490" cy="2646878"/>
            </a:xfrm>
            <a:prstGeom prst="rect">
              <a:avLst/>
            </a:prstGeom>
            <a:noFill/>
            <a:effectLst>
              <a:outerShdw blurRad="50800" dist="88900" algn="l" rotWithShape="0">
                <a:prstClr val="black">
                  <a:alpha val="6000"/>
                </a:prst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600" spc="0">
                  <a:solidFill>
                    <a:schemeClr val="bg1"/>
                  </a:solidFill>
                  <a:latin typeface="Poppins ExtraLight" panose="00000300000000000000" pitchFamily="2" charset="0"/>
                  <a:cs typeface="Poppins ExtraLight" panose="00000300000000000000" pitchFamily="2" charset="0"/>
                </a:defRPr>
              </a:lvl1pPr>
            </a:lstStyle>
            <a:p>
              <a:r>
                <a:rPr lang="vi-VN" dirty="0"/>
                <a:t>A</a:t>
              </a:r>
              <a:endParaRPr lang="en-IN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1CF212-C435-069D-AAAB-86646987BF13}"/>
              </a:ext>
            </a:extLst>
          </p:cNvPr>
          <p:cNvGrpSpPr/>
          <p:nvPr/>
        </p:nvGrpSpPr>
        <p:grpSpPr>
          <a:xfrm>
            <a:off x="8506922" y="1620251"/>
            <a:ext cx="2085948" cy="2646878"/>
            <a:chOff x="6582706" y="2301832"/>
            <a:chExt cx="1552548" cy="264687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541058D-F757-43F9-B820-9838A11B98B1}"/>
                </a:ext>
              </a:extLst>
            </p:cNvPr>
            <p:cNvSpPr/>
            <p:nvPr/>
          </p:nvSpPr>
          <p:spPr>
            <a:xfrm>
              <a:off x="6582706" y="2819340"/>
              <a:ext cx="1552548" cy="1473149"/>
            </a:xfrm>
            <a:prstGeom prst="roundRect">
              <a:avLst/>
            </a:prstGeom>
            <a:solidFill>
              <a:srgbClr val="FF5A5F">
                <a:alpha val="9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E6FACB-D70A-9BF9-E010-0C71F0C6AE3E}"/>
                </a:ext>
              </a:extLst>
            </p:cNvPr>
            <p:cNvSpPr txBox="1"/>
            <p:nvPr/>
          </p:nvSpPr>
          <p:spPr>
            <a:xfrm>
              <a:off x="6821735" y="2301832"/>
              <a:ext cx="1074490" cy="2646878"/>
            </a:xfrm>
            <a:prstGeom prst="rect">
              <a:avLst/>
            </a:prstGeom>
            <a:noFill/>
            <a:effectLst>
              <a:outerShdw blurRad="50800" dist="88900" algn="l" rotWithShape="0">
                <a:prstClr val="black">
                  <a:alpha val="6000"/>
                </a:prst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600" spc="0">
                  <a:solidFill>
                    <a:schemeClr val="bg1"/>
                  </a:solidFill>
                  <a:latin typeface="Poppins ExtraLight" panose="00000300000000000000" pitchFamily="2" charset="0"/>
                  <a:cs typeface="Poppins ExtraLight" panose="00000300000000000000" pitchFamily="2" charset="0"/>
                </a:defRPr>
              </a:lvl1pPr>
            </a:lstStyle>
            <a:p>
              <a:r>
                <a:rPr lang="vi-VN"/>
                <a:t>M</a:t>
              </a:r>
              <a:endParaRPr lang="en-IN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1F87FDD-C29A-7764-7FF0-09DFF9F29E17}"/>
              </a:ext>
            </a:extLst>
          </p:cNvPr>
          <p:cNvGrpSpPr/>
          <p:nvPr/>
        </p:nvGrpSpPr>
        <p:grpSpPr>
          <a:xfrm>
            <a:off x="1593507" y="4317921"/>
            <a:ext cx="2763548" cy="1377742"/>
            <a:chOff x="1609724" y="2225103"/>
            <a:chExt cx="2162176" cy="111406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BEAC07-0F60-6266-A3D5-CA9E1B961113}"/>
                </a:ext>
              </a:extLst>
            </p:cNvPr>
            <p:cNvSpPr txBox="1"/>
            <p:nvPr/>
          </p:nvSpPr>
          <p:spPr>
            <a:xfrm>
              <a:off x="1614708" y="2225103"/>
              <a:ext cx="2157192" cy="3103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800" b="1">
                  <a:latin typeface="+mn-lt"/>
                </a:rPr>
                <a:t>Vấn đề</a:t>
              </a:r>
              <a:endParaRPr lang="en-IN" sz="1800" b="1" dirty="0">
                <a:latin typeface="+mn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8A00BF-1A84-731E-D701-0FFB067C0909}"/>
                </a:ext>
              </a:extLst>
            </p:cNvPr>
            <p:cNvSpPr txBox="1"/>
            <p:nvPr/>
          </p:nvSpPr>
          <p:spPr>
            <a:xfrm>
              <a:off x="1609724" y="2559365"/>
              <a:ext cx="2003663" cy="7798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600"/>
                <a:t>Làm thế nào để thu hút khách đặt phòng tại các địa điểm “trống”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A23556-7221-48F2-6B21-829B55689093}"/>
              </a:ext>
            </a:extLst>
          </p:cNvPr>
          <p:cNvGrpSpPr/>
          <p:nvPr/>
        </p:nvGrpSpPr>
        <p:grpSpPr>
          <a:xfrm>
            <a:off x="4941284" y="4317923"/>
            <a:ext cx="2755109" cy="1148786"/>
            <a:chOff x="8416251" y="2225104"/>
            <a:chExt cx="2167161" cy="86261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2295201-EC46-CF00-6398-506D492ABA7D}"/>
                </a:ext>
              </a:extLst>
            </p:cNvPr>
            <p:cNvSpPr txBox="1"/>
            <p:nvPr/>
          </p:nvSpPr>
          <p:spPr>
            <a:xfrm>
              <a:off x="8421235" y="2225104"/>
              <a:ext cx="2157192" cy="528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800" b="1">
                  <a:latin typeface="+mn-lt"/>
                </a:rPr>
                <a:t>Đối tượng mục tiêu</a:t>
              </a:r>
              <a:endParaRPr lang="en-IN" sz="1800" b="1" dirty="0">
                <a:latin typeface="+mn-lt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DE91C9-383A-BA8F-F9B4-13F49F367D98}"/>
                </a:ext>
              </a:extLst>
            </p:cNvPr>
            <p:cNvSpPr txBox="1"/>
            <p:nvPr/>
          </p:nvSpPr>
          <p:spPr>
            <a:xfrm>
              <a:off x="8416251" y="2559365"/>
              <a:ext cx="2167161" cy="528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600">
                  <a:latin typeface="+mn-lt"/>
                </a:rPr>
                <a:t>Người có nhu cầu cho thuê nhà</a:t>
              </a:r>
              <a:endParaRPr lang="en-IN" sz="1600" dirty="0">
                <a:latin typeface="+mn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C36F89-D774-7322-13B0-E9CDC29D70E1}"/>
              </a:ext>
            </a:extLst>
          </p:cNvPr>
          <p:cNvGrpSpPr/>
          <p:nvPr/>
        </p:nvGrpSpPr>
        <p:grpSpPr>
          <a:xfrm>
            <a:off x="8465599" y="4317923"/>
            <a:ext cx="2167161" cy="862790"/>
            <a:chOff x="1609723" y="4142712"/>
            <a:chExt cx="2167161" cy="59579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B39CC86-A9B5-30CC-6294-2F794673E86D}"/>
                </a:ext>
              </a:extLst>
            </p:cNvPr>
            <p:cNvSpPr txBox="1"/>
            <p:nvPr/>
          </p:nvSpPr>
          <p:spPr>
            <a:xfrm>
              <a:off x="1614708" y="4142712"/>
              <a:ext cx="2157192" cy="3191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800" b="1">
                  <a:latin typeface="+mn-lt"/>
                </a:rPr>
                <a:t>Chỉ số chính</a:t>
              </a:r>
              <a:endParaRPr lang="en-IN" sz="1800" b="1" dirty="0">
                <a:latin typeface="+mn-lt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61A9AB-660B-B005-BE44-6D9B5C49AF44}"/>
                </a:ext>
              </a:extLst>
            </p:cNvPr>
            <p:cNvSpPr txBox="1"/>
            <p:nvPr/>
          </p:nvSpPr>
          <p:spPr>
            <a:xfrm>
              <a:off x="1609723" y="4428166"/>
              <a:ext cx="2167161" cy="3103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 algn="ctr"/>
              <a:r>
                <a:rPr lang="vi-VN" sz="1600">
                  <a:latin typeface="+mn-lt"/>
                </a:rPr>
                <a:t>Số đêm được thuê</a:t>
              </a:r>
              <a:endParaRPr lang="en-IN" sz="16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570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D82C9E-1A95-8526-55CD-F1C77D2FE50F}"/>
              </a:ext>
            </a:extLst>
          </p:cNvPr>
          <p:cNvSpPr txBox="1"/>
          <p:nvPr/>
        </p:nvSpPr>
        <p:spPr>
          <a:xfrm>
            <a:off x="1243298" y="1096841"/>
            <a:ext cx="498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>
                <a:solidFill>
                  <a:srgbClr val="FF696D"/>
                </a:solidFill>
              </a:rPr>
              <a:t>Số đêm được thuê (ước tính):</a:t>
            </a:r>
            <a:endParaRPr lang="en-US" sz="2400" b="1">
              <a:solidFill>
                <a:srgbClr val="FF696D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EFE25-0A80-B6E4-DF1F-F5B0AB65F761}"/>
              </a:ext>
            </a:extLst>
          </p:cNvPr>
          <p:cNvSpPr/>
          <p:nvPr/>
        </p:nvSpPr>
        <p:spPr>
          <a:xfrm flipV="1">
            <a:off x="1243298" y="1559678"/>
            <a:ext cx="3779520" cy="45719"/>
          </a:xfrm>
          <a:prstGeom prst="rect">
            <a:avLst/>
          </a:prstGeom>
          <a:solidFill>
            <a:srgbClr val="FFB3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h1">
            <a:extLst>
              <a:ext uri="{FF2B5EF4-FFF2-40B4-BE49-F238E27FC236}">
                <a16:creationId xmlns:a16="http://schemas.microsoft.com/office/drawing/2014/main" id="{08E69F6B-D9E4-C5CE-E3BC-6C50CB897543}"/>
              </a:ext>
            </a:extLst>
          </p:cNvPr>
          <p:cNvSpPr/>
          <p:nvPr/>
        </p:nvSpPr>
        <p:spPr>
          <a:xfrm>
            <a:off x="3460895" y="1836229"/>
            <a:ext cx="5846726" cy="115750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600" b="1"/>
              <a:t>= Số review * số đêm tối thiểu</a:t>
            </a:r>
            <a:endParaRPr lang="en-US" sz="26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829E1-9F65-F6A3-AEE2-3E6D0896C26D}"/>
              </a:ext>
            </a:extLst>
          </p:cNvPr>
          <p:cNvSpPr txBox="1"/>
          <p:nvPr/>
        </p:nvSpPr>
        <p:spPr>
          <a:xfrm>
            <a:off x="1198574" y="3540171"/>
            <a:ext cx="498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>
                <a:solidFill>
                  <a:srgbClr val="FF696D"/>
                </a:solidFill>
              </a:rPr>
              <a:t>Doanh thu (ước tính):</a:t>
            </a:r>
            <a:endParaRPr lang="en-US" sz="2400" b="1">
              <a:solidFill>
                <a:srgbClr val="FF696D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EAFB6-91EA-4559-0A54-6BFAA5393E47}"/>
              </a:ext>
            </a:extLst>
          </p:cNvPr>
          <p:cNvSpPr/>
          <p:nvPr/>
        </p:nvSpPr>
        <p:spPr>
          <a:xfrm flipV="1">
            <a:off x="1198574" y="4003008"/>
            <a:ext cx="3779520" cy="45719"/>
          </a:xfrm>
          <a:prstGeom prst="rect">
            <a:avLst/>
          </a:prstGeom>
          <a:solidFill>
            <a:srgbClr val="FFB3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!!h1">
            <a:extLst>
              <a:ext uri="{FF2B5EF4-FFF2-40B4-BE49-F238E27FC236}">
                <a16:creationId xmlns:a16="http://schemas.microsoft.com/office/drawing/2014/main" id="{496A7129-5C0D-E264-B8B3-F175758CC3BB}"/>
              </a:ext>
            </a:extLst>
          </p:cNvPr>
          <p:cNvSpPr/>
          <p:nvPr/>
        </p:nvSpPr>
        <p:spPr>
          <a:xfrm>
            <a:off x="3309313" y="4349757"/>
            <a:ext cx="6726403" cy="115751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600" b="1"/>
              <a:t>= Số đêm được thuê * Giá mỗi đêm</a:t>
            </a:r>
            <a:endParaRPr lang="en-US" sz="2600" b="1"/>
          </a:p>
        </p:txBody>
      </p:sp>
    </p:spTree>
    <p:extLst>
      <p:ext uri="{BB962C8B-B14F-4D97-AF65-F5344CB8AC3E}">
        <p14:creationId xmlns:p14="http://schemas.microsoft.com/office/powerpoint/2010/main" val="2169770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ow To Find Vacant Property Deals In Your Market">
            <a:extLst>
              <a:ext uri="{FF2B5EF4-FFF2-40B4-BE49-F238E27FC236}">
                <a16:creationId xmlns:a16="http://schemas.microsoft.com/office/drawing/2014/main" id="{6B4AA8AA-71AC-6E3C-1BBF-0EB173914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4" t="2221" r="22206"/>
          <a:stretch/>
        </p:blipFill>
        <p:spPr bwMode="auto">
          <a:xfrm>
            <a:off x="7481454" y="3655818"/>
            <a:ext cx="3736002" cy="3024382"/>
          </a:xfrm>
          <a:custGeom>
            <a:avLst/>
            <a:gdLst>
              <a:gd name="connsiteX0" fmla="*/ 523404 w 3879273"/>
              <a:gd name="connsiteY0" fmla="*/ 0 h 3140363"/>
              <a:gd name="connsiteX1" fmla="*/ 3355869 w 3879273"/>
              <a:gd name="connsiteY1" fmla="*/ 0 h 3140363"/>
              <a:gd name="connsiteX2" fmla="*/ 3879273 w 3879273"/>
              <a:gd name="connsiteY2" fmla="*/ 523404 h 3140363"/>
              <a:gd name="connsiteX3" fmla="*/ 3879273 w 3879273"/>
              <a:gd name="connsiteY3" fmla="*/ 2616959 h 3140363"/>
              <a:gd name="connsiteX4" fmla="*/ 3355869 w 3879273"/>
              <a:gd name="connsiteY4" fmla="*/ 3140363 h 3140363"/>
              <a:gd name="connsiteX5" fmla="*/ 523404 w 3879273"/>
              <a:gd name="connsiteY5" fmla="*/ 3140363 h 3140363"/>
              <a:gd name="connsiteX6" fmla="*/ 0 w 3879273"/>
              <a:gd name="connsiteY6" fmla="*/ 2616959 h 3140363"/>
              <a:gd name="connsiteX7" fmla="*/ 0 w 3879273"/>
              <a:gd name="connsiteY7" fmla="*/ 523404 h 3140363"/>
              <a:gd name="connsiteX8" fmla="*/ 523404 w 3879273"/>
              <a:gd name="connsiteY8" fmla="*/ 0 h 3140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9273" h="3140363">
                <a:moveTo>
                  <a:pt x="523404" y="0"/>
                </a:moveTo>
                <a:lnTo>
                  <a:pt x="3355869" y="0"/>
                </a:lnTo>
                <a:cubicBezTo>
                  <a:pt x="3644937" y="0"/>
                  <a:pt x="3879273" y="234336"/>
                  <a:pt x="3879273" y="523404"/>
                </a:cubicBezTo>
                <a:lnTo>
                  <a:pt x="3879273" y="2616959"/>
                </a:lnTo>
                <a:cubicBezTo>
                  <a:pt x="3879273" y="2906027"/>
                  <a:pt x="3644937" y="3140363"/>
                  <a:pt x="3355869" y="3140363"/>
                </a:cubicBezTo>
                <a:lnTo>
                  <a:pt x="523404" y="3140363"/>
                </a:lnTo>
                <a:cubicBezTo>
                  <a:pt x="234336" y="3140363"/>
                  <a:pt x="0" y="2906027"/>
                  <a:pt x="0" y="2616959"/>
                </a:cubicBezTo>
                <a:lnTo>
                  <a:pt x="0" y="523404"/>
                </a:lnTo>
                <a:cubicBezTo>
                  <a:pt x="0" y="234336"/>
                  <a:pt x="234336" y="0"/>
                  <a:pt x="5234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!!a1">
            <a:extLst>
              <a:ext uri="{FF2B5EF4-FFF2-40B4-BE49-F238E27FC236}">
                <a16:creationId xmlns:a16="http://schemas.microsoft.com/office/drawing/2014/main" id="{5EF24DCF-A6C2-C773-4F37-ACC8B8A6C300}"/>
              </a:ext>
            </a:extLst>
          </p:cNvPr>
          <p:cNvSpPr/>
          <p:nvPr/>
        </p:nvSpPr>
        <p:spPr>
          <a:xfrm>
            <a:off x="1200726" y="393744"/>
            <a:ext cx="9615055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01E16-BBFB-446D-C6C3-89405422650C}"/>
              </a:ext>
            </a:extLst>
          </p:cNvPr>
          <p:cNvSpPr txBox="1"/>
          <p:nvPr/>
        </p:nvSpPr>
        <p:spPr>
          <a:xfrm>
            <a:off x="968600" y="62309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vi-VN" sz="2400" b="1" spc="0">
                <a:solidFill>
                  <a:srgbClr val="FF5A5F"/>
                </a:solidFill>
                <a:latin typeface="+mn-lt"/>
              </a:rPr>
              <a:t>Tại sao cần thu hút khách hàng đặt phòng “trống”?</a:t>
            </a:r>
            <a:endParaRPr lang="en-IN" sz="2400" b="1" spc="0" dirty="0">
              <a:solidFill>
                <a:srgbClr val="FF5A5F"/>
              </a:solidFill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893C58-8DA5-DB68-CF84-75ABCAE7D6C7}"/>
              </a:ext>
            </a:extLst>
          </p:cNvPr>
          <p:cNvGrpSpPr/>
          <p:nvPr/>
        </p:nvGrpSpPr>
        <p:grpSpPr>
          <a:xfrm>
            <a:off x="9959602" y="465296"/>
            <a:ext cx="734888" cy="742960"/>
            <a:chOff x="8814294" y="2106265"/>
            <a:chExt cx="734888" cy="742960"/>
          </a:xfrm>
        </p:grpSpPr>
        <p:sp>
          <p:nvSpPr>
            <p:cNvPr id="4" name="!!h1">
              <a:extLst>
                <a:ext uri="{FF2B5EF4-FFF2-40B4-BE49-F238E27FC236}">
                  <a16:creationId xmlns:a16="http://schemas.microsoft.com/office/drawing/2014/main" id="{0FA755EE-F2AB-F10D-E755-D8F80F5D0EFB}"/>
                </a:ext>
              </a:extLst>
            </p:cNvPr>
            <p:cNvSpPr/>
            <p:nvPr/>
          </p:nvSpPr>
          <p:spPr>
            <a:xfrm>
              <a:off x="8814294" y="2106265"/>
              <a:ext cx="734888" cy="742960"/>
            </a:xfrm>
            <a:prstGeom prst="roundRect">
              <a:avLst>
                <a:gd name="adj" fmla="val 50000"/>
              </a:avLst>
            </a:prstGeom>
            <a:solidFill>
              <a:srgbClr val="FF5A5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855C83B1-6A54-F82E-6EAE-786C29B42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25722" y="2321728"/>
              <a:ext cx="312032" cy="31203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8DB3AD-82DC-3FB5-6443-9FD17731524C}"/>
              </a:ext>
            </a:extLst>
          </p:cNvPr>
          <p:cNvSpPr txBox="1"/>
          <p:nvPr/>
        </p:nvSpPr>
        <p:spPr>
          <a:xfrm>
            <a:off x="1450110" y="1610756"/>
            <a:ext cx="10215418" cy="2783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2400" b="1">
                <a:solidFill>
                  <a:srgbClr val="FF5A5F"/>
                </a:solidFill>
              </a:rPr>
              <a:t>“Trống” </a:t>
            </a:r>
            <a:r>
              <a:rPr lang="vi-VN" sz="1600"/>
              <a:t>(Vacant Listings): là những căn hộ/phòng không được thuê (trong 12 tháng vừa qua) </a:t>
            </a:r>
            <a:endParaRPr lang="en-US" sz="160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1600"/>
              <a:t>Những phòng “trống” này ảnh hưởng đến các chủ kinh doanh (không nhận được nguồn thu nhập mong đợi)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1600"/>
              <a:t>Ảnh hưởng đến thị trường: dư thừa nguồn cung =&gt; có thể dẫn đến cạnh tranh và giảm giá thuê.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1600"/>
              <a:t>Ảnh hưởng đến thuế và doanh thu địa phương.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vi-VN" sz="1600"/>
              <a:t>Gây ấn tượng tiêu cực về niềm tin của khách hàng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6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B561-E23E-EA03-D3A2-7006BA51C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1">
            <a:extLst>
              <a:ext uri="{FF2B5EF4-FFF2-40B4-BE49-F238E27FC236}">
                <a16:creationId xmlns:a16="http://schemas.microsoft.com/office/drawing/2014/main" id="{AC714CEF-B817-C879-CCCE-968E9857A629}"/>
              </a:ext>
            </a:extLst>
          </p:cNvPr>
          <p:cNvSpPr/>
          <p:nvPr/>
        </p:nvSpPr>
        <p:spPr>
          <a:xfrm>
            <a:off x="3070203" y="1324992"/>
            <a:ext cx="6051594" cy="4208016"/>
          </a:xfrm>
          <a:prstGeom prst="roundRect">
            <a:avLst/>
          </a:prstGeom>
          <a:solidFill>
            <a:srgbClr val="FF5A5F"/>
          </a:solidFill>
          <a:ln>
            <a:solidFill>
              <a:srgbClr val="FF5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/>
              <a:t>Khoảng “trống” trong thị trường Airbnb Bangkok</a:t>
            </a:r>
            <a:endParaRPr lang="en-IN" sz="4800" b="1"/>
          </a:p>
        </p:txBody>
      </p:sp>
    </p:spTree>
    <p:extLst>
      <p:ext uri="{BB962C8B-B14F-4D97-AF65-F5344CB8AC3E}">
        <p14:creationId xmlns:p14="http://schemas.microsoft.com/office/powerpoint/2010/main" val="2685810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DB239A-296B-BD4D-033A-E1F6536F3A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816772"/>
              </p:ext>
            </p:extLst>
          </p:nvPr>
        </p:nvGraphicFramePr>
        <p:xfrm>
          <a:off x="387929" y="1634837"/>
          <a:ext cx="5708071" cy="3930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009D5B7-E98C-A254-700A-D86452DD78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342323"/>
              </p:ext>
            </p:extLst>
          </p:nvPr>
        </p:nvGraphicFramePr>
        <p:xfrm>
          <a:off x="6557815" y="1371299"/>
          <a:ext cx="5246256" cy="3413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9617A0-35ED-B044-E53D-9025A9F05346}"/>
              </a:ext>
            </a:extLst>
          </p:cNvPr>
          <p:cNvSpPr txBox="1"/>
          <p:nvPr/>
        </p:nvSpPr>
        <p:spPr>
          <a:xfrm>
            <a:off x="7804725" y="4868418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>
                <a:solidFill>
                  <a:srgbClr val="FF5A5F"/>
                </a:solidFill>
              </a:rPr>
              <a:t>47% </a:t>
            </a:r>
            <a:r>
              <a:rPr lang="vi-VN" sz="1600"/>
              <a:t>địa điểm không có lượt thuê nào trong 12 tháng vừa qua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DC727-8FD2-C94A-6AFD-924BBC8157B2}"/>
              </a:ext>
            </a:extLst>
          </p:cNvPr>
          <p:cNvSpPr txBox="1"/>
          <p:nvPr/>
        </p:nvSpPr>
        <p:spPr>
          <a:xfrm>
            <a:off x="8866909" y="1032745"/>
            <a:ext cx="2789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>
                <a:solidFill>
                  <a:schemeClr val="tx1">
                    <a:lumMod val="75000"/>
                    <a:lumOff val="25000"/>
                  </a:schemeClr>
                </a:solidFill>
              </a:rPr>
              <a:t>Tỷ lệ đặt phòng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07DC2-E20C-C47F-5D2D-DD0F798F6265}"/>
              </a:ext>
            </a:extLst>
          </p:cNvPr>
          <p:cNvSpPr txBox="1"/>
          <p:nvPr/>
        </p:nvSpPr>
        <p:spPr>
          <a:xfrm>
            <a:off x="849745" y="1123428"/>
            <a:ext cx="52462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>
                <a:solidFill>
                  <a:schemeClr val="tx1">
                    <a:lumMod val="75000"/>
                    <a:lumOff val="25000"/>
                  </a:schemeClr>
                </a:solidFill>
              </a:rPr>
              <a:t>Mối quan hệ giữa số đêm được thuê và địa điểm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D35404-067D-A288-4954-2F585E0EF477}"/>
              </a:ext>
            </a:extLst>
          </p:cNvPr>
          <p:cNvSpPr/>
          <p:nvPr/>
        </p:nvSpPr>
        <p:spPr>
          <a:xfrm>
            <a:off x="3159889" y="154234"/>
            <a:ext cx="4972132" cy="8145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E5859-B00D-AF19-2440-048B0D0200A4}"/>
              </a:ext>
            </a:extLst>
          </p:cNvPr>
          <p:cNvSpPr txBox="1"/>
          <p:nvPr/>
        </p:nvSpPr>
        <p:spPr>
          <a:xfrm>
            <a:off x="3472872" y="328633"/>
            <a:ext cx="65623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algn="l"/>
            <a:r>
              <a:rPr lang="vi-VN" sz="2600" b="1" spc="0">
                <a:solidFill>
                  <a:srgbClr val="FF5A5F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Tỷ lệ đặt phòng</a:t>
            </a:r>
            <a:endParaRPr lang="en-IN" sz="2600" b="1" spc="0" dirty="0">
              <a:solidFill>
                <a:srgbClr val="FF5A5F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E05FA5-F25B-FD6F-4F1A-F65B4CDBF9D5}"/>
              </a:ext>
            </a:extLst>
          </p:cNvPr>
          <p:cNvGrpSpPr/>
          <p:nvPr/>
        </p:nvGrpSpPr>
        <p:grpSpPr>
          <a:xfrm>
            <a:off x="7330366" y="190011"/>
            <a:ext cx="734888" cy="742960"/>
            <a:chOff x="7211464" y="1719601"/>
            <a:chExt cx="444130" cy="44900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1081CBD-D88E-A228-42A9-7727057FE86B}"/>
                </a:ext>
              </a:extLst>
            </p:cNvPr>
            <p:cNvSpPr/>
            <p:nvPr/>
          </p:nvSpPr>
          <p:spPr>
            <a:xfrm>
              <a:off x="7211464" y="1719601"/>
              <a:ext cx="444130" cy="449008"/>
            </a:xfrm>
            <a:prstGeom prst="roundRect">
              <a:avLst>
                <a:gd name="adj" fmla="val 50000"/>
              </a:avLst>
            </a:prstGeom>
            <a:solidFill>
              <a:srgbClr val="FF5A5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EAB033C-31BE-90B2-ACFE-6B812013B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39243" y="1849816"/>
              <a:ext cx="188577" cy="188577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6BA5B34-62EB-DC4D-C406-99149D3212ED}"/>
              </a:ext>
            </a:extLst>
          </p:cNvPr>
          <p:cNvSpPr txBox="1"/>
          <p:nvPr/>
        </p:nvSpPr>
        <p:spPr>
          <a:xfrm>
            <a:off x="225883" y="6373387"/>
            <a:ext cx="3686360" cy="307777"/>
          </a:xfrm>
          <a:prstGeom prst="rect">
            <a:avLst/>
          </a:prstGeom>
          <a:noFill/>
          <a:ln w="28575">
            <a:solidFill>
              <a:srgbClr val="FF5A5F"/>
            </a:solidFill>
          </a:ln>
        </p:spPr>
        <p:txBody>
          <a:bodyPr wrap="square" rtlCol="0">
            <a:spAutoFit/>
          </a:bodyPr>
          <a:lstStyle/>
          <a:p>
            <a:r>
              <a:rPr lang="vi-VN" sz="1400"/>
              <a:t>* Dữ liệu tính trong 12 tháng gần nhất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48557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6812BC-365E-A2A6-B6AF-891FFA68AD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1878982"/>
              </p:ext>
            </p:extLst>
          </p:nvPr>
        </p:nvGraphicFramePr>
        <p:xfrm>
          <a:off x="568212" y="1269268"/>
          <a:ext cx="4941453" cy="3195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6ED8F7-2ABE-6C71-714F-82CBBC17F4E8}"/>
              </a:ext>
            </a:extLst>
          </p:cNvPr>
          <p:cNvSpPr txBox="1"/>
          <p:nvPr/>
        </p:nvSpPr>
        <p:spPr>
          <a:xfrm>
            <a:off x="586509" y="4608851"/>
            <a:ext cx="51030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/>
              <a:t>Giá </a:t>
            </a:r>
            <a:r>
              <a:rPr lang="vi-VN" sz="1600" b="1"/>
              <a:t>thấp nhất </a:t>
            </a:r>
            <a:r>
              <a:rPr lang="vi-VN" sz="1600"/>
              <a:t>và</a:t>
            </a:r>
            <a:r>
              <a:rPr lang="vi-VN" sz="1600" b="1"/>
              <a:t> cao nhất </a:t>
            </a:r>
            <a:r>
              <a:rPr lang="vi-VN" sz="1600"/>
              <a:t>của nơi không có lượt thuê cao gấp </a:t>
            </a:r>
            <a:r>
              <a:rPr lang="vi-VN" sz="2600" b="1">
                <a:solidFill>
                  <a:srgbClr val="FF5A5F"/>
                </a:solidFill>
              </a:rPr>
              <a:t>~8</a:t>
            </a:r>
            <a:r>
              <a:rPr lang="vi-VN" sz="1600"/>
              <a:t> lần nơi có lượt thuê.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/>
              <a:t> Giá </a:t>
            </a:r>
            <a:r>
              <a:rPr lang="vi-VN" sz="1600" b="1"/>
              <a:t>trung bình </a:t>
            </a:r>
            <a:r>
              <a:rPr lang="vi-VN" sz="1600"/>
              <a:t>của nhóm không có lượt thuê cao gấp </a:t>
            </a:r>
            <a:r>
              <a:rPr lang="vi-VN" sz="2600" b="1">
                <a:solidFill>
                  <a:srgbClr val="FF5A5F"/>
                </a:solidFill>
              </a:rPr>
              <a:t>1.39</a:t>
            </a:r>
            <a:r>
              <a:rPr lang="vi-VN" sz="1600"/>
              <a:t> lần nhóm có lượt thuê.</a:t>
            </a:r>
            <a:endParaRPr lang="en-US" sz="160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480B2572-14B6-7397-4066-9C94A7B79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2702959"/>
              </p:ext>
            </p:extLst>
          </p:nvPr>
        </p:nvGraphicFramePr>
        <p:xfrm>
          <a:off x="6557993" y="1269269"/>
          <a:ext cx="4578929" cy="3195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4512897-7DBE-FF87-5930-B39AEDBB358E}"/>
              </a:ext>
            </a:extLst>
          </p:cNvPr>
          <p:cNvSpPr txBox="1"/>
          <p:nvPr/>
        </p:nvSpPr>
        <p:spPr>
          <a:xfrm>
            <a:off x="6451600" y="4608851"/>
            <a:ext cx="5001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600"/>
              <a:t>Tổng doanh thu của nhóm không có lượt thuê chiếm tới </a:t>
            </a:r>
            <a:r>
              <a:rPr lang="vi-VN" sz="2600" b="1">
                <a:solidFill>
                  <a:srgbClr val="FF5A5F"/>
                </a:solidFill>
              </a:rPr>
              <a:t>77%</a:t>
            </a:r>
            <a:endParaRPr lang="en-US" sz="2600" b="1">
              <a:solidFill>
                <a:srgbClr val="FF5A5F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ADB92B-B4A9-0D00-0E8B-64519FDC468C}"/>
              </a:ext>
            </a:extLst>
          </p:cNvPr>
          <p:cNvSpPr/>
          <p:nvPr/>
        </p:nvSpPr>
        <p:spPr>
          <a:xfrm>
            <a:off x="4021703" y="195221"/>
            <a:ext cx="3536565" cy="8145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C3B299-44D2-861B-01C1-72931147C661}"/>
              </a:ext>
            </a:extLst>
          </p:cNvPr>
          <p:cNvSpPr txBox="1"/>
          <p:nvPr/>
        </p:nvSpPr>
        <p:spPr>
          <a:xfrm>
            <a:off x="4035577" y="371711"/>
            <a:ext cx="262116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algn="l"/>
            <a:r>
              <a:rPr lang="vi-VN" sz="2600" b="1" spc="0">
                <a:solidFill>
                  <a:srgbClr val="FF5A5F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Về Giá</a:t>
            </a:r>
            <a:endParaRPr lang="en-IN" sz="2600" b="1" spc="0" dirty="0">
              <a:solidFill>
                <a:srgbClr val="FF5A5F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6093BB-4F29-FA6D-4BBD-9619A724F8B8}"/>
              </a:ext>
            </a:extLst>
          </p:cNvPr>
          <p:cNvGrpSpPr/>
          <p:nvPr/>
        </p:nvGrpSpPr>
        <p:grpSpPr>
          <a:xfrm>
            <a:off x="6740059" y="246452"/>
            <a:ext cx="734888" cy="742960"/>
            <a:chOff x="7211465" y="1719600"/>
            <a:chExt cx="444130" cy="44900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769F235-D1E5-81B3-C2F0-29E5020697F2}"/>
                </a:ext>
              </a:extLst>
            </p:cNvPr>
            <p:cNvSpPr/>
            <p:nvPr/>
          </p:nvSpPr>
          <p:spPr>
            <a:xfrm>
              <a:off x="7211465" y="1719600"/>
              <a:ext cx="444130" cy="449008"/>
            </a:xfrm>
            <a:prstGeom prst="roundRect">
              <a:avLst>
                <a:gd name="adj" fmla="val 50000"/>
              </a:avLst>
            </a:prstGeom>
            <a:solidFill>
              <a:srgbClr val="FF5A5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2CEE9EA-73E1-3BC4-B658-3DDC11B4F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39243" y="1849816"/>
              <a:ext cx="188577" cy="188577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40C4FED-0CB2-F541-D1B9-49753BD8FA8A}"/>
              </a:ext>
            </a:extLst>
          </p:cNvPr>
          <p:cNvSpPr txBox="1"/>
          <p:nvPr/>
        </p:nvSpPr>
        <p:spPr>
          <a:xfrm>
            <a:off x="168010" y="6395989"/>
            <a:ext cx="3686360" cy="307777"/>
          </a:xfrm>
          <a:prstGeom prst="rect">
            <a:avLst/>
          </a:prstGeom>
          <a:noFill/>
          <a:ln w="28575">
            <a:solidFill>
              <a:srgbClr val="FF5A5F"/>
            </a:solidFill>
          </a:ln>
        </p:spPr>
        <p:txBody>
          <a:bodyPr wrap="square" rtlCol="0">
            <a:spAutoFit/>
          </a:bodyPr>
          <a:lstStyle/>
          <a:p>
            <a:r>
              <a:rPr lang="vi-VN" sz="1400"/>
              <a:t>* Dữ liệu tính trong 12 tháng gần nhất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65171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5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75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75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/>
        </p:bldSub>
      </p:bldGraphic>
      <p:bldGraphic spid="8" grpId="0">
        <p:bldSub>
          <a:bldChart bld="category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577DA5-8047-E266-BB40-69F5805B2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7" y="1293478"/>
            <a:ext cx="6112423" cy="4654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4E973E-9A44-0FC8-CB7C-035EDC99C000}"/>
              </a:ext>
            </a:extLst>
          </p:cNvPr>
          <p:cNvSpPr txBox="1"/>
          <p:nvPr/>
        </p:nvSpPr>
        <p:spPr>
          <a:xfrm>
            <a:off x="6969128" y="1951672"/>
            <a:ext cx="4442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    Những địa điểm có yêu cầu số đêm tối thiểu thấp sẽ dễ được đặt hơn.</a:t>
            </a:r>
          </a:p>
          <a:p>
            <a:r>
              <a:rPr lang="vi-VN"/>
              <a:t>=&gt; Airbnb là thị trường chủ yếu cho thuê </a:t>
            </a:r>
            <a:r>
              <a:rPr lang="vi-VN" b="1">
                <a:solidFill>
                  <a:srgbClr val="FF5A5F"/>
                </a:solidFill>
              </a:rPr>
              <a:t>ngắn hạn</a:t>
            </a:r>
            <a:r>
              <a:rPr lang="vi-VN"/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8E66B-00CA-A63A-BD94-D7A8C2324247}"/>
              </a:ext>
            </a:extLst>
          </p:cNvPr>
          <p:cNvSpPr/>
          <p:nvPr/>
        </p:nvSpPr>
        <p:spPr>
          <a:xfrm>
            <a:off x="849745" y="154234"/>
            <a:ext cx="7282276" cy="8145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9172E-A43E-15D1-90B8-8A42CFA73606}"/>
              </a:ext>
            </a:extLst>
          </p:cNvPr>
          <p:cNvSpPr txBox="1"/>
          <p:nvPr/>
        </p:nvSpPr>
        <p:spPr>
          <a:xfrm>
            <a:off x="968285" y="330724"/>
            <a:ext cx="656237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algn="l"/>
            <a:r>
              <a:rPr lang="vi-VN" sz="2600" b="1" spc="0">
                <a:solidFill>
                  <a:srgbClr val="FF5A5F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Về số đêm tối thiểu</a:t>
            </a:r>
            <a:endParaRPr lang="en-IN" sz="2600" b="1" spc="0" dirty="0">
              <a:solidFill>
                <a:srgbClr val="FF5A5F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FB40F4-02E0-1612-6BFD-2573CDE95449}"/>
              </a:ext>
            </a:extLst>
          </p:cNvPr>
          <p:cNvGrpSpPr/>
          <p:nvPr/>
        </p:nvGrpSpPr>
        <p:grpSpPr>
          <a:xfrm>
            <a:off x="7330368" y="190010"/>
            <a:ext cx="734888" cy="742960"/>
            <a:chOff x="7211465" y="1719600"/>
            <a:chExt cx="444130" cy="44900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5F280C2-2BAD-E590-44A0-7D7733593784}"/>
                </a:ext>
              </a:extLst>
            </p:cNvPr>
            <p:cNvSpPr/>
            <p:nvPr/>
          </p:nvSpPr>
          <p:spPr>
            <a:xfrm>
              <a:off x="7211465" y="1719600"/>
              <a:ext cx="444130" cy="449008"/>
            </a:xfrm>
            <a:prstGeom prst="roundRect">
              <a:avLst>
                <a:gd name="adj" fmla="val 50000"/>
              </a:avLst>
            </a:prstGeom>
            <a:solidFill>
              <a:srgbClr val="FF5A5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FD361CB-3D8C-89EA-5CCB-577D90AA0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39243" y="1849816"/>
              <a:ext cx="188577" cy="18857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E1C2BCC-D57D-1619-7ED0-419AF9BCB7BD}"/>
              </a:ext>
            </a:extLst>
          </p:cNvPr>
          <p:cNvSpPr txBox="1"/>
          <p:nvPr/>
        </p:nvSpPr>
        <p:spPr>
          <a:xfrm>
            <a:off x="6816670" y="3837766"/>
            <a:ext cx="459514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vi-VN"/>
              <a:t>     Nhóm không có lượt thuê có yêu cầu số đêm tối thiểu đa dạng, trải từ </a:t>
            </a:r>
            <a:r>
              <a:rPr lang="vi-VN" sz="2000" b="1">
                <a:solidFill>
                  <a:srgbClr val="FF5A5F"/>
                </a:solidFill>
              </a:rPr>
              <a:t>1</a:t>
            </a:r>
            <a:r>
              <a:rPr lang="vi-VN"/>
              <a:t> cho đến </a:t>
            </a:r>
            <a:r>
              <a:rPr lang="vi-VN" sz="2000" b="1">
                <a:solidFill>
                  <a:srgbClr val="FF5A5F"/>
                </a:solidFill>
              </a:rPr>
              <a:t>1000</a:t>
            </a:r>
            <a:r>
              <a:rPr lang="vi-VN"/>
              <a:t> đêm.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vi-VN"/>
              <a:t>=&gt; Nhóm không có lượt thuê có bao gồm cho thuê </a:t>
            </a:r>
            <a:r>
              <a:rPr lang="vi-VN" b="1">
                <a:solidFill>
                  <a:srgbClr val="FF5A5F"/>
                </a:solidFill>
              </a:rPr>
              <a:t>dài hạn.</a:t>
            </a:r>
            <a:endParaRPr lang="en-US" b="1">
              <a:solidFill>
                <a:srgbClr val="FF5A5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FD172D-AD27-666A-530E-ED54A443806C}"/>
              </a:ext>
            </a:extLst>
          </p:cNvPr>
          <p:cNvSpPr txBox="1"/>
          <p:nvPr/>
        </p:nvSpPr>
        <p:spPr>
          <a:xfrm>
            <a:off x="202734" y="6395989"/>
            <a:ext cx="3686360" cy="307777"/>
          </a:xfrm>
          <a:prstGeom prst="rect">
            <a:avLst/>
          </a:prstGeom>
          <a:noFill/>
          <a:ln w="28575">
            <a:solidFill>
              <a:srgbClr val="FF5A5F"/>
            </a:solidFill>
          </a:ln>
        </p:spPr>
        <p:txBody>
          <a:bodyPr wrap="square" rtlCol="0">
            <a:spAutoFit/>
          </a:bodyPr>
          <a:lstStyle/>
          <a:p>
            <a:r>
              <a:rPr lang="vi-VN" sz="1400"/>
              <a:t>* Dữ liệu tính trong 12 tháng gần nhất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55794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B06A-813B-EC16-74CA-7A3E4ED9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1">
            <a:extLst>
              <a:ext uri="{FF2B5EF4-FFF2-40B4-BE49-F238E27FC236}">
                <a16:creationId xmlns:a16="http://schemas.microsoft.com/office/drawing/2014/main" id="{CF754F40-0B8D-7C20-7967-79440C054374}"/>
              </a:ext>
            </a:extLst>
          </p:cNvPr>
          <p:cNvSpPr/>
          <p:nvPr/>
        </p:nvSpPr>
        <p:spPr>
          <a:xfrm>
            <a:off x="3070203" y="1324992"/>
            <a:ext cx="6051594" cy="4208016"/>
          </a:xfrm>
          <a:prstGeom prst="roundRect">
            <a:avLst/>
          </a:prstGeom>
          <a:solidFill>
            <a:srgbClr val="FF5A5F"/>
          </a:solidFill>
          <a:ln>
            <a:solidFill>
              <a:srgbClr val="FF5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/>
              <a:t>Vấn đề nằm ở đâu?</a:t>
            </a:r>
            <a:endParaRPr lang="en-IN" sz="4800" b="1"/>
          </a:p>
        </p:txBody>
      </p:sp>
    </p:spTree>
    <p:extLst>
      <p:ext uri="{BB962C8B-B14F-4D97-AF65-F5344CB8AC3E}">
        <p14:creationId xmlns:p14="http://schemas.microsoft.com/office/powerpoint/2010/main" val="21140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2E44D-C64F-3AE3-C89A-A8AD6F584F85}"/>
              </a:ext>
            </a:extLst>
          </p:cNvPr>
          <p:cNvSpPr txBox="1"/>
          <p:nvPr/>
        </p:nvSpPr>
        <p:spPr>
          <a:xfrm>
            <a:off x="762811" y="430968"/>
            <a:ext cx="57421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000" b="1">
                <a:solidFill>
                  <a:srgbClr val="FF4B4F"/>
                </a:solidFill>
              </a:rPr>
              <a:t>Giá mỗi đêm </a:t>
            </a:r>
            <a:endParaRPr lang="en-US" sz="5000" b="1">
              <a:solidFill>
                <a:srgbClr val="FF4B4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E783FD-AFAE-ABEF-40E2-BC65DC232296}"/>
              </a:ext>
            </a:extLst>
          </p:cNvPr>
          <p:cNvSpPr/>
          <p:nvPr/>
        </p:nvSpPr>
        <p:spPr>
          <a:xfrm>
            <a:off x="762811" y="1242821"/>
            <a:ext cx="4630991" cy="49921"/>
          </a:xfrm>
          <a:prstGeom prst="rect">
            <a:avLst/>
          </a:prstGeom>
          <a:solidFill>
            <a:srgbClr val="FFB3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19C77-01CA-1A4C-222C-9EC8AEC0F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11" y="1812895"/>
            <a:ext cx="10330578" cy="2040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E5F6A1-A8CF-C928-FC84-06AE4E0A3959}"/>
              </a:ext>
            </a:extLst>
          </p:cNvPr>
          <p:cNvSpPr txBox="1"/>
          <p:nvPr/>
        </p:nvSpPr>
        <p:spPr>
          <a:xfrm>
            <a:off x="6894653" y="3633768"/>
            <a:ext cx="3769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/>
              <a:t>Trích Trang TTDT – Ban kinh tế TW</a:t>
            </a:r>
            <a:endParaRPr lang="en-US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9F42E-A346-DB1B-1FBC-E8B6A990E59A}"/>
              </a:ext>
            </a:extLst>
          </p:cNvPr>
          <p:cNvSpPr txBox="1"/>
          <p:nvPr/>
        </p:nvSpPr>
        <p:spPr>
          <a:xfrm>
            <a:off x="1142035" y="4109013"/>
            <a:ext cx="9722733" cy="170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Nhóm không được thuê có giá thuê mỗi đêm cao (~1.39) so với nhóm được thuê và nó mang lại doanh thu tốt (hơn 77%).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Năm 2023-2024, do tăng trưởng kinh tế của Thái giảm nên nhóm này lại không được khách chọn thuê.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9723B-C635-6AA6-9F4C-A183AF764FA4}"/>
              </a:ext>
            </a:extLst>
          </p:cNvPr>
          <p:cNvSpPr txBox="1"/>
          <p:nvPr/>
        </p:nvSpPr>
        <p:spPr>
          <a:xfrm>
            <a:off x="202734" y="6395989"/>
            <a:ext cx="3686360" cy="307777"/>
          </a:xfrm>
          <a:prstGeom prst="rect">
            <a:avLst/>
          </a:prstGeom>
          <a:noFill/>
          <a:ln w="28575">
            <a:solidFill>
              <a:srgbClr val="FF5A5F"/>
            </a:solidFill>
          </a:ln>
        </p:spPr>
        <p:txBody>
          <a:bodyPr wrap="square" rtlCol="0">
            <a:spAutoFit/>
          </a:bodyPr>
          <a:lstStyle/>
          <a:p>
            <a:r>
              <a:rPr lang="vi-VN" sz="1400"/>
              <a:t>* Dữ liệu tính trong 12 tháng gần nhất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93503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D03BC7-5F9F-A428-9172-23A8FEC050AF}"/>
              </a:ext>
            </a:extLst>
          </p:cNvPr>
          <p:cNvSpPr txBox="1"/>
          <p:nvPr/>
        </p:nvSpPr>
        <p:spPr>
          <a:xfrm>
            <a:off x="202734" y="6395989"/>
            <a:ext cx="3686360" cy="307777"/>
          </a:xfrm>
          <a:prstGeom prst="rect">
            <a:avLst/>
          </a:prstGeom>
          <a:noFill/>
          <a:ln w="28575">
            <a:solidFill>
              <a:srgbClr val="FF5A5F"/>
            </a:solidFill>
          </a:ln>
        </p:spPr>
        <p:txBody>
          <a:bodyPr wrap="square" rtlCol="0">
            <a:spAutoFit/>
          </a:bodyPr>
          <a:lstStyle/>
          <a:p>
            <a:r>
              <a:rPr lang="vi-VN" sz="1400"/>
              <a:t>* Dữ liệu tính trong 12 tháng gần nhất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82109-7E18-C38D-AB61-E5FA1D4D4D88}"/>
              </a:ext>
            </a:extLst>
          </p:cNvPr>
          <p:cNvSpPr txBox="1"/>
          <p:nvPr/>
        </p:nvSpPr>
        <p:spPr>
          <a:xfrm>
            <a:off x="762811" y="430968"/>
            <a:ext cx="57421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000" b="1">
                <a:solidFill>
                  <a:srgbClr val="FF4B4F"/>
                </a:solidFill>
              </a:rPr>
              <a:t>Số đêm tối thiểu</a:t>
            </a:r>
            <a:endParaRPr lang="en-US" sz="5000" b="1">
              <a:solidFill>
                <a:srgbClr val="FF4B4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426903-40A3-D4B6-39AF-FAFF4A484AD7}"/>
              </a:ext>
            </a:extLst>
          </p:cNvPr>
          <p:cNvSpPr/>
          <p:nvPr/>
        </p:nvSpPr>
        <p:spPr>
          <a:xfrm>
            <a:off x="762811" y="1242821"/>
            <a:ext cx="4630991" cy="49921"/>
          </a:xfrm>
          <a:prstGeom prst="rect">
            <a:avLst/>
          </a:prstGeom>
          <a:solidFill>
            <a:srgbClr val="FFB3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9FB09-D0D7-BEC2-BA8B-C54D8DA1C5D2}"/>
              </a:ext>
            </a:extLst>
          </p:cNvPr>
          <p:cNvSpPr txBox="1"/>
          <p:nvPr/>
        </p:nvSpPr>
        <p:spPr>
          <a:xfrm>
            <a:off x="623915" y="1951993"/>
            <a:ext cx="7351042" cy="2954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Nhóm </a:t>
            </a:r>
            <a:r>
              <a:rPr lang="vi-VN" b="1">
                <a:solidFill>
                  <a:srgbClr val="FF5A5F"/>
                </a:solidFill>
              </a:rPr>
              <a:t>không được thuê </a:t>
            </a:r>
            <a:r>
              <a:rPr lang="vi-VN"/>
              <a:t>có yêu cầu về số đêm tối thiểu cao, thậm chí lên đến </a:t>
            </a:r>
            <a:r>
              <a:rPr lang="vi-VN" b="1">
                <a:solidFill>
                  <a:srgbClr val="FF5A5F"/>
                </a:solidFill>
              </a:rPr>
              <a:t>1000 đêm</a:t>
            </a:r>
            <a:r>
              <a:rPr lang="vi-VN"/>
              <a:t>, cho thấy nhóm này có địa điểm hướng tới </a:t>
            </a:r>
            <a:r>
              <a:rPr lang="vi-VN" b="1">
                <a:solidFill>
                  <a:srgbClr val="FF5A5F"/>
                </a:solidFill>
              </a:rPr>
              <a:t>thuê dài hạn</a:t>
            </a:r>
            <a:r>
              <a:rPr lang="vi-VN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Tuy nhiên, </a:t>
            </a:r>
            <a:r>
              <a:rPr lang="vi-VN" b="1">
                <a:solidFill>
                  <a:srgbClr val="FF5A5F"/>
                </a:solidFill>
              </a:rPr>
              <a:t>Airbnb</a:t>
            </a:r>
            <a:r>
              <a:rPr lang="vi-VN"/>
              <a:t>  chủ yếu cung cấp </a:t>
            </a:r>
            <a:r>
              <a:rPr lang="vi-VN" b="1">
                <a:solidFill>
                  <a:srgbClr val="FF5A5F"/>
                </a:solidFill>
              </a:rPr>
              <a:t>chỗ ở tạm thời </a:t>
            </a:r>
            <a:r>
              <a:rPr lang="vi-VN"/>
              <a:t>cho khách du lịch, những người tham gia công tác hoặc các chuyến đi ngắn ngày nên thị trường </a:t>
            </a:r>
            <a:r>
              <a:rPr lang="vi-VN" b="1">
                <a:solidFill>
                  <a:srgbClr val="FF5A5F"/>
                </a:solidFill>
              </a:rPr>
              <a:t>thuê dài hạn chưa thực sự được tối ưu</a:t>
            </a:r>
            <a:r>
              <a:rPr lang="vi-VN"/>
              <a:t>.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207BB7-6899-38F6-B06A-3B8EE6CA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223996"/>
              </p:ext>
            </p:extLst>
          </p:nvPr>
        </p:nvGraphicFramePr>
        <p:xfrm>
          <a:off x="8160150" y="2490593"/>
          <a:ext cx="358815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2260">
                  <a:extLst>
                    <a:ext uri="{9D8B030D-6E8A-4147-A177-3AD203B41FA5}">
                      <a16:colId xmlns:a16="http://schemas.microsoft.com/office/drawing/2014/main" val="2904451329"/>
                    </a:ext>
                  </a:extLst>
                </a:gridCol>
                <a:gridCol w="1145893">
                  <a:extLst>
                    <a:ext uri="{9D8B030D-6E8A-4147-A177-3AD203B41FA5}">
                      <a16:colId xmlns:a16="http://schemas.microsoft.com/office/drawing/2014/main" val="847981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minimum_nights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551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45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1030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825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803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195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2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0">
                          <a:effectLst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8777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337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C1E0EA-DB4E-E0D2-5ED3-3250383A4019}"/>
              </a:ext>
            </a:extLst>
          </p:cNvPr>
          <p:cNvSpPr/>
          <p:nvPr/>
        </p:nvSpPr>
        <p:spPr>
          <a:xfrm>
            <a:off x="5022568" y="1225916"/>
            <a:ext cx="4879808" cy="88606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190500" dist="38100" dir="5400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46D07-4060-346B-6D28-E997385F9F72}"/>
              </a:ext>
            </a:extLst>
          </p:cNvPr>
          <p:cNvSpPr txBox="1"/>
          <p:nvPr/>
        </p:nvSpPr>
        <p:spPr>
          <a:xfrm>
            <a:off x="5355942" y="1345783"/>
            <a:ext cx="408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algn="l"/>
            <a:r>
              <a:rPr lang="vi-VN" sz="3600" b="1" spc="0">
                <a:solidFill>
                  <a:srgbClr val="FF5A5F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Vấn đề</a:t>
            </a:r>
            <a:endParaRPr lang="en-IN" sz="3600" b="1" spc="0" dirty="0">
              <a:solidFill>
                <a:srgbClr val="FF5A5F"/>
              </a:solidFill>
              <a:latin typeface="+mn-lt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941232-6AF7-320F-B48B-0560EF8ED41C}"/>
              </a:ext>
            </a:extLst>
          </p:cNvPr>
          <p:cNvGrpSpPr/>
          <p:nvPr/>
        </p:nvGrpSpPr>
        <p:grpSpPr>
          <a:xfrm>
            <a:off x="9084709" y="1313320"/>
            <a:ext cx="734888" cy="742960"/>
            <a:chOff x="7211464" y="1719600"/>
            <a:chExt cx="444130" cy="44900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090D3F-C860-F484-FD32-D4B6CFDF647B}"/>
                </a:ext>
              </a:extLst>
            </p:cNvPr>
            <p:cNvSpPr/>
            <p:nvPr/>
          </p:nvSpPr>
          <p:spPr>
            <a:xfrm>
              <a:off x="7211464" y="1719600"/>
              <a:ext cx="444130" cy="449008"/>
            </a:xfrm>
            <a:prstGeom prst="roundRect">
              <a:avLst>
                <a:gd name="adj" fmla="val 50000"/>
              </a:avLst>
            </a:prstGeom>
            <a:solidFill>
              <a:srgbClr val="FF5A5F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DF09395-BCBA-ECC3-41D4-1AFC47E5F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39243" y="1849816"/>
              <a:ext cx="188577" cy="188577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1870B9-FABF-1188-DFA4-D29119D0139A}"/>
              </a:ext>
            </a:extLst>
          </p:cNvPr>
          <p:cNvSpPr/>
          <p:nvPr/>
        </p:nvSpPr>
        <p:spPr>
          <a:xfrm>
            <a:off x="982663" y="4474513"/>
            <a:ext cx="3091576" cy="1431914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31713-A3CF-AD54-CA9A-98F69E1C0143}"/>
              </a:ext>
            </a:extLst>
          </p:cNvPr>
          <p:cNvSpPr txBox="1"/>
          <p:nvPr/>
        </p:nvSpPr>
        <p:spPr>
          <a:xfrm>
            <a:off x="1352658" y="5080808"/>
            <a:ext cx="1443646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r>
              <a:rPr lang="en-IN" sz="1400" b="1" dirty="0">
                <a:solidFill>
                  <a:schemeClr val="bg1"/>
                </a:solidFill>
                <a:latin typeface="+mn-lt"/>
              </a:rPr>
              <a:t>Problem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FE1756-C405-1F4D-942A-7A3F97A0842D}"/>
              </a:ext>
            </a:extLst>
          </p:cNvPr>
          <p:cNvSpPr/>
          <p:nvPr/>
        </p:nvSpPr>
        <p:spPr>
          <a:xfrm>
            <a:off x="982663" y="2841944"/>
            <a:ext cx="3091576" cy="1431914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67E50-894D-FC83-13CE-3C582F08B673}"/>
              </a:ext>
            </a:extLst>
          </p:cNvPr>
          <p:cNvSpPr txBox="1"/>
          <p:nvPr/>
        </p:nvSpPr>
        <p:spPr>
          <a:xfrm>
            <a:off x="1352658" y="3456672"/>
            <a:ext cx="1443646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r>
              <a:rPr lang="en-IN" sz="1400" b="1" dirty="0">
                <a:solidFill>
                  <a:schemeClr val="bg1"/>
                </a:solidFill>
                <a:latin typeface="+mn-lt"/>
              </a:rPr>
              <a:t>Problem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E4D6BF-16A8-500E-F58F-BFA8246B6AE3}"/>
              </a:ext>
            </a:extLst>
          </p:cNvPr>
          <p:cNvSpPr/>
          <p:nvPr/>
        </p:nvSpPr>
        <p:spPr>
          <a:xfrm>
            <a:off x="982663" y="1209375"/>
            <a:ext cx="3091576" cy="1431914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3B7D0-9363-2A90-CFDB-540E204165F4}"/>
              </a:ext>
            </a:extLst>
          </p:cNvPr>
          <p:cNvSpPr txBox="1"/>
          <p:nvPr/>
        </p:nvSpPr>
        <p:spPr>
          <a:xfrm>
            <a:off x="1352658" y="1824103"/>
            <a:ext cx="1443646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r>
              <a:rPr lang="en-IN" sz="1400" b="1" dirty="0">
                <a:solidFill>
                  <a:schemeClr val="bg1"/>
                </a:solidFill>
                <a:latin typeface="+mn-lt"/>
              </a:rPr>
              <a:t>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C9B30B-CEFC-8F22-B016-2666ABAECA44}"/>
              </a:ext>
            </a:extLst>
          </p:cNvPr>
          <p:cNvSpPr txBox="1"/>
          <p:nvPr/>
        </p:nvSpPr>
        <p:spPr>
          <a:xfrm>
            <a:off x="2547738" y="951573"/>
            <a:ext cx="1443646" cy="213904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133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7D23C-0FD5-AA28-5D9C-10543A1B969A}"/>
              </a:ext>
            </a:extLst>
          </p:cNvPr>
          <p:cNvSpPr txBox="1"/>
          <p:nvPr/>
        </p:nvSpPr>
        <p:spPr>
          <a:xfrm>
            <a:off x="2547738" y="2590650"/>
            <a:ext cx="1443646" cy="213904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133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E7232-3BDE-4934-9F21-C450F583D74E}"/>
              </a:ext>
            </a:extLst>
          </p:cNvPr>
          <p:cNvSpPr txBox="1"/>
          <p:nvPr/>
        </p:nvSpPr>
        <p:spPr>
          <a:xfrm>
            <a:off x="2547738" y="4218882"/>
            <a:ext cx="1443646" cy="213904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13300" dirty="0"/>
              <a:t>3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4237DA-694F-14F3-FFF3-246266FC711B}"/>
              </a:ext>
            </a:extLst>
          </p:cNvPr>
          <p:cNvGrpSpPr/>
          <p:nvPr/>
        </p:nvGrpSpPr>
        <p:grpSpPr>
          <a:xfrm>
            <a:off x="4658700" y="2852782"/>
            <a:ext cx="5873941" cy="707886"/>
            <a:chOff x="4723355" y="3240082"/>
            <a:chExt cx="5873941" cy="7078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BC44C1-C99F-B884-0D3B-AF0A88C6C6EB}"/>
                </a:ext>
              </a:extLst>
            </p:cNvPr>
            <p:cNvSpPr txBox="1"/>
            <p:nvPr/>
          </p:nvSpPr>
          <p:spPr>
            <a:xfrm>
              <a:off x="5090363" y="3240082"/>
              <a:ext cx="550693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vi-VN" sz="2000" b="1">
                  <a:solidFill>
                    <a:srgbClr val="FF5A5F"/>
                  </a:solidFill>
                  <a:latin typeface="+mn-lt"/>
                </a:rPr>
                <a:t>Giá trung bình </a:t>
              </a:r>
              <a:r>
                <a:rPr lang="vi-VN" sz="2000">
                  <a:latin typeface="+mn-lt"/>
                </a:rPr>
                <a:t>của nhóm không có lượt thuê cao gấp </a:t>
              </a:r>
              <a:r>
                <a:rPr lang="vi-VN" sz="2000" b="1">
                  <a:solidFill>
                    <a:srgbClr val="FF5A5F"/>
                  </a:solidFill>
                  <a:latin typeface="+mn-lt"/>
                </a:rPr>
                <a:t>1.39</a:t>
              </a:r>
              <a:r>
                <a:rPr lang="vi-VN" sz="2000">
                  <a:latin typeface="+mn-lt"/>
                </a:rPr>
                <a:t> lần nhóm có lượt thuê.</a:t>
              </a:r>
              <a:endParaRPr lang="en-IN" sz="2000" dirty="0">
                <a:latin typeface="+mn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1D6DEF-CDE9-08EA-B2CB-0F5A1E1C53F5}"/>
                </a:ext>
              </a:extLst>
            </p:cNvPr>
            <p:cNvSpPr txBox="1"/>
            <p:nvPr/>
          </p:nvSpPr>
          <p:spPr>
            <a:xfrm>
              <a:off x="4723355" y="3281118"/>
              <a:ext cx="3638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pPr algn="r"/>
              <a:r>
                <a:rPr lang="en-IN" sz="3200" spc="0" dirty="0">
                  <a:solidFill>
                    <a:srgbClr val="FF5A5F"/>
                  </a:solidFill>
                  <a:latin typeface="+mj-lt"/>
                </a:rPr>
                <a:t>1</a:t>
              </a:r>
              <a:endParaRPr lang="en-IN" sz="2400" spc="0" dirty="0">
                <a:solidFill>
                  <a:srgbClr val="FF5A5F"/>
                </a:solidFill>
                <a:latin typeface="+mj-lt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90C0E5-8C87-CF79-D3A4-7BA40F60AB36}"/>
              </a:ext>
            </a:extLst>
          </p:cNvPr>
          <p:cNvGrpSpPr/>
          <p:nvPr/>
        </p:nvGrpSpPr>
        <p:grpSpPr>
          <a:xfrm>
            <a:off x="4658700" y="3756911"/>
            <a:ext cx="5873941" cy="707886"/>
            <a:chOff x="4723355" y="3240082"/>
            <a:chExt cx="5873941" cy="70788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6265721-BEBA-A510-05B3-C87173385C98}"/>
                </a:ext>
              </a:extLst>
            </p:cNvPr>
            <p:cNvSpPr txBox="1"/>
            <p:nvPr/>
          </p:nvSpPr>
          <p:spPr>
            <a:xfrm>
              <a:off x="5090363" y="3240082"/>
              <a:ext cx="550693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vi-VN" sz="2000">
                  <a:solidFill>
                    <a:schemeClr val="tx1"/>
                  </a:solidFill>
                  <a:latin typeface="+mn-lt"/>
                </a:rPr>
                <a:t>Nhóm không có lượt thuê </a:t>
              </a:r>
              <a:r>
                <a:rPr lang="vi-VN" sz="2000" b="1">
                  <a:solidFill>
                    <a:srgbClr val="FF5A5F"/>
                  </a:solidFill>
                  <a:latin typeface="+mn-lt"/>
                </a:rPr>
                <a:t>yêu cầu cao </a:t>
              </a:r>
              <a:r>
                <a:rPr lang="vi-VN" sz="2000">
                  <a:solidFill>
                    <a:schemeClr val="tx1"/>
                  </a:solidFill>
                  <a:latin typeface="+mn-lt"/>
                </a:rPr>
                <a:t>về </a:t>
              </a:r>
              <a:r>
                <a:rPr lang="vi-VN" sz="2000" b="1">
                  <a:solidFill>
                    <a:srgbClr val="FF5A5F"/>
                  </a:solidFill>
                  <a:latin typeface="+mn-lt"/>
                </a:rPr>
                <a:t>số đêm tối thiểu</a:t>
              </a:r>
              <a:r>
                <a:rPr lang="vi-VN" sz="2000">
                  <a:solidFill>
                    <a:schemeClr val="tx1"/>
                  </a:solidFill>
                  <a:latin typeface="+mn-lt"/>
                </a:rPr>
                <a:t>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A977475-03C8-626F-2FA7-29BF94B2F893}"/>
                </a:ext>
              </a:extLst>
            </p:cNvPr>
            <p:cNvSpPr txBox="1"/>
            <p:nvPr/>
          </p:nvSpPr>
          <p:spPr>
            <a:xfrm>
              <a:off x="4723355" y="3301637"/>
              <a:ext cx="3638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pPr algn="r"/>
              <a:r>
                <a:rPr lang="vi-VN" sz="3200" spc="0" dirty="0">
                  <a:solidFill>
                    <a:srgbClr val="FF5A5F"/>
                  </a:solidFill>
                  <a:latin typeface="+mj-lt"/>
                </a:rPr>
                <a:t>2</a:t>
              </a:r>
              <a:endParaRPr lang="en-IN" sz="2400" spc="0" dirty="0">
                <a:solidFill>
                  <a:srgbClr val="FF5A5F"/>
                </a:solidFill>
                <a:latin typeface="+mj-lt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8C76F68-91C6-71CE-7041-AFACE69013D0}"/>
              </a:ext>
            </a:extLst>
          </p:cNvPr>
          <p:cNvGrpSpPr/>
          <p:nvPr/>
        </p:nvGrpSpPr>
        <p:grpSpPr>
          <a:xfrm>
            <a:off x="4658700" y="4792698"/>
            <a:ext cx="5873941" cy="1015663"/>
            <a:chOff x="4723355" y="3240082"/>
            <a:chExt cx="5873941" cy="101566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C5740D1-2093-B274-45DE-ACB45288F7ED}"/>
                </a:ext>
              </a:extLst>
            </p:cNvPr>
            <p:cNvSpPr txBox="1"/>
            <p:nvPr/>
          </p:nvSpPr>
          <p:spPr>
            <a:xfrm>
              <a:off x="5090363" y="3240082"/>
              <a:ext cx="550693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ts val="1700"/>
                </a:lnSpc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Montserrat" pitchFamily="2" charset="0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vi-VN" sz="2000">
                  <a:solidFill>
                    <a:schemeClr val="tx1"/>
                  </a:solidFill>
                  <a:latin typeface="+mn-lt"/>
                </a:rPr>
                <a:t>Nhóm không có lượt thuê hướng tới cho thuê </a:t>
              </a:r>
              <a:r>
                <a:rPr lang="vi-VN" sz="2000" b="1">
                  <a:solidFill>
                    <a:srgbClr val="FF5A5F"/>
                  </a:solidFill>
                  <a:latin typeface="+mn-lt"/>
                </a:rPr>
                <a:t>dài hạn</a:t>
              </a:r>
              <a:endParaRPr lang="en-IN" sz="2000">
                <a:solidFill>
                  <a:schemeClr val="tx1"/>
                </a:solidFill>
                <a:latin typeface="+mn-lt"/>
              </a:endParaRPr>
            </a:p>
            <a:p>
              <a:pPr>
                <a:lnSpc>
                  <a:spcPct val="100000"/>
                </a:lnSpc>
              </a:pPr>
              <a:endParaRPr lang="vi-VN" sz="2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5A44CE-3861-ADB7-8043-72809FFB6D0D}"/>
                </a:ext>
              </a:extLst>
            </p:cNvPr>
            <p:cNvSpPr txBox="1"/>
            <p:nvPr/>
          </p:nvSpPr>
          <p:spPr>
            <a:xfrm>
              <a:off x="4723355" y="3252054"/>
              <a:ext cx="3638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pPr algn="r"/>
              <a:r>
                <a:rPr lang="vi-VN" sz="3200" spc="0" dirty="0">
                  <a:solidFill>
                    <a:srgbClr val="FF5A5F"/>
                  </a:solidFill>
                  <a:latin typeface="+mj-lt"/>
                </a:rPr>
                <a:t>3</a:t>
              </a:r>
              <a:endParaRPr lang="en-IN" sz="2400" spc="0" dirty="0">
                <a:solidFill>
                  <a:srgbClr val="FF5A5F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976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CF4E-BE18-7021-3761-A7668298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1">
            <a:extLst>
              <a:ext uri="{FF2B5EF4-FFF2-40B4-BE49-F238E27FC236}">
                <a16:creationId xmlns:a16="http://schemas.microsoft.com/office/drawing/2014/main" id="{988C2361-A3C4-5204-49CB-ACDC1CA7F28F}"/>
              </a:ext>
            </a:extLst>
          </p:cNvPr>
          <p:cNvSpPr/>
          <p:nvPr/>
        </p:nvSpPr>
        <p:spPr>
          <a:xfrm>
            <a:off x="3070203" y="1324992"/>
            <a:ext cx="6051594" cy="4208016"/>
          </a:xfrm>
          <a:prstGeom prst="roundRect">
            <a:avLst/>
          </a:prstGeom>
          <a:solidFill>
            <a:srgbClr val="FF5A5F"/>
          </a:solidFill>
          <a:ln>
            <a:solidFill>
              <a:srgbClr val="FF5A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/>
              <a:t>Đề xuất</a:t>
            </a:r>
            <a:endParaRPr lang="en-IN" sz="4800" b="1"/>
          </a:p>
        </p:txBody>
      </p:sp>
    </p:spTree>
    <p:extLst>
      <p:ext uri="{BB962C8B-B14F-4D97-AF65-F5344CB8AC3E}">
        <p14:creationId xmlns:p14="http://schemas.microsoft.com/office/powerpoint/2010/main" val="2478420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C9A9D9F-A1FD-333C-FA99-B0A937F0C114}"/>
              </a:ext>
            </a:extLst>
          </p:cNvPr>
          <p:cNvGrpSpPr/>
          <p:nvPr/>
        </p:nvGrpSpPr>
        <p:grpSpPr>
          <a:xfrm>
            <a:off x="2831309" y="785709"/>
            <a:ext cx="6845365" cy="886066"/>
            <a:chOff x="1551144" y="1408647"/>
            <a:chExt cx="6845365" cy="88606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DC1E0EA-DB4E-E0D2-5ED3-3250383A4019}"/>
                </a:ext>
              </a:extLst>
            </p:cNvPr>
            <p:cNvSpPr/>
            <p:nvPr/>
          </p:nvSpPr>
          <p:spPr>
            <a:xfrm>
              <a:off x="1551144" y="1408647"/>
              <a:ext cx="6845365" cy="8860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1905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F46D07-4060-346B-6D28-E997385F9F72}"/>
                </a:ext>
              </a:extLst>
            </p:cNvPr>
            <p:cNvSpPr txBox="1"/>
            <p:nvPr/>
          </p:nvSpPr>
          <p:spPr>
            <a:xfrm>
              <a:off x="2159657" y="1548817"/>
              <a:ext cx="4958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r>
                <a:rPr lang="vi-VN" sz="3600" b="1" spc="0">
                  <a:solidFill>
                    <a:srgbClr val="FF5A5F"/>
                  </a:solidFill>
                  <a:latin typeface="+mn-lt"/>
                </a:rPr>
                <a:t>Giải pháp</a:t>
              </a:r>
              <a:endParaRPr lang="en-IN" sz="3600" b="1" spc="0" dirty="0">
                <a:solidFill>
                  <a:srgbClr val="FF5A5F"/>
                </a:solidFill>
                <a:latin typeface="+mn-lt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C941232-6AF7-320F-B48B-0560EF8ED41C}"/>
                </a:ext>
              </a:extLst>
            </p:cNvPr>
            <p:cNvGrpSpPr/>
            <p:nvPr/>
          </p:nvGrpSpPr>
          <p:grpSpPr>
            <a:xfrm>
              <a:off x="7545331" y="1480199"/>
              <a:ext cx="734888" cy="742960"/>
              <a:chOff x="7211466" y="1719600"/>
              <a:chExt cx="444130" cy="44900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9090D3F-C860-F484-FD32-D4B6CFDF647B}"/>
                  </a:ext>
                </a:extLst>
              </p:cNvPr>
              <p:cNvSpPr/>
              <p:nvPr/>
            </p:nvSpPr>
            <p:spPr>
              <a:xfrm>
                <a:off x="7211466" y="1719600"/>
                <a:ext cx="444130" cy="449008"/>
              </a:xfrm>
              <a:prstGeom prst="roundRect">
                <a:avLst>
                  <a:gd name="adj" fmla="val 50000"/>
                </a:avLst>
              </a:prstGeom>
              <a:solidFill>
                <a:srgbClr val="FF5A5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3DF09395-BCBA-ECC3-41D4-1AFC47E5F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9243" y="1849816"/>
                <a:ext cx="188577" cy="188577"/>
              </a:xfrm>
              <a:prstGeom prst="rect">
                <a:avLst/>
              </a:prstGeom>
            </p:spPr>
          </p:pic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CBC44C1-C99F-B884-0D3B-AF0A88C6C6EB}"/>
              </a:ext>
            </a:extLst>
          </p:cNvPr>
          <p:cNvSpPr txBox="1"/>
          <p:nvPr/>
        </p:nvSpPr>
        <p:spPr>
          <a:xfrm>
            <a:off x="6924988" y="2431419"/>
            <a:ext cx="44319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vi-VN" sz="1600">
                <a:solidFill>
                  <a:schemeClr val="tx1"/>
                </a:solidFill>
                <a:latin typeface="+mn-lt"/>
              </a:rPr>
              <a:t>Điều chỉnh giá thuê linh hoạt: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vi-VN" sz="1600" b="1">
                <a:solidFill>
                  <a:srgbClr val="FF4B4F"/>
                </a:solidFill>
                <a:latin typeface="+mn-lt"/>
              </a:rPr>
              <a:t>Giảm giá </a:t>
            </a:r>
            <a:r>
              <a:rPr lang="vi-VN" sz="1600">
                <a:solidFill>
                  <a:schemeClr val="tx1"/>
                </a:solidFill>
                <a:latin typeface="+mn-lt"/>
              </a:rPr>
              <a:t>vào những ngày còn trống</a:t>
            </a:r>
            <a:r>
              <a:rPr lang="vi-VN" sz="1600">
                <a:latin typeface="+mn-lt"/>
              </a:rPr>
              <a:t>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vi-VN" sz="1600" b="1">
                <a:solidFill>
                  <a:srgbClr val="FF4B4F"/>
                </a:solidFill>
                <a:latin typeface="+mn-lt"/>
              </a:rPr>
              <a:t>Áp dụng mức giá cạnh tranh </a:t>
            </a:r>
            <a:r>
              <a:rPr lang="vi-VN" sz="1600">
                <a:solidFill>
                  <a:schemeClr val="tx1"/>
                </a:solidFill>
                <a:latin typeface="+mn-lt"/>
              </a:rPr>
              <a:t>hơn trong thời điểm ít nhu cầu.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E4D6BF-16A8-500E-F58F-BFA8246B6AE3}"/>
              </a:ext>
            </a:extLst>
          </p:cNvPr>
          <p:cNvSpPr/>
          <p:nvPr/>
        </p:nvSpPr>
        <p:spPr>
          <a:xfrm>
            <a:off x="4643864" y="2705759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3B7D0-9363-2A90-CFDB-540E204165F4}"/>
              </a:ext>
            </a:extLst>
          </p:cNvPr>
          <p:cNvSpPr txBox="1"/>
          <p:nvPr/>
        </p:nvSpPr>
        <p:spPr>
          <a:xfrm>
            <a:off x="4712444" y="2826353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en-IN" sz="1400" b="1" dirty="0">
                <a:solidFill>
                  <a:schemeClr val="bg1"/>
                </a:solidFill>
                <a:latin typeface="+mn-lt"/>
              </a:rPr>
              <a:t>Solution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C9B30B-CEFC-8F22-B016-2666ABAECA44}"/>
              </a:ext>
            </a:extLst>
          </p:cNvPr>
          <p:cNvSpPr txBox="1"/>
          <p:nvPr/>
        </p:nvSpPr>
        <p:spPr>
          <a:xfrm>
            <a:off x="5947138" y="2560960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8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6E16C4-D122-7F4D-8656-97AF318347BF}"/>
              </a:ext>
            </a:extLst>
          </p:cNvPr>
          <p:cNvSpPr txBox="1"/>
          <p:nvPr/>
        </p:nvSpPr>
        <p:spPr>
          <a:xfrm>
            <a:off x="6898256" y="3887972"/>
            <a:ext cx="4061639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r>
              <a:rPr lang="vi-VN" sz="1600">
                <a:solidFill>
                  <a:schemeClr val="tx1"/>
                </a:solidFill>
                <a:latin typeface="+mn-lt"/>
              </a:rPr>
              <a:t>Điều chỉnh </a:t>
            </a:r>
            <a:r>
              <a:rPr lang="vi-VN" sz="1600" b="1">
                <a:solidFill>
                  <a:srgbClr val="FF4B4F"/>
                </a:solidFill>
                <a:latin typeface="+mn-lt"/>
              </a:rPr>
              <a:t>linh hoạt về số đêm tối thiểu </a:t>
            </a:r>
            <a:endParaRPr lang="en-IN" sz="1600" b="1" dirty="0">
              <a:solidFill>
                <a:srgbClr val="FF4B4F"/>
              </a:solidFill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FE1756-C405-1F4D-942A-7A3F97A0842D}"/>
              </a:ext>
            </a:extLst>
          </p:cNvPr>
          <p:cNvSpPr/>
          <p:nvPr/>
        </p:nvSpPr>
        <p:spPr>
          <a:xfrm>
            <a:off x="4643385" y="3872112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67E50-894D-FC83-13CE-3C582F08B673}"/>
              </a:ext>
            </a:extLst>
          </p:cNvPr>
          <p:cNvSpPr txBox="1"/>
          <p:nvPr/>
        </p:nvSpPr>
        <p:spPr>
          <a:xfrm>
            <a:off x="4711965" y="3992706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en-IN" sz="1400" b="1" dirty="0">
                <a:solidFill>
                  <a:schemeClr val="bg1"/>
                </a:solidFill>
                <a:latin typeface="+mn-lt"/>
              </a:rPr>
              <a:t>Solution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87D23C-0FD5-AA28-5D9C-10543A1B969A}"/>
              </a:ext>
            </a:extLst>
          </p:cNvPr>
          <p:cNvSpPr txBox="1"/>
          <p:nvPr/>
        </p:nvSpPr>
        <p:spPr>
          <a:xfrm>
            <a:off x="5946659" y="3727313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8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44BCB8-CEBD-A8FE-C598-F6E5AC65D435}"/>
              </a:ext>
            </a:extLst>
          </p:cNvPr>
          <p:cNvSpPr txBox="1"/>
          <p:nvPr/>
        </p:nvSpPr>
        <p:spPr>
          <a:xfrm>
            <a:off x="6898734" y="5089626"/>
            <a:ext cx="4061639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r>
              <a:rPr lang="vi-VN" sz="1600" b="1">
                <a:solidFill>
                  <a:srgbClr val="FF4B4F"/>
                </a:solidFill>
                <a:latin typeface="+mn-lt"/>
              </a:rPr>
              <a:t>Tận dụng</a:t>
            </a:r>
            <a:r>
              <a:rPr lang="vi-VN" sz="1600">
                <a:solidFill>
                  <a:schemeClr val="tx1"/>
                </a:solidFill>
                <a:latin typeface="+mn-lt"/>
              </a:rPr>
              <a:t> thị trường </a:t>
            </a:r>
            <a:r>
              <a:rPr lang="vi-VN" sz="1600" b="1">
                <a:solidFill>
                  <a:srgbClr val="FF4B4F"/>
                </a:solidFill>
                <a:latin typeface="+mn-lt"/>
              </a:rPr>
              <a:t>thuê ngắn hạn </a:t>
            </a:r>
            <a:r>
              <a:rPr lang="vi-VN" sz="1600">
                <a:solidFill>
                  <a:schemeClr val="tx1"/>
                </a:solidFill>
                <a:latin typeface="+mn-lt"/>
              </a:rPr>
              <a:t>khi trống để tối ưu lợi nhuận.</a:t>
            </a:r>
            <a:endParaRPr lang="en-IN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01870B9-FABF-1188-DFA4-D29119D0139A}"/>
              </a:ext>
            </a:extLst>
          </p:cNvPr>
          <p:cNvSpPr/>
          <p:nvPr/>
        </p:nvSpPr>
        <p:spPr>
          <a:xfrm>
            <a:off x="4643863" y="5013105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31713-A3CF-AD54-CA9A-98F69E1C0143}"/>
              </a:ext>
            </a:extLst>
          </p:cNvPr>
          <p:cNvSpPr txBox="1"/>
          <p:nvPr/>
        </p:nvSpPr>
        <p:spPr>
          <a:xfrm>
            <a:off x="4712443" y="5133699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en-IN" sz="1400" b="1" dirty="0">
                <a:solidFill>
                  <a:schemeClr val="bg1"/>
                </a:solidFill>
                <a:latin typeface="+mn-lt"/>
              </a:rPr>
              <a:t>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E7232-3BDE-4934-9F21-C450F583D74E}"/>
              </a:ext>
            </a:extLst>
          </p:cNvPr>
          <p:cNvSpPr txBox="1"/>
          <p:nvPr/>
        </p:nvSpPr>
        <p:spPr>
          <a:xfrm>
            <a:off x="5947137" y="4868306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800" dirty="0"/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BC5BAFB-3E4C-ADFB-8556-9B56EBB9C609}"/>
              </a:ext>
            </a:extLst>
          </p:cNvPr>
          <p:cNvSpPr/>
          <p:nvPr/>
        </p:nvSpPr>
        <p:spPr>
          <a:xfrm>
            <a:off x="1614597" y="2705759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EF0CAC-B6C2-8549-DEAD-AD39A63F805D}"/>
              </a:ext>
            </a:extLst>
          </p:cNvPr>
          <p:cNvSpPr txBox="1"/>
          <p:nvPr/>
        </p:nvSpPr>
        <p:spPr>
          <a:xfrm>
            <a:off x="1683177" y="2826353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vi-VN" sz="1400" b="1">
                <a:solidFill>
                  <a:schemeClr val="bg1"/>
                </a:solidFill>
                <a:latin typeface="+mn-lt"/>
              </a:rPr>
              <a:t>Problem</a:t>
            </a:r>
            <a:endParaRPr lang="en-IN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3B3A7D-FCCA-AA22-4363-8635152C0D32}"/>
              </a:ext>
            </a:extLst>
          </p:cNvPr>
          <p:cNvSpPr txBox="1"/>
          <p:nvPr/>
        </p:nvSpPr>
        <p:spPr>
          <a:xfrm>
            <a:off x="2917871" y="2560960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en-IN" sz="4800" dirty="0"/>
              <a:t>1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F9516CE-0552-4CE5-B554-7A9224D54F9C}"/>
              </a:ext>
            </a:extLst>
          </p:cNvPr>
          <p:cNvSpPr/>
          <p:nvPr/>
        </p:nvSpPr>
        <p:spPr>
          <a:xfrm>
            <a:off x="1614118" y="3872112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09E979-71D3-1926-0552-D9E5C4BBFB9D}"/>
              </a:ext>
            </a:extLst>
          </p:cNvPr>
          <p:cNvSpPr txBox="1"/>
          <p:nvPr/>
        </p:nvSpPr>
        <p:spPr>
          <a:xfrm>
            <a:off x="1682698" y="3992706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vi-VN" sz="1400" b="1">
                <a:solidFill>
                  <a:schemeClr val="bg1"/>
                </a:solidFill>
                <a:latin typeface="+mn-lt"/>
              </a:rPr>
              <a:t>Problem</a:t>
            </a:r>
            <a:endParaRPr lang="en-IN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6D6C09-DE38-8DAE-B6B2-246298B245B8}"/>
              </a:ext>
            </a:extLst>
          </p:cNvPr>
          <p:cNvSpPr txBox="1"/>
          <p:nvPr/>
        </p:nvSpPr>
        <p:spPr>
          <a:xfrm>
            <a:off x="2917392" y="3727313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vi-VN" sz="4800" dirty="0"/>
              <a:t>2</a:t>
            </a:r>
            <a:endParaRPr lang="en-IN" sz="4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EBE35CC-26C2-E386-13CE-D12962AB5261}"/>
              </a:ext>
            </a:extLst>
          </p:cNvPr>
          <p:cNvSpPr/>
          <p:nvPr/>
        </p:nvSpPr>
        <p:spPr>
          <a:xfrm>
            <a:off x="1614118" y="5013105"/>
            <a:ext cx="1917462" cy="541399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257A56-D0DA-ACE6-4D85-B4C4BBA3554D}"/>
              </a:ext>
            </a:extLst>
          </p:cNvPr>
          <p:cNvSpPr txBox="1"/>
          <p:nvPr/>
        </p:nvSpPr>
        <p:spPr>
          <a:xfrm>
            <a:off x="1682698" y="5133699"/>
            <a:ext cx="1158004" cy="30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lnSpc>
                <a:spcPts val="17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Montserrat" pitchFamily="2" charset="0"/>
              </a:defRPr>
            </a:lvl1pPr>
          </a:lstStyle>
          <a:p>
            <a:pPr algn="r"/>
            <a:r>
              <a:rPr lang="vi-VN" sz="1400" b="1">
                <a:solidFill>
                  <a:schemeClr val="bg1"/>
                </a:solidFill>
                <a:latin typeface="+mn-lt"/>
              </a:rPr>
              <a:t>Problem</a:t>
            </a:r>
            <a:endParaRPr lang="en-IN" sz="1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3E9612-E0DC-18D3-BA5B-08E4D813495E}"/>
              </a:ext>
            </a:extLst>
          </p:cNvPr>
          <p:cNvSpPr txBox="1"/>
          <p:nvPr/>
        </p:nvSpPr>
        <p:spPr>
          <a:xfrm>
            <a:off x="2917392" y="4868306"/>
            <a:ext cx="614666" cy="830997"/>
          </a:xfrm>
          <a:prstGeom prst="rect">
            <a:avLst/>
          </a:prstGeom>
          <a:noFill/>
          <a:effectLst>
            <a:outerShdw blurRad="50800" dist="88900" algn="l" rotWithShape="0">
              <a:prstClr val="black">
                <a:alpha val="6000"/>
              </a:prstClr>
            </a:outerShdw>
          </a:effectLst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600" spc="0">
                <a:solidFill>
                  <a:schemeClr val="bg1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defRPr>
            </a:lvl1pPr>
          </a:lstStyle>
          <a:p>
            <a:r>
              <a:rPr lang="vi-VN" sz="4800"/>
              <a:t>3</a:t>
            </a:r>
            <a:endParaRPr lang="en-IN" sz="4800" dirty="0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0A3537DB-41D4-565C-A971-90AAF717622C}"/>
              </a:ext>
            </a:extLst>
          </p:cNvPr>
          <p:cNvSpPr/>
          <p:nvPr/>
        </p:nvSpPr>
        <p:spPr>
          <a:xfrm>
            <a:off x="3788542" y="2869015"/>
            <a:ext cx="614666" cy="300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993D96CB-8B4A-4325-3612-3B4F48FA854B}"/>
              </a:ext>
            </a:extLst>
          </p:cNvPr>
          <p:cNvSpPr/>
          <p:nvPr/>
        </p:nvSpPr>
        <p:spPr>
          <a:xfrm>
            <a:off x="3791482" y="4002042"/>
            <a:ext cx="614666" cy="300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8B46477B-25B7-FE38-A421-0E3978CD57E7}"/>
              </a:ext>
            </a:extLst>
          </p:cNvPr>
          <p:cNvSpPr/>
          <p:nvPr/>
        </p:nvSpPr>
        <p:spPr>
          <a:xfrm>
            <a:off x="3791960" y="5116399"/>
            <a:ext cx="614666" cy="300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4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C9A9D9F-A1FD-333C-FA99-B0A937F0C114}"/>
              </a:ext>
            </a:extLst>
          </p:cNvPr>
          <p:cNvGrpSpPr/>
          <p:nvPr/>
        </p:nvGrpSpPr>
        <p:grpSpPr>
          <a:xfrm>
            <a:off x="2292350" y="574065"/>
            <a:ext cx="7607300" cy="886066"/>
            <a:chOff x="789209" y="1408647"/>
            <a:chExt cx="7607300" cy="88606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DC1E0EA-DB4E-E0D2-5ED3-3250383A4019}"/>
                </a:ext>
              </a:extLst>
            </p:cNvPr>
            <p:cNvSpPr/>
            <p:nvPr/>
          </p:nvSpPr>
          <p:spPr>
            <a:xfrm>
              <a:off x="789209" y="1408647"/>
              <a:ext cx="7607300" cy="8860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1905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F46D07-4060-346B-6D28-E997385F9F72}"/>
                </a:ext>
              </a:extLst>
            </p:cNvPr>
            <p:cNvSpPr txBox="1"/>
            <p:nvPr/>
          </p:nvSpPr>
          <p:spPr>
            <a:xfrm>
              <a:off x="1310297" y="1528514"/>
              <a:ext cx="5198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pPr algn="l"/>
              <a:r>
                <a:rPr lang="vi-VN" sz="3600" b="1" spc="0">
                  <a:solidFill>
                    <a:srgbClr val="FF5A5F"/>
                  </a:solidFill>
                  <a:latin typeface="+mn-lt"/>
                </a:rPr>
                <a:t>Mô hình học máy</a:t>
              </a:r>
              <a:endParaRPr lang="en-IN" sz="3600" b="1" spc="0" dirty="0">
                <a:solidFill>
                  <a:srgbClr val="FF5A5F"/>
                </a:solidFill>
                <a:latin typeface="+mn-lt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C941232-6AF7-320F-B48B-0560EF8ED41C}"/>
                </a:ext>
              </a:extLst>
            </p:cNvPr>
            <p:cNvGrpSpPr/>
            <p:nvPr/>
          </p:nvGrpSpPr>
          <p:grpSpPr>
            <a:xfrm>
              <a:off x="7545331" y="1480199"/>
              <a:ext cx="734888" cy="742960"/>
              <a:chOff x="7211466" y="1719600"/>
              <a:chExt cx="444130" cy="44900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9090D3F-C860-F484-FD32-D4B6CFDF647B}"/>
                  </a:ext>
                </a:extLst>
              </p:cNvPr>
              <p:cNvSpPr/>
              <p:nvPr/>
            </p:nvSpPr>
            <p:spPr>
              <a:xfrm>
                <a:off x="7211466" y="1719600"/>
                <a:ext cx="444130" cy="449008"/>
              </a:xfrm>
              <a:prstGeom prst="roundRect">
                <a:avLst>
                  <a:gd name="adj" fmla="val 50000"/>
                </a:avLst>
              </a:prstGeom>
              <a:solidFill>
                <a:srgbClr val="FF5A5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3DF09395-BCBA-ECC3-41D4-1AFC47E5F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9243" y="1849816"/>
                <a:ext cx="188577" cy="188577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C90107C-4943-8265-1B02-B0728E8BBA61}"/>
              </a:ext>
            </a:extLst>
          </p:cNvPr>
          <p:cNvSpPr txBox="1"/>
          <p:nvPr/>
        </p:nvSpPr>
        <p:spPr>
          <a:xfrm>
            <a:off x="1064872" y="1675595"/>
            <a:ext cx="10556111" cy="4616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/>
              <a:t>Mô hình học máy dự đoán liệu một địa điểm có được thuê vào 12 tháng tới hay không. </a:t>
            </a:r>
            <a:br>
              <a:rPr lang="vi-VN"/>
            </a:br>
            <a:r>
              <a:rPr lang="vi-VN"/>
              <a:t>Mô hình được sử dụng trong bài này là mô hình hồi quy logistic.</a:t>
            </a:r>
          </a:p>
          <a:p>
            <a:pPr>
              <a:lnSpc>
                <a:spcPct val="150000"/>
              </a:lnSpc>
            </a:pPr>
            <a:endParaRPr lang="vi-VN"/>
          </a:p>
          <a:p>
            <a:pPr>
              <a:lnSpc>
                <a:spcPct val="150000"/>
              </a:lnSpc>
            </a:pPr>
            <a:r>
              <a:rPr lang="vi-VN"/>
              <a:t>Mô hình này là mô hình phân loại sử dụng dữ liệu từ tập listings.csv để huấn luyện mô hình với nhãn mục tiêu là “số đêm được thuê”:</a:t>
            </a: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“số đêm được thuê” &gt; 0: True</a:t>
            </a: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/>
              <a:t>“số đêm được thuê” = 0: False</a:t>
            </a:r>
          </a:p>
          <a:p>
            <a:pPr marL="2571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/>
          </a:p>
          <a:p>
            <a:pPr>
              <a:lnSpc>
                <a:spcPct val="150000"/>
              </a:lnSpc>
            </a:pPr>
            <a:r>
              <a:rPr lang="vi-VN"/>
              <a:t>Tập dữ liệu calendar.csv cung cấp thông tin về lịch đặt của các địa điểm từ 27-06-2024 đến 27-06-2025 nên có thể dùng dữ liệu trong tập này để thử nghiệm mô hình sau khi huấn luyện.</a:t>
            </a:r>
          </a:p>
        </p:txBody>
      </p:sp>
    </p:spTree>
    <p:extLst>
      <p:ext uri="{BB962C8B-B14F-4D97-AF65-F5344CB8AC3E}">
        <p14:creationId xmlns:p14="http://schemas.microsoft.com/office/powerpoint/2010/main" val="4020825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C2A12A-AF98-90AE-C94E-D98F3A177022}"/>
              </a:ext>
            </a:extLst>
          </p:cNvPr>
          <p:cNvGrpSpPr/>
          <p:nvPr/>
        </p:nvGrpSpPr>
        <p:grpSpPr>
          <a:xfrm>
            <a:off x="2292350" y="574065"/>
            <a:ext cx="7607300" cy="886066"/>
            <a:chOff x="789209" y="1408647"/>
            <a:chExt cx="7607300" cy="88606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4A49750-6E02-002B-E5DD-D421872FB213}"/>
                </a:ext>
              </a:extLst>
            </p:cNvPr>
            <p:cNvSpPr/>
            <p:nvPr/>
          </p:nvSpPr>
          <p:spPr>
            <a:xfrm>
              <a:off x="789209" y="1408647"/>
              <a:ext cx="7607300" cy="8860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1905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4AE808-AEEC-9C7A-50B8-AD41286AE48E}"/>
                </a:ext>
              </a:extLst>
            </p:cNvPr>
            <p:cNvSpPr txBox="1"/>
            <p:nvPr/>
          </p:nvSpPr>
          <p:spPr>
            <a:xfrm>
              <a:off x="1310297" y="1528514"/>
              <a:ext cx="5198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6800" spc="-300">
                  <a:solidFill>
                    <a:schemeClr val="bg1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defRPr>
              </a:lvl1pPr>
            </a:lstStyle>
            <a:p>
              <a:pPr algn="l"/>
              <a:r>
                <a:rPr lang="vi-VN" sz="3600" b="1" spc="0">
                  <a:solidFill>
                    <a:srgbClr val="FF5A5F"/>
                  </a:solidFill>
                  <a:latin typeface="+mn-lt"/>
                </a:rPr>
                <a:t>Độ chính xác </a:t>
              </a:r>
              <a:endParaRPr lang="en-IN" sz="3600" b="1" spc="0" dirty="0">
                <a:solidFill>
                  <a:srgbClr val="FF5A5F"/>
                </a:solidFill>
                <a:latin typeface="+mn-lt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22CD9A-688B-0451-A972-CA77DB04C919}"/>
                </a:ext>
              </a:extLst>
            </p:cNvPr>
            <p:cNvGrpSpPr/>
            <p:nvPr/>
          </p:nvGrpSpPr>
          <p:grpSpPr>
            <a:xfrm>
              <a:off x="7545331" y="1480199"/>
              <a:ext cx="734888" cy="742960"/>
              <a:chOff x="7211466" y="1719600"/>
              <a:chExt cx="444130" cy="44900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A872E80-1643-95EE-0B9C-D1E4EA62A784}"/>
                  </a:ext>
                </a:extLst>
              </p:cNvPr>
              <p:cNvSpPr/>
              <p:nvPr/>
            </p:nvSpPr>
            <p:spPr>
              <a:xfrm>
                <a:off x="7211466" y="1719600"/>
                <a:ext cx="444130" cy="449008"/>
              </a:xfrm>
              <a:prstGeom prst="roundRect">
                <a:avLst>
                  <a:gd name="adj" fmla="val 50000"/>
                </a:avLst>
              </a:prstGeom>
              <a:solidFill>
                <a:srgbClr val="FF5A5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5B3A032-EF5C-A22D-8E0E-C388B52C0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339243" y="1849816"/>
                <a:ext cx="188577" cy="188577"/>
              </a:xfrm>
              <a:prstGeom prst="rect">
                <a:avLst/>
              </a:prstGeom>
            </p:spPr>
          </p:pic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01430C3-9E71-EF10-84D7-BB4BF1B74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597" y="4632521"/>
            <a:ext cx="2552334" cy="17216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AB62D1-DBD2-1743-117E-B55BF04E7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156" y="4632521"/>
            <a:ext cx="2739520" cy="16114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4EF0A92-2096-F043-81BB-10A3B9EF9A6B}"/>
              </a:ext>
            </a:extLst>
          </p:cNvPr>
          <p:cNvSpPr txBox="1"/>
          <p:nvPr/>
        </p:nvSpPr>
        <p:spPr>
          <a:xfrm>
            <a:off x="1076446" y="2143992"/>
            <a:ext cx="4537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/>
              <a:t>Độ chính xác của mô hình sau khi huấn luyện:</a:t>
            </a:r>
            <a:endParaRPr 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BCF7ED-5917-F6DF-5D1B-529C01D5BF3A}"/>
              </a:ext>
            </a:extLst>
          </p:cNvPr>
          <p:cNvSpPr txBox="1"/>
          <p:nvPr/>
        </p:nvSpPr>
        <p:spPr>
          <a:xfrm>
            <a:off x="6991263" y="2143992"/>
            <a:ext cx="4537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/>
              <a:t>Độ chính xác của mô hình khi thực hiện dự đoán:</a:t>
            </a:r>
            <a:endParaRPr 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AE206-95B2-D7D0-CAEF-D86CBFE328A2}"/>
              </a:ext>
            </a:extLst>
          </p:cNvPr>
          <p:cNvSpPr txBox="1"/>
          <p:nvPr/>
        </p:nvSpPr>
        <p:spPr>
          <a:xfrm>
            <a:off x="1853411" y="3140204"/>
            <a:ext cx="2724146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vi-VN" sz="7000">
                <a:solidFill>
                  <a:srgbClr val="FF5A5F"/>
                </a:solidFill>
              </a:rPr>
              <a:t>&gt; 93%</a:t>
            </a:r>
            <a:endParaRPr lang="en-US" sz="7000">
              <a:solidFill>
                <a:srgbClr val="FF5A5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32A9F-C384-14CE-41E5-15326B49230B}"/>
              </a:ext>
            </a:extLst>
          </p:cNvPr>
          <p:cNvSpPr txBox="1"/>
          <p:nvPr/>
        </p:nvSpPr>
        <p:spPr>
          <a:xfrm>
            <a:off x="7924243" y="3086467"/>
            <a:ext cx="2827162" cy="11695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vi-VN" sz="7000">
                <a:solidFill>
                  <a:srgbClr val="FF5A5F"/>
                </a:solidFill>
              </a:rPr>
              <a:t>&gt; 64%</a:t>
            </a:r>
            <a:endParaRPr lang="en-US" sz="7000">
              <a:solidFill>
                <a:srgbClr val="FF5A5F"/>
              </a:solidFill>
            </a:endParaRP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E2F02ED4-9884-6EA5-B07B-3E1E4A4F671D}"/>
              </a:ext>
            </a:extLst>
          </p:cNvPr>
          <p:cNvSpPr/>
          <p:nvPr/>
        </p:nvSpPr>
        <p:spPr>
          <a:xfrm>
            <a:off x="2933775" y="4385644"/>
            <a:ext cx="563418" cy="424873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F6D5307B-D10C-E318-944D-FB773FCC8CCB}"/>
              </a:ext>
            </a:extLst>
          </p:cNvPr>
          <p:cNvSpPr/>
          <p:nvPr/>
        </p:nvSpPr>
        <p:spPr>
          <a:xfrm>
            <a:off x="9109738" y="4335836"/>
            <a:ext cx="563418" cy="424873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86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AEA8F2-E812-A9FF-19E0-B44BDFAAEA10}"/>
              </a:ext>
            </a:extLst>
          </p:cNvPr>
          <p:cNvSpPr txBox="1"/>
          <p:nvPr/>
        </p:nvSpPr>
        <p:spPr>
          <a:xfrm>
            <a:off x="1982315" y="2266805"/>
            <a:ext cx="8246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800" spc="-30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IN" sz="9600" b="1" spc="0" dirty="0">
                <a:solidFill>
                  <a:srgbClr val="FF5A5F"/>
                </a:solidFill>
                <a:latin typeface="+mj-lt"/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18B7CB9-9E72-33B1-C4DA-7E3B5B8AC81C}"/>
              </a:ext>
            </a:extLst>
          </p:cNvPr>
          <p:cNvGrpSpPr/>
          <p:nvPr/>
        </p:nvGrpSpPr>
        <p:grpSpPr>
          <a:xfrm>
            <a:off x="2418080" y="3886450"/>
            <a:ext cx="7355840" cy="626969"/>
            <a:chOff x="2418080" y="4016548"/>
            <a:chExt cx="7355840" cy="56997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0C9173E-7FD5-10BC-26EE-2A3AAD774633}"/>
                </a:ext>
              </a:extLst>
            </p:cNvPr>
            <p:cNvGrpSpPr/>
            <p:nvPr/>
          </p:nvGrpSpPr>
          <p:grpSpPr>
            <a:xfrm>
              <a:off x="2418080" y="4016548"/>
              <a:ext cx="7355840" cy="569972"/>
              <a:chOff x="2853845" y="4016548"/>
              <a:chExt cx="7355840" cy="56997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DC1E0EA-DB4E-E0D2-5ED3-3250383A4019}"/>
                  </a:ext>
                </a:extLst>
              </p:cNvPr>
              <p:cNvSpPr/>
              <p:nvPr/>
            </p:nvSpPr>
            <p:spPr>
              <a:xfrm>
                <a:off x="2853845" y="4016548"/>
                <a:ext cx="7355840" cy="5699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190500" dist="38100" dir="5400000" algn="t" rotWithShape="0">
                  <a:prstClr val="black">
                    <a:alpha val="8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09090D3F-C860-F484-FD32-D4B6CFDF647B}"/>
                  </a:ext>
                </a:extLst>
              </p:cNvPr>
              <p:cNvSpPr/>
              <p:nvPr/>
            </p:nvSpPr>
            <p:spPr>
              <a:xfrm>
                <a:off x="9697613" y="4077029"/>
                <a:ext cx="444130" cy="449008"/>
              </a:xfrm>
              <a:prstGeom prst="roundRect">
                <a:avLst>
                  <a:gd name="adj" fmla="val 50000"/>
                </a:avLst>
              </a:prstGeom>
              <a:solidFill>
                <a:srgbClr val="FF5A5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3DF09395-BCBA-ECC3-41D4-1AFC47E5F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25390" y="4207245"/>
                <a:ext cx="188577" cy="188577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A649DD-DB62-57A6-FE2D-8219A72281E6}"/>
                </a:ext>
              </a:extLst>
            </p:cNvPr>
            <p:cNvSpPr txBox="1"/>
            <p:nvPr/>
          </p:nvSpPr>
          <p:spPr>
            <a:xfrm>
              <a:off x="2486022" y="4080013"/>
              <a:ext cx="6775826" cy="475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ontserrat" pitchFamily="2" charset="0"/>
                  <a:cs typeface="Poppins SemiBold" panose="00000700000000000000" pitchFamily="2" charset="0"/>
                </a:defRPr>
              </a:lvl1pPr>
            </a:lstStyle>
            <a:p>
              <a:r>
                <a:rPr lang="vi-VN" sz="2800">
                  <a:latin typeface="+mn-lt"/>
                </a:rPr>
                <a:t>For watching</a:t>
              </a:r>
              <a:endParaRPr lang="en-IN" sz="28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2968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5A5F"/>
      </a:accent1>
      <a:accent2>
        <a:srgbClr val="EE7A9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rbnb">
      <a:majorFont>
        <a:latin typeface="Poppins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1173</Words>
  <Application>Microsoft Office PowerPoint</Application>
  <PresentationFormat>Widescreen</PresentationFormat>
  <Paragraphs>158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ADLaM Display</vt:lpstr>
      <vt:lpstr>Aharoni</vt:lpstr>
      <vt:lpstr>Inter Regular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Anila</dc:creator>
  <cp:lastModifiedBy>a46483 Nguyễn Thị Thùy Trang</cp:lastModifiedBy>
  <cp:revision>19</cp:revision>
  <dcterms:created xsi:type="dcterms:W3CDTF">2024-01-08T08:41:52Z</dcterms:created>
  <dcterms:modified xsi:type="dcterms:W3CDTF">2024-11-29T19:13:52Z</dcterms:modified>
</cp:coreProperties>
</file>